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Poppins Bold" charset="1" panose="00000800000000000000"/>
      <p:regular r:id="rId47"/>
    </p:embeddedFont>
    <p:embeddedFont>
      <p:font typeface="Poppins" charset="1" panose="00000500000000000000"/>
      <p:regular r:id="rId48"/>
    </p:embeddedFont>
    <p:embeddedFont>
      <p:font typeface="Poppins Italics" charset="1" panose="00000500000000000000"/>
      <p:regular r:id="rId49"/>
    </p:embeddedFont>
    <p:embeddedFont>
      <p:font typeface="Poppins Bold Italics" charset="1" panose="00000800000000000000"/>
      <p:regular r:id="rId50"/>
    </p:embeddedFont>
    <p:embeddedFont>
      <p:font typeface="Montserrat Bold" charset="1" panose="00000800000000000000"/>
      <p:regular r:id="rId51"/>
    </p:embeddedFont>
    <p:embeddedFont>
      <p:font typeface="Anton" charset="1" panose="00000500000000000000"/>
      <p:regular r:id="rId52"/>
    </p:embeddedFont>
    <p:embeddedFont>
      <p:font typeface="Open Sans Bold" charset="1" panose="020B0806030504020204"/>
      <p:regular r:id="rId53"/>
    </p:embeddedFont>
    <p:embeddedFont>
      <p:font typeface="Tek Tall Arabic Condensed Bold" charset="1" panose="00000000000000000000"/>
      <p:regular r:id="rId54"/>
    </p:embeddedFont>
    <p:embeddedFont>
      <p:font typeface="Montserrat Bold Italics" charset="1" panose="00000800000000000000"/>
      <p:regular r:id="rId55"/>
    </p:embeddedFont>
    <p:embeddedFont>
      <p:font typeface="Garet Bold" charset="1" panose="00000000000000000000"/>
      <p:regular r:id="rId56"/>
    </p:embeddedFont>
    <p:embeddedFont>
      <p:font typeface="Garet" charset="1" panose="00000000000000000000"/>
      <p:regular r:id="rId57"/>
    </p:embeddedFont>
    <p:embeddedFont>
      <p:font typeface="Garet Italics" charset="1" panose="0000000000000000000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1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20.png" Type="http://schemas.openxmlformats.org/officeDocument/2006/relationships/image"/><Relationship Id="rId2" Target="../media/image18.jpeg" Type="http://schemas.openxmlformats.org/officeDocument/2006/relationships/image"/><Relationship Id="rId3" Target="../media/image19.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2.png" Type="http://schemas.openxmlformats.org/officeDocument/2006/relationships/image"/><Relationship Id="rId9"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jpeg" Type="http://schemas.openxmlformats.org/officeDocument/2006/relationships/image"/><Relationship Id="rId13" Target="../media/image24.pn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2" Target="../media/image19.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png" Type="http://schemas.openxmlformats.org/officeDocument/2006/relationships/image"/><Relationship Id="rId12" Target="../media/image12.png" Type="http://schemas.openxmlformats.org/officeDocument/2006/relationships/image"/><Relationship Id="rId13" Target="../media/image13.jpeg" Type="http://schemas.openxmlformats.org/officeDocument/2006/relationships/image"/><Relationship Id="rId14" Target="../media/image14.pn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2" Target="../media/image27.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 Id="rId7" Target="../media/image32.jpeg" Type="http://schemas.openxmlformats.org/officeDocument/2006/relationships/image"/><Relationship Id="rId8" Target="../media/image3.png" Type="http://schemas.openxmlformats.org/officeDocument/2006/relationships/image"/><Relationship Id="rId9"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40.png" Type="http://schemas.openxmlformats.org/officeDocument/2006/relationships/image"/><Relationship Id="rId17" Target="../media/image41.svg" Type="http://schemas.openxmlformats.org/officeDocument/2006/relationships/image"/><Relationship Id="rId2" Target="../media/image33.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5.png" Type="http://schemas.openxmlformats.org/officeDocument/2006/relationships/image"/><Relationship Id="rId14" Target="../media/image6.png" Type="http://schemas.openxmlformats.org/officeDocument/2006/relationships/image"/><Relationship Id="rId15" Target="../media/image13.jpeg" Type="http://schemas.openxmlformats.org/officeDocument/2006/relationships/image"/><Relationship Id="rId16" Target="../media/image14.png" Type="http://schemas.openxmlformats.org/officeDocument/2006/relationships/image"/><Relationship Id="rId2" Target="../media/image33.jpeg" Type="http://schemas.openxmlformats.org/officeDocument/2006/relationships/image"/><Relationship Id="rId3" Target="../media/image42.jpeg" Type="http://schemas.openxmlformats.org/officeDocument/2006/relationships/image"/><Relationship Id="rId4" Target="../media/image43.jpeg" Type="http://schemas.openxmlformats.org/officeDocument/2006/relationships/image"/><Relationship Id="rId5" Target="../media/image44.jpeg" Type="http://schemas.openxmlformats.org/officeDocument/2006/relationships/image"/><Relationship Id="rId6" Target="../media/image45.jpeg" Type="http://schemas.openxmlformats.org/officeDocument/2006/relationships/image"/><Relationship Id="rId7" Target="../media/image46.jpeg" Type="http://schemas.openxmlformats.org/officeDocument/2006/relationships/image"/><Relationship Id="rId8" Target="../media/image47.jpeg" Type="http://schemas.openxmlformats.org/officeDocument/2006/relationships/image"/><Relationship Id="rId9" Target="../media/image4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5.png" Type="http://schemas.openxmlformats.org/officeDocument/2006/relationships/image"/><Relationship Id="rId14" Target="../media/image6.png" Type="http://schemas.openxmlformats.org/officeDocument/2006/relationships/image"/><Relationship Id="rId15" Target="../media/image13.jpeg" Type="http://schemas.openxmlformats.org/officeDocument/2006/relationships/image"/><Relationship Id="rId16" Target="../media/image14.png" Type="http://schemas.openxmlformats.org/officeDocument/2006/relationships/image"/><Relationship Id="rId2" Target="../media/image33.jpeg" Type="http://schemas.openxmlformats.org/officeDocument/2006/relationships/image"/><Relationship Id="rId3" Target="../media/image42.jpeg" Type="http://schemas.openxmlformats.org/officeDocument/2006/relationships/image"/><Relationship Id="rId4" Target="../media/image43.jpeg" Type="http://schemas.openxmlformats.org/officeDocument/2006/relationships/image"/><Relationship Id="rId5" Target="../media/image44.jpeg" Type="http://schemas.openxmlformats.org/officeDocument/2006/relationships/image"/><Relationship Id="rId6" Target="../media/image45.jpeg" Type="http://schemas.openxmlformats.org/officeDocument/2006/relationships/image"/><Relationship Id="rId7" Target="../media/image46.jpeg" Type="http://schemas.openxmlformats.org/officeDocument/2006/relationships/image"/><Relationship Id="rId8" Target="../media/image47.jpeg" Type="http://schemas.openxmlformats.org/officeDocument/2006/relationships/image"/><Relationship Id="rId9" Target="../media/image4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5.png" Type="http://schemas.openxmlformats.org/officeDocument/2006/relationships/image"/><Relationship Id="rId14" Target="../media/image6.png" Type="http://schemas.openxmlformats.org/officeDocument/2006/relationships/image"/><Relationship Id="rId15" Target="../media/image13.jpeg" Type="http://schemas.openxmlformats.org/officeDocument/2006/relationships/image"/><Relationship Id="rId16" Target="../media/image14.png" Type="http://schemas.openxmlformats.org/officeDocument/2006/relationships/image"/><Relationship Id="rId17" Target="../media/image49.png" Type="http://schemas.openxmlformats.org/officeDocument/2006/relationships/image"/><Relationship Id="rId18" Target="../media/image50.svg" Type="http://schemas.openxmlformats.org/officeDocument/2006/relationships/image"/><Relationship Id="rId2" Target="../media/image33.jpeg" Type="http://schemas.openxmlformats.org/officeDocument/2006/relationships/image"/><Relationship Id="rId3" Target="../media/image42.jpeg" Type="http://schemas.openxmlformats.org/officeDocument/2006/relationships/image"/><Relationship Id="rId4" Target="../media/image43.jpeg" Type="http://schemas.openxmlformats.org/officeDocument/2006/relationships/image"/><Relationship Id="rId5" Target="../media/image44.jpeg" Type="http://schemas.openxmlformats.org/officeDocument/2006/relationships/image"/><Relationship Id="rId6" Target="../media/image45.jpeg" Type="http://schemas.openxmlformats.org/officeDocument/2006/relationships/image"/><Relationship Id="rId7" Target="../media/image46.jpeg" Type="http://schemas.openxmlformats.org/officeDocument/2006/relationships/image"/><Relationship Id="rId8" Target="../media/image47.jpeg" Type="http://schemas.openxmlformats.org/officeDocument/2006/relationships/image"/><Relationship Id="rId9" Target="../media/image4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png" Type="http://schemas.openxmlformats.org/officeDocument/2006/relationships/image"/><Relationship Id="rId2" Target="../media/image33.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png" Type="http://schemas.openxmlformats.org/officeDocument/2006/relationships/image"/><Relationship Id="rId12" Target="../media/image5.png" Type="http://schemas.openxmlformats.org/officeDocument/2006/relationships/image"/><Relationship Id="rId13" Target="../media/image6.png" Type="http://schemas.openxmlformats.org/officeDocument/2006/relationships/image"/><Relationship Id="rId14" Target="../media/image7.png" Type="http://schemas.openxmlformats.org/officeDocument/2006/relationships/image"/><Relationship Id="rId15" Target="../media/image8.png" Type="http://schemas.openxmlformats.org/officeDocument/2006/relationships/image"/><Relationship Id="rId16" Target="../media/image9.png" Type="http://schemas.openxmlformats.org/officeDocument/2006/relationships/image"/><Relationship Id="rId17" Target="../media/image10.png" Type="http://schemas.openxmlformats.org/officeDocument/2006/relationships/image"/><Relationship Id="rId2" Target="../media/image54.jpeg" Type="http://schemas.openxmlformats.org/officeDocument/2006/relationships/image"/><Relationship Id="rId3" Target="../media/image1.jpe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 Id="rId9" Target="../media/image6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19.jpeg" Type="http://schemas.openxmlformats.org/officeDocument/2006/relationships/image"/><Relationship Id="rId3" Target="../media/image61.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2.png" Type="http://schemas.openxmlformats.org/officeDocument/2006/relationships/image"/><Relationship Id="rId9" Target="../media/image1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5.png" Type="http://schemas.openxmlformats.org/officeDocument/2006/relationships/image"/><Relationship Id="rId14" Target="../media/image6.png" Type="http://schemas.openxmlformats.org/officeDocument/2006/relationships/image"/><Relationship Id="rId15" Target="../media/image12.png" Type="http://schemas.openxmlformats.org/officeDocument/2006/relationships/image"/><Relationship Id="rId16" Target="../media/image13.jpeg" Type="http://schemas.openxmlformats.org/officeDocument/2006/relationships/image"/><Relationship Id="rId17" Target="../media/image14.png" Type="http://schemas.openxmlformats.org/officeDocument/2006/relationships/image"/><Relationship Id="rId2" Target="../media/image62.jpe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7.jpeg" Type="http://schemas.openxmlformats.org/officeDocument/2006/relationships/image"/><Relationship Id="rId8" Target="../media/image68.jpeg" Type="http://schemas.openxmlformats.org/officeDocument/2006/relationships/image"/><Relationship Id="rId9" Target="../media/image6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2" Target="../media/image71.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5.png" Type="http://schemas.openxmlformats.org/officeDocument/2006/relationships/image"/><Relationship Id="rId14" Target="../media/image6.png" Type="http://schemas.openxmlformats.org/officeDocument/2006/relationships/image"/><Relationship Id="rId15" Target="../media/image12.png" Type="http://schemas.openxmlformats.org/officeDocument/2006/relationships/image"/><Relationship Id="rId16" Target="../media/image13.jpeg" Type="http://schemas.openxmlformats.org/officeDocument/2006/relationships/image"/><Relationship Id="rId17" Target="../media/image14.png" Type="http://schemas.openxmlformats.org/officeDocument/2006/relationships/image"/><Relationship Id="rId2" Target="../media/image72.jpeg" Type="http://schemas.openxmlformats.org/officeDocument/2006/relationships/image"/><Relationship Id="rId3" Target="../media/image67.jpeg" Type="http://schemas.openxmlformats.org/officeDocument/2006/relationships/image"/><Relationship Id="rId4" Target="../media/image73.jpeg" Type="http://schemas.openxmlformats.org/officeDocument/2006/relationships/image"/><Relationship Id="rId5" Target="../media/image74.jpeg" Type="http://schemas.openxmlformats.org/officeDocument/2006/relationships/image"/><Relationship Id="rId6" Target="../media/image75.jpeg" Type="http://schemas.openxmlformats.org/officeDocument/2006/relationships/image"/><Relationship Id="rId7" Target="../media/image76.jpeg" Type="http://schemas.openxmlformats.org/officeDocument/2006/relationships/image"/><Relationship Id="rId8" Target="../media/image77.png" Type="http://schemas.openxmlformats.org/officeDocument/2006/relationships/image"/><Relationship Id="rId9" Target="../media/image6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78.jpeg" Type="http://schemas.openxmlformats.org/officeDocument/2006/relationships/image"/><Relationship Id="rId13" Target="../media/image79.jpeg" Type="http://schemas.openxmlformats.org/officeDocument/2006/relationships/image"/><Relationship Id="rId14" Target="../media/image80.jpeg" Type="http://schemas.openxmlformats.org/officeDocument/2006/relationships/image"/><Relationship Id="rId2" Target="../media/image7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81.jpeg" Type="http://schemas.openxmlformats.org/officeDocument/2006/relationships/image"/><Relationship Id="rId2" Target="../media/image7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82.jpeg" Type="http://schemas.openxmlformats.org/officeDocument/2006/relationships/image"/><Relationship Id="rId2" Target="../media/image7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83.jpeg" Type="http://schemas.openxmlformats.org/officeDocument/2006/relationships/image"/><Relationship Id="rId2" Target="../media/image7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jpeg" Type="http://schemas.openxmlformats.org/officeDocument/2006/relationships/image"/><Relationship Id="rId12" Target="../media/image14.png" Type="http://schemas.openxmlformats.org/officeDocument/2006/relationships/image"/><Relationship Id="rId13" Target="../media/image86.png" Type="http://schemas.openxmlformats.org/officeDocument/2006/relationships/image"/><Relationship Id="rId2" Target="../media/image84.png" Type="http://schemas.openxmlformats.org/officeDocument/2006/relationships/image"/><Relationship Id="rId3" Target="../media/image85.jpe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12.png" Type="http://schemas.openxmlformats.org/officeDocument/2006/relationships/image"/><Relationship Id="rId12" Target="../media/image13.jpeg" Type="http://schemas.openxmlformats.org/officeDocument/2006/relationships/image"/><Relationship Id="rId13" Target="../media/image14.png" Type="http://schemas.openxmlformats.org/officeDocument/2006/relationships/image"/><Relationship Id="rId14" Target="../media/image90.png" Type="http://schemas.openxmlformats.org/officeDocument/2006/relationships/image"/><Relationship Id="rId15" Target="../media/image91.svg" Type="http://schemas.openxmlformats.org/officeDocument/2006/relationships/image"/><Relationship Id="rId16" Target="../media/image92.png" Type="http://schemas.openxmlformats.org/officeDocument/2006/relationships/image"/><Relationship Id="rId17" Target="../media/image93.svg" Type="http://schemas.openxmlformats.org/officeDocument/2006/relationships/image"/><Relationship Id="rId18" Target="../media/image94.png" Type="http://schemas.openxmlformats.org/officeDocument/2006/relationships/image"/><Relationship Id="rId19" Target="../media/image95.svg" Type="http://schemas.openxmlformats.org/officeDocument/2006/relationships/image"/><Relationship Id="rId2" Target="../media/image87.png" Type="http://schemas.openxmlformats.org/officeDocument/2006/relationships/image"/><Relationship Id="rId20" Target="../media/image96.png" Type="http://schemas.openxmlformats.org/officeDocument/2006/relationships/image"/><Relationship Id="rId21" Target="../media/image97.svg" Type="http://schemas.openxmlformats.org/officeDocument/2006/relationships/image"/><Relationship Id="rId22" Target="../media/image98.png" Type="http://schemas.openxmlformats.org/officeDocument/2006/relationships/image"/><Relationship Id="rId23" Target="../media/image99.svg" Type="http://schemas.openxmlformats.org/officeDocument/2006/relationships/image"/><Relationship Id="rId24" Target="../media/image100.png" Type="http://schemas.openxmlformats.org/officeDocument/2006/relationships/image"/><Relationship Id="rId25" Target="../media/image101.svg" Type="http://schemas.openxmlformats.org/officeDocument/2006/relationships/image"/><Relationship Id="rId26" Target="../media/image102.png" Type="http://schemas.openxmlformats.org/officeDocument/2006/relationships/image"/><Relationship Id="rId27" Target="../media/image103.svg" Type="http://schemas.openxmlformats.org/officeDocument/2006/relationships/image"/><Relationship Id="rId3" Target="../media/image88.png" Type="http://schemas.openxmlformats.org/officeDocument/2006/relationships/image"/><Relationship Id="rId4" Target="../media/image89.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3.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12.png" Type="http://schemas.openxmlformats.org/officeDocument/2006/relationships/image"/><Relationship Id="rId12" Target="../media/image13.jpeg" Type="http://schemas.openxmlformats.org/officeDocument/2006/relationships/image"/><Relationship Id="rId13" Target="../media/image14.png" Type="http://schemas.openxmlformats.org/officeDocument/2006/relationships/image"/><Relationship Id="rId14" Target="../media/image90.png" Type="http://schemas.openxmlformats.org/officeDocument/2006/relationships/image"/><Relationship Id="rId15" Target="../media/image91.svg" Type="http://schemas.openxmlformats.org/officeDocument/2006/relationships/image"/><Relationship Id="rId16" Target="../media/image92.png" Type="http://schemas.openxmlformats.org/officeDocument/2006/relationships/image"/><Relationship Id="rId17" Target="../media/image93.svg" Type="http://schemas.openxmlformats.org/officeDocument/2006/relationships/image"/><Relationship Id="rId18" Target="../media/image94.png" Type="http://schemas.openxmlformats.org/officeDocument/2006/relationships/image"/><Relationship Id="rId19" Target="../media/image95.svg" Type="http://schemas.openxmlformats.org/officeDocument/2006/relationships/image"/><Relationship Id="rId2" Target="../media/image87.png" Type="http://schemas.openxmlformats.org/officeDocument/2006/relationships/image"/><Relationship Id="rId20" Target="../media/image96.png" Type="http://schemas.openxmlformats.org/officeDocument/2006/relationships/image"/><Relationship Id="rId21" Target="../media/image97.svg" Type="http://schemas.openxmlformats.org/officeDocument/2006/relationships/image"/><Relationship Id="rId22" Target="../media/image98.png" Type="http://schemas.openxmlformats.org/officeDocument/2006/relationships/image"/><Relationship Id="rId23" Target="../media/image99.svg" Type="http://schemas.openxmlformats.org/officeDocument/2006/relationships/image"/><Relationship Id="rId24" Target="../media/image100.png" Type="http://schemas.openxmlformats.org/officeDocument/2006/relationships/image"/><Relationship Id="rId25" Target="../media/image101.svg" Type="http://schemas.openxmlformats.org/officeDocument/2006/relationships/image"/><Relationship Id="rId26" Target="../media/image102.png" Type="http://schemas.openxmlformats.org/officeDocument/2006/relationships/image"/><Relationship Id="rId27" Target="../media/image103.svg" Type="http://schemas.openxmlformats.org/officeDocument/2006/relationships/image"/><Relationship Id="rId28" Target="../media/image104.png" Type="http://schemas.openxmlformats.org/officeDocument/2006/relationships/image"/><Relationship Id="rId29" Target="../media/image105.svg" Type="http://schemas.openxmlformats.org/officeDocument/2006/relationships/image"/><Relationship Id="rId3" Target="../media/image88.png" Type="http://schemas.openxmlformats.org/officeDocument/2006/relationships/image"/><Relationship Id="rId4" Target="../media/image89.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3.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12.png" Type="http://schemas.openxmlformats.org/officeDocument/2006/relationships/image"/><Relationship Id="rId12" Target="../media/image13.jpeg" Type="http://schemas.openxmlformats.org/officeDocument/2006/relationships/image"/><Relationship Id="rId13" Target="../media/image14.png" Type="http://schemas.openxmlformats.org/officeDocument/2006/relationships/image"/><Relationship Id="rId14" Target="../media/image90.png" Type="http://schemas.openxmlformats.org/officeDocument/2006/relationships/image"/><Relationship Id="rId15" Target="../media/image91.svg" Type="http://schemas.openxmlformats.org/officeDocument/2006/relationships/image"/><Relationship Id="rId16" Target="../media/image92.png" Type="http://schemas.openxmlformats.org/officeDocument/2006/relationships/image"/><Relationship Id="rId17" Target="../media/image93.svg" Type="http://schemas.openxmlformats.org/officeDocument/2006/relationships/image"/><Relationship Id="rId18" Target="../media/image94.png" Type="http://schemas.openxmlformats.org/officeDocument/2006/relationships/image"/><Relationship Id="rId19" Target="../media/image95.svg" Type="http://schemas.openxmlformats.org/officeDocument/2006/relationships/image"/><Relationship Id="rId2" Target="../media/image87.png" Type="http://schemas.openxmlformats.org/officeDocument/2006/relationships/image"/><Relationship Id="rId20" Target="../media/image96.png" Type="http://schemas.openxmlformats.org/officeDocument/2006/relationships/image"/><Relationship Id="rId21" Target="../media/image97.svg" Type="http://schemas.openxmlformats.org/officeDocument/2006/relationships/image"/><Relationship Id="rId22" Target="../media/image98.png" Type="http://schemas.openxmlformats.org/officeDocument/2006/relationships/image"/><Relationship Id="rId23" Target="../media/image99.svg" Type="http://schemas.openxmlformats.org/officeDocument/2006/relationships/image"/><Relationship Id="rId24" Target="../media/image100.png" Type="http://schemas.openxmlformats.org/officeDocument/2006/relationships/image"/><Relationship Id="rId25" Target="../media/image101.svg" Type="http://schemas.openxmlformats.org/officeDocument/2006/relationships/image"/><Relationship Id="rId26" Target="../media/image102.png" Type="http://schemas.openxmlformats.org/officeDocument/2006/relationships/image"/><Relationship Id="rId27" Target="../media/image103.svg" Type="http://schemas.openxmlformats.org/officeDocument/2006/relationships/image"/><Relationship Id="rId3" Target="../media/image88.png" Type="http://schemas.openxmlformats.org/officeDocument/2006/relationships/image"/><Relationship Id="rId4" Target="../media/image89.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3.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4.png" Type="http://schemas.openxmlformats.org/officeDocument/2006/relationships/image"/><Relationship Id="rId11" Target="../media/image95.svg" Type="http://schemas.openxmlformats.org/officeDocument/2006/relationships/image"/><Relationship Id="rId12" Target="../media/image69.png" Type="http://schemas.openxmlformats.org/officeDocument/2006/relationships/image"/><Relationship Id="rId13" Target="../media/image70.svg" Type="http://schemas.openxmlformats.org/officeDocument/2006/relationships/image"/><Relationship Id="rId14" Target="../media/image3.png" Type="http://schemas.openxmlformats.org/officeDocument/2006/relationships/image"/><Relationship Id="rId15" Target="../media/image4.png" Type="http://schemas.openxmlformats.org/officeDocument/2006/relationships/image"/><Relationship Id="rId16" Target="../media/image5.png" Type="http://schemas.openxmlformats.org/officeDocument/2006/relationships/image"/><Relationship Id="rId17" Target="../media/image6.png" Type="http://schemas.openxmlformats.org/officeDocument/2006/relationships/image"/><Relationship Id="rId18" Target="../media/image12.png" Type="http://schemas.openxmlformats.org/officeDocument/2006/relationships/image"/><Relationship Id="rId19" Target="../media/image13.jpeg" Type="http://schemas.openxmlformats.org/officeDocument/2006/relationships/image"/><Relationship Id="rId2" Target="../media/image87.png" Type="http://schemas.openxmlformats.org/officeDocument/2006/relationships/image"/><Relationship Id="rId20" Target="../media/image14.png" Type="http://schemas.openxmlformats.org/officeDocument/2006/relationships/image"/><Relationship Id="rId21" Target="../media/image90.png" Type="http://schemas.openxmlformats.org/officeDocument/2006/relationships/image"/><Relationship Id="rId22" Target="../media/image91.svg" Type="http://schemas.openxmlformats.org/officeDocument/2006/relationships/image"/><Relationship Id="rId23" Target="../media/image108.png" Type="http://schemas.openxmlformats.org/officeDocument/2006/relationships/image"/><Relationship Id="rId3" Target="../media/image106.png" Type="http://schemas.openxmlformats.org/officeDocument/2006/relationships/image"/><Relationship Id="rId4" Target="../media/image107.svg" Type="http://schemas.openxmlformats.org/officeDocument/2006/relationships/image"/><Relationship Id="rId5" Target="../media/image61.png" Type="http://schemas.openxmlformats.org/officeDocument/2006/relationships/image"/><Relationship Id="rId6" Target="../media/image88.png" Type="http://schemas.openxmlformats.org/officeDocument/2006/relationships/image"/><Relationship Id="rId7" Target="../media/image89.svg" Type="http://schemas.openxmlformats.org/officeDocument/2006/relationships/image"/><Relationship Id="rId8" Target="../media/image92.png" Type="http://schemas.openxmlformats.org/officeDocument/2006/relationships/image"/><Relationship Id="rId9" Target="../media/image9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09.jpeg" Type="http://schemas.openxmlformats.org/officeDocument/2006/relationships/image"/><Relationship Id="rId2" Target="../media/image87.pn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10.jpeg" Type="http://schemas.openxmlformats.org/officeDocument/2006/relationships/image"/><Relationship Id="rId13" Target="../media/image111.jpeg" Type="http://schemas.openxmlformats.org/officeDocument/2006/relationships/image"/><Relationship Id="rId14" Target="../media/image112.jpeg" Type="http://schemas.openxmlformats.org/officeDocument/2006/relationships/image"/><Relationship Id="rId2" Target="../media/image87.pn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13.jpeg" Type="http://schemas.openxmlformats.org/officeDocument/2006/relationships/image"/><Relationship Id="rId13" Target="../media/image114.png" Type="http://schemas.openxmlformats.org/officeDocument/2006/relationships/image"/><Relationship Id="rId2" Target="../media/image19.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15.png" Type="http://schemas.openxmlformats.org/officeDocument/2006/relationships/image"/><Relationship Id="rId2" Target="../media/image19.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png" Type="http://schemas.openxmlformats.org/officeDocument/2006/relationships/image"/><Relationship Id="rId12" Target="../media/image5.png" Type="http://schemas.openxmlformats.org/officeDocument/2006/relationships/image"/><Relationship Id="rId13" Target="../media/image6.png" Type="http://schemas.openxmlformats.org/officeDocument/2006/relationships/image"/><Relationship Id="rId14" Target="../media/image12.png" Type="http://schemas.openxmlformats.org/officeDocument/2006/relationships/image"/><Relationship Id="rId15" Target="../media/image13.jpeg" Type="http://schemas.openxmlformats.org/officeDocument/2006/relationships/image"/><Relationship Id="rId16" Target="../media/image14.png" Type="http://schemas.openxmlformats.org/officeDocument/2006/relationships/image"/><Relationship Id="rId2" Target="../media/image116.jpeg" Type="http://schemas.openxmlformats.org/officeDocument/2006/relationships/image"/><Relationship Id="rId3" Target="../media/image117.png" Type="http://schemas.openxmlformats.org/officeDocument/2006/relationships/image"/><Relationship Id="rId4" Target="../media/image118.png" Type="http://schemas.openxmlformats.org/officeDocument/2006/relationships/image"/><Relationship Id="rId5" Target="../media/image119.png" Type="http://schemas.openxmlformats.org/officeDocument/2006/relationships/image"/><Relationship Id="rId6" Target="../media/image120.png" Type="http://schemas.openxmlformats.org/officeDocument/2006/relationships/image"/><Relationship Id="rId7" Target="../media/image121.pn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jpeg" Type="http://schemas.openxmlformats.org/officeDocument/2006/relationships/image"/><Relationship Id="rId12" Target="../media/image14.png" Type="http://schemas.openxmlformats.org/officeDocument/2006/relationships/image"/><Relationship Id="rId13" Target="../media/image123.png" Type="http://schemas.openxmlformats.org/officeDocument/2006/relationships/image"/><Relationship Id="rId2" Target="../media/image116.jpeg" Type="http://schemas.openxmlformats.org/officeDocument/2006/relationships/image"/><Relationship Id="rId3" Target="../media/image122.pn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25.jpeg" Type="http://schemas.openxmlformats.org/officeDocument/2006/relationships/image"/><Relationship Id="rId13" Target="../media/image126.png" Type="http://schemas.openxmlformats.org/officeDocument/2006/relationships/image"/><Relationship Id="rId14" Target="../media/image127.jpeg" Type="http://schemas.openxmlformats.org/officeDocument/2006/relationships/image"/><Relationship Id="rId15" Target="../media/image128.jpeg" Type="http://schemas.openxmlformats.org/officeDocument/2006/relationships/image"/><Relationship Id="rId2" Target="../media/image124.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12.png" Type="http://schemas.openxmlformats.org/officeDocument/2006/relationships/image"/><Relationship Id="rId12" Target="../media/image13.jpeg" Type="http://schemas.openxmlformats.org/officeDocument/2006/relationships/image"/><Relationship Id="rId13" Target="../media/image14.png" Type="http://schemas.openxmlformats.org/officeDocument/2006/relationships/image"/><Relationship Id="rId14" Target="../media/image131.png" Type="http://schemas.openxmlformats.org/officeDocument/2006/relationships/image"/><Relationship Id="rId2" Target="../media/image116.jpeg" Type="http://schemas.openxmlformats.org/officeDocument/2006/relationships/image"/><Relationship Id="rId3" Target="../media/image129.png" Type="http://schemas.openxmlformats.org/officeDocument/2006/relationships/image"/><Relationship Id="rId4" Target="../media/image130.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3.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2" Target="../media/image13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33.jpeg" Type="http://schemas.openxmlformats.org/officeDocument/2006/relationships/image"/><Relationship Id="rId12" Target="../media/image134.jpeg" Type="http://schemas.openxmlformats.org/officeDocument/2006/relationships/image"/><Relationship Id="rId13" Target="../media/image135.jpeg" Type="http://schemas.openxmlformats.org/officeDocument/2006/relationships/image"/><Relationship Id="rId14" Target="../media/image136.jpeg" Type="http://schemas.openxmlformats.org/officeDocument/2006/relationships/image"/><Relationship Id="rId15" Target="../media/image137.jpeg" Type="http://schemas.openxmlformats.org/officeDocument/2006/relationships/image"/><Relationship Id="rId16" Target="../media/image138.jpeg" Type="http://schemas.openxmlformats.org/officeDocument/2006/relationships/image"/><Relationship Id="rId17" Target="../media/image68.jpeg" Type="http://schemas.openxmlformats.org/officeDocument/2006/relationships/image"/><Relationship Id="rId18" Target="../media/image139.jpe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2.png" Type="http://schemas.openxmlformats.org/officeDocument/2006/relationships/image"/><Relationship Id="rId9" Target="../media/image13.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jpeg" Type="http://schemas.openxmlformats.org/officeDocument/2006/relationships/image"/><Relationship Id="rId12" Target="../media/image14.png" Type="http://schemas.openxmlformats.org/officeDocument/2006/relationships/image"/><Relationship Id="rId13" Target="../media/image142.pn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140.png" Type="http://schemas.openxmlformats.org/officeDocument/2006/relationships/image"/><Relationship Id="rId5" Target="../media/image141.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43.png" Type="http://schemas.openxmlformats.org/officeDocument/2006/relationships/image"/><Relationship Id="rId13" Target="../media/image144.svg" Type="http://schemas.openxmlformats.org/officeDocument/2006/relationships/image"/><Relationship Id="rId14" Target="../media/image145.png" Type="http://schemas.openxmlformats.org/officeDocument/2006/relationships/image"/><Relationship Id="rId15" Target="../media/image146.svg" Type="http://schemas.openxmlformats.org/officeDocument/2006/relationships/image"/><Relationship Id="rId2" Target="../media/image19.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png" Type="http://schemas.openxmlformats.org/officeDocument/2006/relationships/image"/><Relationship Id="rId12" Target="../media/image147.png" Type="http://schemas.openxmlformats.org/officeDocument/2006/relationships/image"/><Relationship Id="rId13" Target="../media/image148.svg" Type="http://schemas.openxmlformats.org/officeDocument/2006/relationships/image"/><Relationship Id="rId2" Target="../media/image19.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9.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3496" y="0"/>
            <a:ext cx="20298839" cy="14023125"/>
          </a:xfrm>
          <a:custGeom>
            <a:avLst/>
            <a:gdLst/>
            <a:ahLst/>
            <a:cxnLst/>
            <a:rect r="r" b="b" t="t" l="l"/>
            <a:pathLst>
              <a:path h="14023125" w="20298839">
                <a:moveTo>
                  <a:pt x="0" y="0"/>
                </a:moveTo>
                <a:lnTo>
                  <a:pt x="20298839" y="0"/>
                </a:lnTo>
                <a:lnTo>
                  <a:pt x="20298839" y="14023125"/>
                </a:lnTo>
                <a:lnTo>
                  <a:pt x="0" y="14023125"/>
                </a:lnTo>
                <a:lnTo>
                  <a:pt x="0" y="0"/>
                </a:lnTo>
                <a:close/>
              </a:path>
            </a:pathLst>
          </a:custGeom>
          <a:blipFill>
            <a:blip r:embed="rId2"/>
            <a:stretch>
              <a:fillRect l="-1812" t="0" r="-1812" b="0"/>
            </a:stretch>
          </a:blipFill>
        </p:spPr>
      </p:sp>
      <p:grpSp>
        <p:nvGrpSpPr>
          <p:cNvPr name="Group 3" id="3"/>
          <p:cNvGrpSpPr/>
          <p:nvPr/>
        </p:nvGrpSpPr>
        <p:grpSpPr>
          <a:xfrm rot="0">
            <a:off x="-663535" y="-597769"/>
            <a:ext cx="19484899" cy="12554223"/>
            <a:chOff x="0" y="0"/>
            <a:chExt cx="9177857" cy="5913341"/>
          </a:xfrm>
        </p:grpSpPr>
        <p:sp>
          <p:nvSpPr>
            <p:cNvPr name="Freeform 4" id="4"/>
            <p:cNvSpPr/>
            <p:nvPr/>
          </p:nvSpPr>
          <p:spPr>
            <a:xfrm flipH="false" flipV="false" rot="0">
              <a:off x="0" y="0"/>
              <a:ext cx="9177857" cy="5913341"/>
            </a:xfrm>
            <a:custGeom>
              <a:avLst/>
              <a:gdLst/>
              <a:ahLst/>
              <a:cxnLst/>
              <a:rect r="r" b="b" t="t" l="l"/>
              <a:pathLst>
                <a:path h="5913341" w="9177857">
                  <a:moveTo>
                    <a:pt x="0" y="0"/>
                  </a:moveTo>
                  <a:lnTo>
                    <a:pt x="9177857" y="0"/>
                  </a:lnTo>
                  <a:lnTo>
                    <a:pt x="9177857" y="5913341"/>
                  </a:lnTo>
                  <a:lnTo>
                    <a:pt x="0" y="5913341"/>
                  </a:lnTo>
                  <a:close/>
                </a:path>
              </a:pathLst>
            </a:custGeom>
            <a:solidFill>
              <a:srgbClr val="FFFFFF">
                <a:alpha val="64706"/>
              </a:srgbClr>
            </a:solidFill>
          </p:spPr>
        </p:sp>
        <p:sp>
          <p:nvSpPr>
            <p:cNvPr name="TextBox 5" id="5"/>
            <p:cNvSpPr txBox="true"/>
            <p:nvPr/>
          </p:nvSpPr>
          <p:spPr>
            <a:xfrm>
              <a:off x="0" y="-28575"/>
              <a:ext cx="9177857" cy="5941916"/>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88076" y="3067445"/>
            <a:ext cx="18464153" cy="3944118"/>
            <a:chOff x="0" y="0"/>
            <a:chExt cx="4862987" cy="1038780"/>
          </a:xfrm>
        </p:grpSpPr>
        <p:sp>
          <p:nvSpPr>
            <p:cNvPr name="Freeform 7" id="7"/>
            <p:cNvSpPr/>
            <p:nvPr/>
          </p:nvSpPr>
          <p:spPr>
            <a:xfrm flipH="false" flipV="false" rot="0">
              <a:off x="0" y="0"/>
              <a:ext cx="4862987" cy="1038780"/>
            </a:xfrm>
            <a:custGeom>
              <a:avLst/>
              <a:gdLst/>
              <a:ahLst/>
              <a:cxnLst/>
              <a:rect r="r" b="b" t="t" l="l"/>
              <a:pathLst>
                <a:path h="1038780" w="4862987">
                  <a:moveTo>
                    <a:pt x="0" y="0"/>
                  </a:moveTo>
                  <a:lnTo>
                    <a:pt x="4862987" y="0"/>
                  </a:lnTo>
                  <a:lnTo>
                    <a:pt x="4862987" y="1038780"/>
                  </a:lnTo>
                  <a:lnTo>
                    <a:pt x="0" y="1038780"/>
                  </a:lnTo>
                  <a:close/>
                </a:path>
              </a:pathLst>
            </a:custGeom>
            <a:solidFill>
              <a:srgbClr val="FDFDFD"/>
            </a:solidFill>
          </p:spPr>
        </p:sp>
        <p:sp>
          <p:nvSpPr>
            <p:cNvPr name="TextBox 8" id="8"/>
            <p:cNvSpPr txBox="true"/>
            <p:nvPr/>
          </p:nvSpPr>
          <p:spPr>
            <a:xfrm>
              <a:off x="0" y="-28575"/>
              <a:ext cx="4862987" cy="1067355"/>
            </a:xfrm>
            <a:prstGeom prst="rect">
              <a:avLst/>
            </a:prstGeom>
          </p:spPr>
          <p:txBody>
            <a:bodyPr anchor="ctr" rtlCol="false" tIns="50800" lIns="50800" bIns="50800" rIns="50800"/>
            <a:lstStyle/>
            <a:p>
              <a:pPr algn="ctr">
                <a:lnSpc>
                  <a:spcPts val="2380"/>
                </a:lnSpc>
              </a:pPr>
            </a:p>
          </p:txBody>
        </p:sp>
      </p:grpSp>
      <p:sp>
        <p:nvSpPr>
          <p:cNvPr name="Freeform 9" id="9"/>
          <p:cNvSpPr/>
          <p:nvPr/>
        </p:nvSpPr>
        <p:spPr>
          <a:xfrm flipH="false" flipV="false" rot="0">
            <a:off x="0" y="1771577"/>
            <a:ext cx="4447994" cy="7486723"/>
          </a:xfrm>
          <a:custGeom>
            <a:avLst/>
            <a:gdLst/>
            <a:ahLst/>
            <a:cxnLst/>
            <a:rect r="r" b="b" t="t" l="l"/>
            <a:pathLst>
              <a:path h="7486723" w="4447994">
                <a:moveTo>
                  <a:pt x="0" y="0"/>
                </a:moveTo>
                <a:lnTo>
                  <a:pt x="4447994" y="0"/>
                </a:lnTo>
                <a:lnTo>
                  <a:pt x="4447994" y="7486723"/>
                </a:lnTo>
                <a:lnTo>
                  <a:pt x="0" y="7486723"/>
                </a:lnTo>
                <a:lnTo>
                  <a:pt x="0" y="0"/>
                </a:lnTo>
                <a:close/>
              </a:path>
            </a:pathLst>
          </a:custGeom>
          <a:blipFill>
            <a:blip r:embed="rId3"/>
            <a:stretch>
              <a:fillRect l="0" t="0" r="0" b="0"/>
            </a:stretch>
          </a:blipFill>
        </p:spPr>
      </p:sp>
      <p:grpSp>
        <p:nvGrpSpPr>
          <p:cNvPr name="Group 10" id="10"/>
          <p:cNvGrpSpPr/>
          <p:nvPr/>
        </p:nvGrpSpPr>
        <p:grpSpPr>
          <a:xfrm rot="0">
            <a:off x="3896340" y="1697661"/>
            <a:ext cx="10319167" cy="1369784"/>
            <a:chOff x="0" y="0"/>
            <a:chExt cx="13758890" cy="1826379"/>
          </a:xfrm>
        </p:grpSpPr>
        <p:sp>
          <p:nvSpPr>
            <p:cNvPr name="Freeform 11" id="11"/>
            <p:cNvSpPr/>
            <p:nvPr/>
          </p:nvSpPr>
          <p:spPr>
            <a:xfrm flipH="false" flipV="false" rot="0">
              <a:off x="0" y="482502"/>
              <a:ext cx="802445" cy="861375"/>
            </a:xfrm>
            <a:custGeom>
              <a:avLst/>
              <a:gdLst/>
              <a:ahLst/>
              <a:cxnLst/>
              <a:rect r="r" b="b" t="t" l="l"/>
              <a:pathLst>
                <a:path h="861375" w="802445">
                  <a:moveTo>
                    <a:pt x="0" y="0"/>
                  </a:moveTo>
                  <a:lnTo>
                    <a:pt x="802445" y="0"/>
                  </a:lnTo>
                  <a:lnTo>
                    <a:pt x="802445" y="861375"/>
                  </a:lnTo>
                  <a:lnTo>
                    <a:pt x="0" y="861375"/>
                  </a:lnTo>
                  <a:lnTo>
                    <a:pt x="0" y="0"/>
                  </a:lnTo>
                  <a:close/>
                </a:path>
              </a:pathLst>
            </a:custGeom>
            <a:blipFill>
              <a:blip r:embed="rId4"/>
              <a:stretch>
                <a:fillRect l="-3671" t="0" r="-3671" b="0"/>
              </a:stretch>
            </a:blipFill>
          </p:spPr>
        </p:sp>
        <p:sp>
          <p:nvSpPr>
            <p:cNvPr name="Freeform 12" id="12"/>
            <p:cNvSpPr/>
            <p:nvPr/>
          </p:nvSpPr>
          <p:spPr>
            <a:xfrm flipH="false" flipV="false" rot="0">
              <a:off x="6336894" y="0"/>
              <a:ext cx="1701429" cy="1826379"/>
            </a:xfrm>
            <a:custGeom>
              <a:avLst/>
              <a:gdLst/>
              <a:ahLst/>
              <a:cxnLst/>
              <a:rect r="r" b="b" t="t" l="l"/>
              <a:pathLst>
                <a:path h="1826379" w="1701429">
                  <a:moveTo>
                    <a:pt x="0" y="0"/>
                  </a:moveTo>
                  <a:lnTo>
                    <a:pt x="1701429" y="0"/>
                  </a:lnTo>
                  <a:lnTo>
                    <a:pt x="1701429" y="1826379"/>
                  </a:lnTo>
                  <a:lnTo>
                    <a:pt x="0" y="1826379"/>
                  </a:lnTo>
                  <a:lnTo>
                    <a:pt x="0" y="0"/>
                  </a:lnTo>
                  <a:close/>
                </a:path>
              </a:pathLst>
            </a:custGeom>
            <a:blipFill>
              <a:blip r:embed="rId5"/>
              <a:stretch>
                <a:fillRect l="-3671" t="0" r="-3671" b="0"/>
              </a:stretch>
            </a:blipFill>
          </p:spPr>
        </p:sp>
        <p:sp>
          <p:nvSpPr>
            <p:cNvPr name="Freeform 13" id="13"/>
            <p:cNvSpPr/>
            <p:nvPr/>
          </p:nvSpPr>
          <p:spPr>
            <a:xfrm flipH="false" flipV="false" rot="0">
              <a:off x="3165310" y="65463"/>
              <a:ext cx="1579461" cy="1695454"/>
            </a:xfrm>
            <a:custGeom>
              <a:avLst/>
              <a:gdLst/>
              <a:ahLst/>
              <a:cxnLst/>
              <a:rect r="r" b="b" t="t" l="l"/>
              <a:pathLst>
                <a:path h="1695454" w="1579461">
                  <a:moveTo>
                    <a:pt x="0" y="0"/>
                  </a:moveTo>
                  <a:lnTo>
                    <a:pt x="1579461" y="0"/>
                  </a:lnTo>
                  <a:lnTo>
                    <a:pt x="1579461" y="1695454"/>
                  </a:lnTo>
                  <a:lnTo>
                    <a:pt x="0" y="1695454"/>
                  </a:lnTo>
                  <a:lnTo>
                    <a:pt x="0" y="0"/>
                  </a:lnTo>
                  <a:close/>
                </a:path>
              </a:pathLst>
            </a:custGeom>
            <a:blipFill>
              <a:blip r:embed="rId6"/>
              <a:stretch>
                <a:fillRect l="-3671" t="0" r="-3671" b="0"/>
              </a:stretch>
            </a:blipFill>
          </p:spPr>
        </p:sp>
        <p:sp>
          <p:nvSpPr>
            <p:cNvPr name="Freeform 14" id="14"/>
            <p:cNvSpPr/>
            <p:nvPr/>
          </p:nvSpPr>
          <p:spPr>
            <a:xfrm flipH="false" flipV="false" rot="0">
              <a:off x="4744771" y="0"/>
              <a:ext cx="1701429" cy="1826379"/>
            </a:xfrm>
            <a:custGeom>
              <a:avLst/>
              <a:gdLst/>
              <a:ahLst/>
              <a:cxnLst/>
              <a:rect r="r" b="b" t="t" l="l"/>
              <a:pathLst>
                <a:path h="1826379" w="1701429">
                  <a:moveTo>
                    <a:pt x="0" y="0"/>
                  </a:moveTo>
                  <a:lnTo>
                    <a:pt x="1701429" y="0"/>
                  </a:lnTo>
                  <a:lnTo>
                    <a:pt x="1701429" y="1826379"/>
                  </a:lnTo>
                  <a:lnTo>
                    <a:pt x="0" y="1826379"/>
                  </a:lnTo>
                  <a:lnTo>
                    <a:pt x="0" y="0"/>
                  </a:lnTo>
                  <a:close/>
                </a:path>
              </a:pathLst>
            </a:custGeom>
            <a:blipFill>
              <a:blip r:embed="rId7"/>
              <a:stretch>
                <a:fillRect l="-3671" t="0" r="-3671" b="0"/>
              </a:stretch>
            </a:blipFill>
          </p:spPr>
        </p:sp>
        <p:sp>
          <p:nvSpPr>
            <p:cNvPr name="Freeform 15" id="15"/>
            <p:cNvSpPr/>
            <p:nvPr/>
          </p:nvSpPr>
          <p:spPr>
            <a:xfrm flipH="false" flipV="false" rot="0">
              <a:off x="10530764" y="482502"/>
              <a:ext cx="833140" cy="816621"/>
            </a:xfrm>
            <a:custGeom>
              <a:avLst/>
              <a:gdLst/>
              <a:ahLst/>
              <a:cxnLst/>
              <a:rect r="r" b="b" t="t" l="l"/>
              <a:pathLst>
                <a:path h="816621" w="833140">
                  <a:moveTo>
                    <a:pt x="0" y="0"/>
                  </a:moveTo>
                  <a:lnTo>
                    <a:pt x="833140" y="0"/>
                  </a:lnTo>
                  <a:lnTo>
                    <a:pt x="833140" y="816621"/>
                  </a:lnTo>
                  <a:lnTo>
                    <a:pt x="0" y="816621"/>
                  </a:lnTo>
                  <a:lnTo>
                    <a:pt x="0" y="0"/>
                  </a:lnTo>
                  <a:close/>
                </a:path>
              </a:pathLst>
            </a:custGeom>
            <a:blipFill>
              <a:blip r:embed="rId8"/>
              <a:stretch>
                <a:fillRect l="0" t="-1456" r="0" b="-566"/>
              </a:stretch>
            </a:blipFill>
          </p:spPr>
        </p:sp>
        <p:sp>
          <p:nvSpPr>
            <p:cNvPr name="Freeform 16" id="16"/>
            <p:cNvSpPr/>
            <p:nvPr/>
          </p:nvSpPr>
          <p:spPr>
            <a:xfrm flipH="false" flipV="false" rot="0">
              <a:off x="986615" y="595429"/>
              <a:ext cx="2178695" cy="635521"/>
            </a:xfrm>
            <a:custGeom>
              <a:avLst/>
              <a:gdLst/>
              <a:ahLst/>
              <a:cxnLst/>
              <a:rect r="r" b="b" t="t" l="l"/>
              <a:pathLst>
                <a:path h="635521" w="2178695">
                  <a:moveTo>
                    <a:pt x="0" y="0"/>
                  </a:moveTo>
                  <a:lnTo>
                    <a:pt x="2178695" y="0"/>
                  </a:lnTo>
                  <a:lnTo>
                    <a:pt x="2178695" y="635521"/>
                  </a:lnTo>
                  <a:lnTo>
                    <a:pt x="0" y="635521"/>
                  </a:lnTo>
                  <a:lnTo>
                    <a:pt x="0" y="0"/>
                  </a:lnTo>
                  <a:close/>
                </a:path>
              </a:pathLst>
            </a:custGeom>
            <a:blipFill>
              <a:blip r:embed="rId9"/>
              <a:stretch>
                <a:fillRect l="0" t="-552" r="0" b="-552"/>
              </a:stretch>
            </a:blipFill>
          </p:spPr>
        </p:sp>
        <p:sp>
          <p:nvSpPr>
            <p:cNvPr name="Freeform 17" id="17"/>
            <p:cNvSpPr/>
            <p:nvPr/>
          </p:nvSpPr>
          <p:spPr>
            <a:xfrm flipH="false" flipV="false" rot="0">
              <a:off x="11469883" y="504879"/>
              <a:ext cx="2289007" cy="881995"/>
            </a:xfrm>
            <a:custGeom>
              <a:avLst/>
              <a:gdLst/>
              <a:ahLst/>
              <a:cxnLst/>
              <a:rect r="r" b="b" t="t" l="l"/>
              <a:pathLst>
                <a:path h="881995" w="2289007">
                  <a:moveTo>
                    <a:pt x="0" y="0"/>
                  </a:moveTo>
                  <a:lnTo>
                    <a:pt x="2289007" y="0"/>
                  </a:lnTo>
                  <a:lnTo>
                    <a:pt x="2289007" y="881995"/>
                  </a:lnTo>
                  <a:lnTo>
                    <a:pt x="0" y="881995"/>
                  </a:lnTo>
                  <a:lnTo>
                    <a:pt x="0" y="0"/>
                  </a:lnTo>
                  <a:close/>
                </a:path>
              </a:pathLst>
            </a:custGeom>
            <a:blipFill>
              <a:blip r:embed="rId10"/>
              <a:stretch>
                <a:fillRect l="0" t="0" r="-5929" b="0"/>
              </a:stretch>
            </a:blipFill>
          </p:spPr>
        </p:sp>
        <p:sp>
          <p:nvSpPr>
            <p:cNvPr name="Freeform 18" id="18"/>
            <p:cNvSpPr/>
            <p:nvPr/>
          </p:nvSpPr>
          <p:spPr>
            <a:xfrm flipH="false" flipV="false" rot="0">
              <a:off x="7891071" y="595429"/>
              <a:ext cx="2533714" cy="663516"/>
            </a:xfrm>
            <a:custGeom>
              <a:avLst/>
              <a:gdLst/>
              <a:ahLst/>
              <a:cxnLst/>
              <a:rect r="r" b="b" t="t" l="l"/>
              <a:pathLst>
                <a:path h="663516" w="2533714">
                  <a:moveTo>
                    <a:pt x="0" y="0"/>
                  </a:moveTo>
                  <a:lnTo>
                    <a:pt x="2533714" y="0"/>
                  </a:lnTo>
                  <a:lnTo>
                    <a:pt x="2533714" y="663516"/>
                  </a:lnTo>
                  <a:lnTo>
                    <a:pt x="0" y="663516"/>
                  </a:lnTo>
                  <a:lnTo>
                    <a:pt x="0" y="0"/>
                  </a:lnTo>
                  <a:close/>
                </a:path>
              </a:pathLst>
            </a:custGeom>
            <a:blipFill>
              <a:blip r:embed="rId11"/>
              <a:stretch>
                <a:fillRect l="0" t="0" r="0" b="0"/>
              </a:stretch>
            </a:blipFill>
          </p:spPr>
        </p:sp>
      </p:grpSp>
      <p:sp>
        <p:nvSpPr>
          <p:cNvPr name="Freeform 19" id="19"/>
          <p:cNvSpPr/>
          <p:nvPr/>
        </p:nvSpPr>
        <p:spPr>
          <a:xfrm flipH="false" flipV="false" rot="0">
            <a:off x="4767599" y="3460737"/>
            <a:ext cx="13076999" cy="3423157"/>
          </a:xfrm>
          <a:custGeom>
            <a:avLst/>
            <a:gdLst/>
            <a:ahLst/>
            <a:cxnLst/>
            <a:rect r="r" b="b" t="t" l="l"/>
            <a:pathLst>
              <a:path h="3423157" w="13076999">
                <a:moveTo>
                  <a:pt x="0" y="0"/>
                </a:moveTo>
                <a:lnTo>
                  <a:pt x="13076999" y="0"/>
                </a:lnTo>
                <a:lnTo>
                  <a:pt x="13076999" y="3423157"/>
                </a:lnTo>
                <a:lnTo>
                  <a:pt x="0" y="3423157"/>
                </a:lnTo>
                <a:lnTo>
                  <a:pt x="0" y="0"/>
                </a:lnTo>
                <a:close/>
              </a:path>
            </a:pathLst>
          </a:custGeom>
          <a:blipFill>
            <a:blip r:embed="rId11"/>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6239" y="-1944440"/>
            <a:ext cx="19580477" cy="15125858"/>
          </a:xfrm>
          <a:custGeom>
            <a:avLst/>
            <a:gdLst/>
            <a:ahLst/>
            <a:cxnLst/>
            <a:rect r="r" b="b" t="t" l="l"/>
            <a:pathLst>
              <a:path h="15125858" w="19580477">
                <a:moveTo>
                  <a:pt x="0" y="0"/>
                </a:moveTo>
                <a:lnTo>
                  <a:pt x="19580478" y="0"/>
                </a:lnTo>
                <a:lnTo>
                  <a:pt x="19580478" y="15125857"/>
                </a:lnTo>
                <a:lnTo>
                  <a:pt x="0" y="15125857"/>
                </a:lnTo>
                <a:lnTo>
                  <a:pt x="0" y="0"/>
                </a:lnTo>
                <a:close/>
              </a:path>
            </a:pathLst>
          </a:custGeom>
          <a:blipFill>
            <a:blip r:embed="rId2"/>
            <a:stretch>
              <a:fillRect l="-4020" t="0" r="-4020" b="0"/>
            </a:stretch>
          </a:blipFill>
        </p:spPr>
      </p:sp>
      <p:grpSp>
        <p:nvGrpSpPr>
          <p:cNvPr name="Group 3" id="3"/>
          <p:cNvGrpSpPr/>
          <p:nvPr/>
        </p:nvGrpSpPr>
        <p:grpSpPr>
          <a:xfrm rot="0">
            <a:off x="16443867" y="9362871"/>
            <a:ext cx="996408" cy="1848257"/>
            <a:chOff x="0" y="0"/>
            <a:chExt cx="438186" cy="812800"/>
          </a:xfrm>
        </p:grpSpPr>
        <p:sp>
          <p:nvSpPr>
            <p:cNvPr name="Freeform 4" id="4"/>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5" id="5"/>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9928132" y="367623"/>
            <a:ext cx="10518768" cy="782054"/>
            <a:chOff x="0" y="0"/>
            <a:chExt cx="4462095" cy="331750"/>
          </a:xfrm>
        </p:grpSpPr>
        <p:sp>
          <p:nvSpPr>
            <p:cNvPr name="Freeform 7" id="7"/>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8" id="8"/>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9" id="9"/>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10" id="10"/>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11" id="11"/>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12" id="12"/>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13" id="13"/>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14" id="14"/>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15" id="15"/>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grpSp>
        <p:nvGrpSpPr>
          <p:cNvPr name="Group 16" id="16"/>
          <p:cNvGrpSpPr/>
          <p:nvPr/>
        </p:nvGrpSpPr>
        <p:grpSpPr>
          <a:xfrm rot="5400000">
            <a:off x="4679963" y="-2795735"/>
            <a:ext cx="3586085" cy="15774407"/>
            <a:chOff x="0" y="0"/>
            <a:chExt cx="660400" cy="2904956"/>
          </a:xfrm>
        </p:grpSpPr>
        <p:sp>
          <p:nvSpPr>
            <p:cNvPr name="Freeform 17" id="17"/>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FFFF"/>
              </a:solidFill>
              <a:prstDash val="solid"/>
              <a:miter/>
            </a:ln>
          </p:spPr>
        </p:sp>
        <p:sp>
          <p:nvSpPr>
            <p:cNvPr name="TextBox 18" id="18"/>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sp>
        <p:nvSpPr>
          <p:cNvPr name="TextBox 19" id="19"/>
          <p:cNvSpPr txBox="true"/>
          <p:nvPr/>
        </p:nvSpPr>
        <p:spPr>
          <a:xfrm rot="0">
            <a:off x="16841984" y="9421254"/>
            <a:ext cx="200174"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a:t>
            </a:r>
          </a:p>
        </p:txBody>
      </p:sp>
      <p:sp>
        <p:nvSpPr>
          <p:cNvPr name="TextBox 20" id="20"/>
          <p:cNvSpPr txBox="true"/>
          <p:nvPr/>
        </p:nvSpPr>
        <p:spPr>
          <a:xfrm rot="0">
            <a:off x="1028700" y="3618908"/>
            <a:ext cx="11359342" cy="2945121"/>
          </a:xfrm>
          <a:prstGeom prst="rect">
            <a:avLst/>
          </a:prstGeom>
        </p:spPr>
        <p:txBody>
          <a:bodyPr anchor="t" rtlCol="false" tIns="0" lIns="0" bIns="0" rIns="0">
            <a:spAutoFit/>
          </a:bodyPr>
          <a:lstStyle/>
          <a:p>
            <a:pPr algn="l">
              <a:lnSpc>
                <a:spcPts val="11096"/>
              </a:lnSpc>
            </a:pPr>
            <a:r>
              <a:rPr lang="en-US" b="true" sz="10087">
                <a:solidFill>
                  <a:srgbClr val="FFFFFC"/>
                </a:solidFill>
                <a:latin typeface="Poppins Bold"/>
                <a:ea typeface="Poppins Bold"/>
                <a:cs typeface="Poppins Bold"/>
                <a:sym typeface="Poppins Bold"/>
              </a:rPr>
              <a:t>What If </a:t>
            </a:r>
            <a:r>
              <a:rPr lang="en-US" sz="10087" b="true">
                <a:solidFill>
                  <a:srgbClr val="FFCE32"/>
                </a:solidFill>
                <a:latin typeface="Poppins Bold"/>
                <a:ea typeface="Poppins Bold"/>
                <a:cs typeface="Poppins Bold"/>
                <a:sym typeface="Poppins Bold"/>
              </a:rPr>
              <a:t>Diabetes</a:t>
            </a:r>
            <a:r>
              <a:rPr lang="en-US" b="true" sz="10087">
                <a:solidFill>
                  <a:srgbClr val="FFFFFC"/>
                </a:solidFill>
                <a:latin typeface="Poppins Bold"/>
                <a:ea typeface="Poppins Bold"/>
                <a:cs typeface="Poppins Bold"/>
                <a:sym typeface="Poppins Bold"/>
              </a:rPr>
              <a:t> Were a Country?</a:t>
            </a:r>
          </a:p>
        </p:txBody>
      </p:sp>
    </p:spTree>
  </p:cSld>
  <p:clrMapOvr>
    <a:masterClrMapping/>
  </p:clrMapOvr>
  <p:transition spd="slow">
    <p:cover dir="d"/>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6239" y="-1944440"/>
            <a:ext cx="19580477" cy="15125858"/>
          </a:xfrm>
          <a:custGeom>
            <a:avLst/>
            <a:gdLst/>
            <a:ahLst/>
            <a:cxnLst/>
            <a:rect r="r" b="b" t="t" l="l"/>
            <a:pathLst>
              <a:path h="15125858" w="19580477">
                <a:moveTo>
                  <a:pt x="0" y="0"/>
                </a:moveTo>
                <a:lnTo>
                  <a:pt x="19580478" y="0"/>
                </a:lnTo>
                <a:lnTo>
                  <a:pt x="19580478" y="15125857"/>
                </a:lnTo>
                <a:lnTo>
                  <a:pt x="0" y="15125857"/>
                </a:lnTo>
                <a:lnTo>
                  <a:pt x="0" y="0"/>
                </a:lnTo>
                <a:close/>
              </a:path>
            </a:pathLst>
          </a:custGeom>
          <a:blipFill>
            <a:blip r:embed="rId2">
              <a:alphaModFix amt="44999"/>
            </a:blip>
            <a:stretch>
              <a:fillRect l="-4020" t="0" r="-4020" b="0"/>
            </a:stretch>
          </a:blipFill>
        </p:spPr>
      </p:sp>
      <p:sp>
        <p:nvSpPr>
          <p:cNvPr name="AutoShape 3" id="3"/>
          <p:cNvSpPr/>
          <p:nvPr/>
        </p:nvSpPr>
        <p:spPr>
          <a:xfrm>
            <a:off x="-243795" y="9516504"/>
            <a:ext cx="18531795" cy="19050"/>
          </a:xfrm>
          <a:prstGeom prst="line">
            <a:avLst/>
          </a:prstGeom>
          <a:ln cap="flat" w="38100">
            <a:solidFill>
              <a:srgbClr val="000000"/>
            </a:solidFill>
            <a:prstDash val="sysDash"/>
            <a:headEnd type="none" len="sm" w="sm"/>
            <a:tailEnd type="none" len="sm" w="sm"/>
          </a:ln>
        </p:spPr>
      </p:sp>
      <p:grpSp>
        <p:nvGrpSpPr>
          <p:cNvPr name="Group 4" id="4"/>
          <p:cNvGrpSpPr/>
          <p:nvPr/>
        </p:nvGrpSpPr>
        <p:grpSpPr>
          <a:xfrm rot="0">
            <a:off x="-4750208" y="1489430"/>
            <a:ext cx="25823228" cy="15807446"/>
            <a:chOff x="0" y="0"/>
            <a:chExt cx="5173767" cy="3167073"/>
          </a:xfrm>
        </p:grpSpPr>
        <p:sp>
          <p:nvSpPr>
            <p:cNvPr name="Freeform 5" id="5"/>
            <p:cNvSpPr/>
            <p:nvPr/>
          </p:nvSpPr>
          <p:spPr>
            <a:xfrm flipH="false" flipV="false" rot="0">
              <a:off x="0" y="0"/>
              <a:ext cx="5173767" cy="3167073"/>
            </a:xfrm>
            <a:custGeom>
              <a:avLst/>
              <a:gdLst/>
              <a:ahLst/>
              <a:cxnLst/>
              <a:rect r="r" b="b" t="t" l="l"/>
              <a:pathLst>
                <a:path h="3167073" w="5173767">
                  <a:moveTo>
                    <a:pt x="0" y="0"/>
                  </a:moveTo>
                  <a:lnTo>
                    <a:pt x="5173767" y="0"/>
                  </a:lnTo>
                  <a:lnTo>
                    <a:pt x="5173767" y="3167073"/>
                  </a:lnTo>
                  <a:lnTo>
                    <a:pt x="0" y="3167073"/>
                  </a:lnTo>
                  <a:close/>
                </a:path>
              </a:pathLst>
            </a:custGeom>
            <a:gradFill rotWithShape="true">
              <a:gsLst>
                <a:gs pos="0">
                  <a:srgbClr val="D2EDB3">
                    <a:alpha val="66000"/>
                  </a:srgbClr>
                </a:gs>
                <a:gs pos="50000">
                  <a:srgbClr val="75C025">
                    <a:alpha val="66000"/>
                  </a:srgbClr>
                </a:gs>
                <a:gs pos="100000">
                  <a:srgbClr val="25490D">
                    <a:alpha val="66000"/>
                  </a:srgbClr>
                </a:gs>
              </a:gsLst>
              <a:lin ang="5400000"/>
            </a:gradFill>
            <a:ln w="66675" cap="sq">
              <a:solidFill>
                <a:srgbClr val="FFCE32">
                  <a:alpha val="65882"/>
                </a:srgbClr>
              </a:solidFill>
              <a:prstDash val="solid"/>
              <a:miter/>
            </a:ln>
          </p:spPr>
        </p:sp>
        <p:sp>
          <p:nvSpPr>
            <p:cNvPr name="TextBox 6" id="6"/>
            <p:cNvSpPr txBox="true"/>
            <p:nvPr/>
          </p:nvSpPr>
          <p:spPr>
            <a:xfrm>
              <a:off x="0" y="-28575"/>
              <a:ext cx="5173767" cy="3195648"/>
            </a:xfrm>
            <a:prstGeom prst="rect">
              <a:avLst/>
            </a:prstGeom>
          </p:spPr>
          <p:txBody>
            <a:bodyPr anchor="ctr" rtlCol="false" tIns="50800" lIns="50800" bIns="50800" rIns="50800"/>
            <a:lstStyle/>
            <a:p>
              <a:pPr algn="ctr">
                <a:lnSpc>
                  <a:spcPts val="2380"/>
                </a:lnSpc>
              </a:pPr>
            </a:p>
          </p:txBody>
        </p:sp>
      </p:grpSp>
      <p:grpSp>
        <p:nvGrpSpPr>
          <p:cNvPr name="Group 7" id="7"/>
          <p:cNvGrpSpPr/>
          <p:nvPr/>
        </p:nvGrpSpPr>
        <p:grpSpPr>
          <a:xfrm rot="0">
            <a:off x="240438" y="9601920"/>
            <a:ext cx="16877922" cy="600132"/>
            <a:chOff x="0" y="0"/>
            <a:chExt cx="22503897" cy="800176"/>
          </a:xfrm>
        </p:grpSpPr>
        <p:grpSp>
          <p:nvGrpSpPr>
            <p:cNvPr name="Group 8" id="8"/>
            <p:cNvGrpSpPr/>
            <p:nvPr/>
          </p:nvGrpSpPr>
          <p:grpSpPr>
            <a:xfrm rot="0">
              <a:off x="0" y="6193"/>
              <a:ext cx="5347837" cy="793983"/>
              <a:chOff x="0" y="0"/>
              <a:chExt cx="1056363" cy="156836"/>
            </a:xfrm>
          </p:grpSpPr>
          <p:sp>
            <p:nvSpPr>
              <p:cNvPr name="Freeform 9" id="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10" id="1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1" id="11"/>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2" id="12"/>
            <p:cNvGrpSpPr/>
            <p:nvPr/>
          </p:nvGrpSpPr>
          <p:grpSpPr>
            <a:xfrm rot="0">
              <a:off x="4707376" y="0"/>
              <a:ext cx="5347837" cy="793983"/>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5" id="15"/>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9" id="19"/>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20" id="20"/>
            <p:cNvGrpSpPr/>
            <p:nvPr/>
          </p:nvGrpSpPr>
          <p:grpSpPr>
            <a:xfrm rot="0">
              <a:off x="13154013" y="6193"/>
              <a:ext cx="5347837" cy="793983"/>
              <a:chOff x="0" y="0"/>
              <a:chExt cx="1056363" cy="156836"/>
            </a:xfrm>
          </p:grpSpPr>
          <p:sp>
            <p:nvSpPr>
              <p:cNvPr name="Freeform 21" id="2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2" id="2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3" id="23"/>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4" id="24"/>
            <p:cNvGrpSpPr/>
            <p:nvPr/>
          </p:nvGrpSpPr>
          <p:grpSpPr>
            <a:xfrm rot="0">
              <a:off x="16106266" y="0"/>
              <a:ext cx="6397630" cy="793983"/>
              <a:chOff x="0" y="0"/>
              <a:chExt cx="1263729" cy="156836"/>
            </a:xfrm>
          </p:grpSpPr>
          <p:sp>
            <p:nvSpPr>
              <p:cNvPr name="Freeform 25" id="25"/>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6" id="26"/>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7" id="27"/>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8" id="28"/>
          <p:cNvGrpSpPr/>
          <p:nvPr/>
        </p:nvGrpSpPr>
        <p:grpSpPr>
          <a:xfrm rot="0">
            <a:off x="16443867" y="9362871"/>
            <a:ext cx="996408" cy="1848257"/>
            <a:chOff x="0" y="0"/>
            <a:chExt cx="438186" cy="812800"/>
          </a:xfrm>
        </p:grpSpPr>
        <p:sp>
          <p:nvSpPr>
            <p:cNvPr name="Freeform 29" id="29"/>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0" id="30"/>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1" id="31"/>
          <p:cNvGrpSpPr/>
          <p:nvPr/>
        </p:nvGrpSpPr>
        <p:grpSpPr>
          <a:xfrm rot="0">
            <a:off x="9928132" y="367623"/>
            <a:ext cx="10518768" cy="782054"/>
            <a:chOff x="0" y="0"/>
            <a:chExt cx="4462095" cy="331750"/>
          </a:xfrm>
        </p:grpSpPr>
        <p:sp>
          <p:nvSpPr>
            <p:cNvPr name="Freeform 32" id="32"/>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3" id="33"/>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34" id="34"/>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35" id="35"/>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36" id="36"/>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37" id="37"/>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38" id="38"/>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39" id="39"/>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40" id="40"/>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grpSp>
        <p:nvGrpSpPr>
          <p:cNvPr name="Group 41" id="41"/>
          <p:cNvGrpSpPr/>
          <p:nvPr/>
        </p:nvGrpSpPr>
        <p:grpSpPr>
          <a:xfrm rot="5400000">
            <a:off x="2916446" y="-3969355"/>
            <a:ext cx="2507456" cy="11029754"/>
            <a:chOff x="0" y="0"/>
            <a:chExt cx="660400" cy="2904956"/>
          </a:xfrm>
        </p:grpSpPr>
        <p:sp>
          <p:nvSpPr>
            <p:cNvPr name="Freeform 42" id="42"/>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CE32"/>
              </a:solidFill>
              <a:prstDash val="solid"/>
              <a:miter/>
            </a:ln>
          </p:spPr>
        </p:sp>
        <p:sp>
          <p:nvSpPr>
            <p:cNvPr name="TextBox 43" id="43"/>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sp>
        <p:nvSpPr>
          <p:cNvPr name="Freeform 44" id="44"/>
          <p:cNvSpPr/>
          <p:nvPr/>
        </p:nvSpPr>
        <p:spPr>
          <a:xfrm flipH="false" flipV="false" rot="0">
            <a:off x="1028700" y="8016988"/>
            <a:ext cx="5068857" cy="1039116"/>
          </a:xfrm>
          <a:custGeom>
            <a:avLst/>
            <a:gdLst/>
            <a:ahLst/>
            <a:cxnLst/>
            <a:rect r="r" b="b" t="t" l="l"/>
            <a:pathLst>
              <a:path h="1039116" w="5068857">
                <a:moveTo>
                  <a:pt x="0" y="0"/>
                </a:moveTo>
                <a:lnTo>
                  <a:pt x="5068857" y="0"/>
                </a:lnTo>
                <a:lnTo>
                  <a:pt x="5068857" y="1039116"/>
                </a:lnTo>
                <a:lnTo>
                  <a:pt x="0" y="10391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5" id="45"/>
          <p:cNvGrpSpPr/>
          <p:nvPr/>
        </p:nvGrpSpPr>
        <p:grpSpPr>
          <a:xfrm rot="-5400000">
            <a:off x="5804671" y="-958612"/>
            <a:ext cx="451406" cy="10968383"/>
            <a:chOff x="0" y="0"/>
            <a:chExt cx="660400" cy="16046589"/>
          </a:xfrm>
        </p:grpSpPr>
        <p:sp>
          <p:nvSpPr>
            <p:cNvPr name="Freeform 46" id="46"/>
            <p:cNvSpPr/>
            <p:nvPr/>
          </p:nvSpPr>
          <p:spPr>
            <a:xfrm flipH="false" flipV="false" rot="0">
              <a:off x="0" y="0"/>
              <a:ext cx="660400" cy="16046588"/>
            </a:xfrm>
            <a:custGeom>
              <a:avLst/>
              <a:gdLst/>
              <a:ahLst/>
              <a:cxnLst/>
              <a:rect r="r" b="b" t="t" l="l"/>
              <a:pathLst>
                <a:path h="16046588" w="660400">
                  <a:moveTo>
                    <a:pt x="220252" y="16027519"/>
                  </a:moveTo>
                  <a:cubicBezTo>
                    <a:pt x="254109" y="16039033"/>
                    <a:pt x="292600" y="16046588"/>
                    <a:pt x="330378" y="16046588"/>
                  </a:cubicBezTo>
                  <a:cubicBezTo>
                    <a:pt x="368157" y="16046588"/>
                    <a:pt x="404509" y="16040112"/>
                    <a:pt x="438009" y="16028598"/>
                  </a:cubicBezTo>
                  <a:cubicBezTo>
                    <a:pt x="438723" y="16028239"/>
                    <a:pt x="439435" y="16028239"/>
                    <a:pt x="440148" y="16027879"/>
                  </a:cubicBezTo>
                  <a:cubicBezTo>
                    <a:pt x="565955" y="15981824"/>
                    <a:pt x="658618" y="15860210"/>
                    <a:pt x="660400" y="15379702"/>
                  </a:cubicBezTo>
                  <a:lnTo>
                    <a:pt x="660400" y="0"/>
                  </a:lnTo>
                  <a:lnTo>
                    <a:pt x="0" y="0"/>
                  </a:lnTo>
                  <a:lnTo>
                    <a:pt x="0" y="15368288"/>
                  </a:lnTo>
                  <a:cubicBezTo>
                    <a:pt x="1782" y="15860928"/>
                    <a:pt x="93019" y="15982544"/>
                    <a:pt x="220252" y="16027519"/>
                  </a:cubicBezTo>
                  <a:close/>
                </a:path>
              </a:pathLst>
            </a:custGeom>
            <a:solidFill>
              <a:srgbClr val="CD0606"/>
            </a:solidFill>
          </p:spPr>
        </p:sp>
        <p:sp>
          <p:nvSpPr>
            <p:cNvPr name="TextBox 47" id="47"/>
            <p:cNvSpPr txBox="true"/>
            <p:nvPr/>
          </p:nvSpPr>
          <p:spPr>
            <a:xfrm>
              <a:off x="0" y="-28575"/>
              <a:ext cx="660400" cy="15948164"/>
            </a:xfrm>
            <a:prstGeom prst="rect">
              <a:avLst/>
            </a:prstGeom>
          </p:spPr>
          <p:txBody>
            <a:bodyPr anchor="ctr" rtlCol="false" tIns="47790" lIns="47790" bIns="47790" rIns="47790"/>
            <a:lstStyle/>
            <a:p>
              <a:pPr algn="ctr">
                <a:lnSpc>
                  <a:spcPts val="2380"/>
                </a:lnSpc>
              </a:pPr>
            </a:p>
          </p:txBody>
        </p:sp>
      </p:grpSp>
      <p:grpSp>
        <p:nvGrpSpPr>
          <p:cNvPr name="Group 48" id="48"/>
          <p:cNvGrpSpPr/>
          <p:nvPr/>
        </p:nvGrpSpPr>
        <p:grpSpPr>
          <a:xfrm rot="0">
            <a:off x="8037391" y="6790997"/>
            <a:ext cx="9472104" cy="1888774"/>
            <a:chOff x="0" y="0"/>
            <a:chExt cx="3268236" cy="651699"/>
          </a:xfrm>
        </p:grpSpPr>
        <p:sp>
          <p:nvSpPr>
            <p:cNvPr name="Freeform 49" id="49"/>
            <p:cNvSpPr/>
            <p:nvPr/>
          </p:nvSpPr>
          <p:spPr>
            <a:xfrm flipH="false" flipV="false" rot="0">
              <a:off x="0" y="0"/>
              <a:ext cx="3268236" cy="651699"/>
            </a:xfrm>
            <a:custGeom>
              <a:avLst/>
              <a:gdLst/>
              <a:ahLst/>
              <a:cxnLst/>
              <a:rect r="r" b="b" t="t" l="l"/>
              <a:pathLst>
                <a:path h="651699" w="3268236">
                  <a:moveTo>
                    <a:pt x="0" y="0"/>
                  </a:moveTo>
                  <a:lnTo>
                    <a:pt x="3268236" y="0"/>
                  </a:lnTo>
                  <a:lnTo>
                    <a:pt x="3268236" y="651699"/>
                  </a:lnTo>
                  <a:lnTo>
                    <a:pt x="0" y="651699"/>
                  </a:lnTo>
                  <a:close/>
                </a:path>
              </a:pathLst>
            </a:custGeom>
            <a:solidFill>
              <a:srgbClr val="FFCE32"/>
            </a:solidFill>
            <a:ln w="38100" cap="sq">
              <a:solidFill>
                <a:srgbClr val="910608"/>
              </a:solidFill>
              <a:prstDash val="solid"/>
              <a:miter/>
            </a:ln>
          </p:spPr>
        </p:sp>
        <p:sp>
          <p:nvSpPr>
            <p:cNvPr name="TextBox 50" id="50"/>
            <p:cNvSpPr txBox="true"/>
            <p:nvPr/>
          </p:nvSpPr>
          <p:spPr>
            <a:xfrm>
              <a:off x="0" y="-28575"/>
              <a:ext cx="3268236" cy="680274"/>
            </a:xfrm>
            <a:prstGeom prst="rect">
              <a:avLst/>
            </a:prstGeom>
          </p:spPr>
          <p:txBody>
            <a:bodyPr anchor="ctr" rtlCol="false" tIns="38777" lIns="38777" bIns="38777" rIns="38777"/>
            <a:lstStyle/>
            <a:p>
              <a:pPr algn="ctr">
                <a:lnSpc>
                  <a:spcPts val="2379"/>
                </a:lnSpc>
              </a:pPr>
            </a:p>
          </p:txBody>
        </p:sp>
      </p:grpSp>
      <p:grpSp>
        <p:nvGrpSpPr>
          <p:cNvPr name="Group 51" id="51"/>
          <p:cNvGrpSpPr/>
          <p:nvPr/>
        </p:nvGrpSpPr>
        <p:grpSpPr>
          <a:xfrm rot="-5400000">
            <a:off x="5455708" y="-17442"/>
            <a:ext cx="451406" cy="10270459"/>
            <a:chOff x="0" y="0"/>
            <a:chExt cx="660400" cy="15025535"/>
          </a:xfrm>
        </p:grpSpPr>
        <p:sp>
          <p:nvSpPr>
            <p:cNvPr name="Freeform 52" id="52"/>
            <p:cNvSpPr/>
            <p:nvPr/>
          </p:nvSpPr>
          <p:spPr>
            <a:xfrm flipH="false" flipV="false" rot="0">
              <a:off x="0" y="0"/>
              <a:ext cx="660400" cy="15025536"/>
            </a:xfrm>
            <a:custGeom>
              <a:avLst/>
              <a:gdLst/>
              <a:ahLst/>
              <a:cxnLst/>
              <a:rect r="r" b="b" t="t" l="l"/>
              <a:pathLst>
                <a:path h="15025536" w="660400">
                  <a:moveTo>
                    <a:pt x="220252" y="15006465"/>
                  </a:moveTo>
                  <a:cubicBezTo>
                    <a:pt x="254109" y="15017979"/>
                    <a:pt x="292600" y="15025536"/>
                    <a:pt x="330378" y="15025536"/>
                  </a:cubicBezTo>
                  <a:cubicBezTo>
                    <a:pt x="368157" y="15025536"/>
                    <a:pt x="404509" y="15019058"/>
                    <a:pt x="438009" y="15007544"/>
                  </a:cubicBezTo>
                  <a:cubicBezTo>
                    <a:pt x="438723" y="15007185"/>
                    <a:pt x="439435" y="15007185"/>
                    <a:pt x="440148" y="15006825"/>
                  </a:cubicBezTo>
                  <a:cubicBezTo>
                    <a:pt x="565955" y="14960771"/>
                    <a:pt x="658618" y="14839156"/>
                    <a:pt x="660400" y="14381328"/>
                  </a:cubicBezTo>
                  <a:lnTo>
                    <a:pt x="660400" y="0"/>
                  </a:lnTo>
                  <a:lnTo>
                    <a:pt x="0" y="0"/>
                  </a:lnTo>
                  <a:lnTo>
                    <a:pt x="0" y="14370655"/>
                  </a:lnTo>
                  <a:cubicBezTo>
                    <a:pt x="1782" y="14839876"/>
                    <a:pt x="93019" y="14961490"/>
                    <a:pt x="220252" y="15006465"/>
                  </a:cubicBezTo>
                  <a:close/>
                </a:path>
              </a:pathLst>
            </a:custGeom>
            <a:solidFill>
              <a:srgbClr val="000000"/>
            </a:solidFill>
          </p:spPr>
        </p:sp>
        <p:sp>
          <p:nvSpPr>
            <p:cNvPr name="TextBox 53" id="53"/>
            <p:cNvSpPr txBox="true"/>
            <p:nvPr/>
          </p:nvSpPr>
          <p:spPr>
            <a:xfrm>
              <a:off x="0" y="-28575"/>
              <a:ext cx="660400" cy="14927110"/>
            </a:xfrm>
            <a:prstGeom prst="rect">
              <a:avLst/>
            </a:prstGeom>
          </p:spPr>
          <p:txBody>
            <a:bodyPr anchor="ctr" rtlCol="false" tIns="47790" lIns="47790" bIns="47790" rIns="47790"/>
            <a:lstStyle/>
            <a:p>
              <a:pPr algn="ctr">
                <a:lnSpc>
                  <a:spcPts val="2380"/>
                </a:lnSpc>
              </a:pPr>
            </a:p>
          </p:txBody>
        </p:sp>
      </p:grpSp>
      <p:grpSp>
        <p:nvGrpSpPr>
          <p:cNvPr name="Group 54" id="54"/>
          <p:cNvGrpSpPr/>
          <p:nvPr/>
        </p:nvGrpSpPr>
        <p:grpSpPr>
          <a:xfrm rot="-5400000">
            <a:off x="5015915" y="1030975"/>
            <a:ext cx="451406" cy="9390873"/>
            <a:chOff x="0" y="0"/>
            <a:chExt cx="660400" cy="13738713"/>
          </a:xfrm>
        </p:grpSpPr>
        <p:sp>
          <p:nvSpPr>
            <p:cNvPr name="Freeform 55" id="55"/>
            <p:cNvSpPr/>
            <p:nvPr/>
          </p:nvSpPr>
          <p:spPr>
            <a:xfrm flipH="false" flipV="false" rot="0">
              <a:off x="0" y="0"/>
              <a:ext cx="660400" cy="13738713"/>
            </a:xfrm>
            <a:custGeom>
              <a:avLst/>
              <a:gdLst/>
              <a:ahLst/>
              <a:cxnLst/>
              <a:rect r="r" b="b" t="t" l="l"/>
              <a:pathLst>
                <a:path h="13738713" w="660400">
                  <a:moveTo>
                    <a:pt x="220252" y="13719645"/>
                  </a:moveTo>
                  <a:cubicBezTo>
                    <a:pt x="254109" y="13731159"/>
                    <a:pt x="292600" y="13738713"/>
                    <a:pt x="330378" y="13738713"/>
                  </a:cubicBezTo>
                  <a:cubicBezTo>
                    <a:pt x="368157" y="13738713"/>
                    <a:pt x="404509" y="13732236"/>
                    <a:pt x="438009" y="13720722"/>
                  </a:cubicBezTo>
                  <a:cubicBezTo>
                    <a:pt x="438723" y="13720363"/>
                    <a:pt x="439435" y="13720363"/>
                    <a:pt x="440148" y="13720004"/>
                  </a:cubicBezTo>
                  <a:cubicBezTo>
                    <a:pt x="565955" y="13673948"/>
                    <a:pt x="658618" y="13552334"/>
                    <a:pt x="660400" y="13123090"/>
                  </a:cubicBezTo>
                  <a:lnTo>
                    <a:pt x="660400" y="0"/>
                  </a:lnTo>
                  <a:lnTo>
                    <a:pt x="0" y="0"/>
                  </a:lnTo>
                  <a:lnTo>
                    <a:pt x="0" y="13113352"/>
                  </a:lnTo>
                  <a:cubicBezTo>
                    <a:pt x="1782" y="13553053"/>
                    <a:pt x="93019" y="13674669"/>
                    <a:pt x="220252" y="13719645"/>
                  </a:cubicBezTo>
                  <a:close/>
                </a:path>
              </a:pathLst>
            </a:custGeom>
            <a:solidFill>
              <a:srgbClr val="000000"/>
            </a:solidFill>
          </p:spPr>
        </p:sp>
        <p:sp>
          <p:nvSpPr>
            <p:cNvPr name="TextBox 56" id="56"/>
            <p:cNvSpPr txBox="true"/>
            <p:nvPr/>
          </p:nvSpPr>
          <p:spPr>
            <a:xfrm>
              <a:off x="0" y="-28575"/>
              <a:ext cx="660400" cy="13640288"/>
            </a:xfrm>
            <a:prstGeom prst="rect">
              <a:avLst/>
            </a:prstGeom>
          </p:spPr>
          <p:txBody>
            <a:bodyPr anchor="ctr" rtlCol="false" tIns="47790" lIns="47790" bIns="47790" rIns="47790"/>
            <a:lstStyle/>
            <a:p>
              <a:pPr algn="ctr">
                <a:lnSpc>
                  <a:spcPts val="2380"/>
                </a:lnSpc>
              </a:pPr>
            </a:p>
          </p:txBody>
        </p:sp>
      </p:grpSp>
      <p:grpSp>
        <p:nvGrpSpPr>
          <p:cNvPr name="Group 57" id="57"/>
          <p:cNvGrpSpPr/>
          <p:nvPr/>
        </p:nvGrpSpPr>
        <p:grpSpPr>
          <a:xfrm rot="0">
            <a:off x="6488437" y="7145746"/>
            <a:ext cx="1158076" cy="1158076"/>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D0606"/>
            </a:solidFill>
          </p:spPr>
        </p:sp>
        <p:sp>
          <p:nvSpPr>
            <p:cNvPr name="TextBox 59" id="59"/>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grpSp>
        <p:nvGrpSpPr>
          <p:cNvPr name="Group 60" id="60"/>
          <p:cNvGrpSpPr/>
          <p:nvPr/>
        </p:nvGrpSpPr>
        <p:grpSpPr>
          <a:xfrm rot="0">
            <a:off x="524784" y="6104515"/>
            <a:ext cx="6076689" cy="1754160"/>
            <a:chOff x="0" y="0"/>
            <a:chExt cx="8102252" cy="2338880"/>
          </a:xfrm>
        </p:grpSpPr>
        <p:sp>
          <p:nvSpPr>
            <p:cNvPr name="TextBox 61" id="61"/>
            <p:cNvSpPr txBox="true"/>
            <p:nvPr/>
          </p:nvSpPr>
          <p:spPr>
            <a:xfrm rot="0">
              <a:off x="0" y="0"/>
              <a:ext cx="7488303" cy="1648807"/>
            </a:xfrm>
            <a:prstGeom prst="rect">
              <a:avLst/>
            </a:prstGeom>
          </p:spPr>
          <p:txBody>
            <a:bodyPr anchor="t" rtlCol="false" tIns="0" lIns="0" bIns="0" rIns="0">
              <a:spAutoFit/>
            </a:bodyPr>
            <a:lstStyle/>
            <a:p>
              <a:pPr algn="ctr">
                <a:lnSpc>
                  <a:spcPts val="8932"/>
                </a:lnSpc>
              </a:pPr>
              <a:r>
                <a:rPr lang="en-US" sz="8120" b="true">
                  <a:solidFill>
                    <a:srgbClr val="CD0606"/>
                  </a:solidFill>
                  <a:latin typeface="Poppins Bold"/>
                  <a:ea typeface="Poppins Bold"/>
                  <a:cs typeface="Poppins Bold"/>
                  <a:sym typeface="Poppins Bold"/>
                </a:rPr>
                <a:t>598 JUTA</a:t>
              </a:r>
            </a:p>
          </p:txBody>
        </p:sp>
        <p:sp>
          <p:nvSpPr>
            <p:cNvPr name="TextBox 62" id="62"/>
            <p:cNvSpPr txBox="true"/>
            <p:nvPr/>
          </p:nvSpPr>
          <p:spPr>
            <a:xfrm rot="0">
              <a:off x="613948" y="1424398"/>
              <a:ext cx="7488303" cy="914482"/>
            </a:xfrm>
            <a:prstGeom prst="rect">
              <a:avLst/>
            </a:prstGeom>
          </p:spPr>
          <p:txBody>
            <a:bodyPr anchor="t" rtlCol="false" tIns="0" lIns="0" bIns="0" rIns="0">
              <a:spAutoFit/>
            </a:bodyPr>
            <a:lstStyle/>
            <a:p>
              <a:pPr algn="l">
                <a:lnSpc>
                  <a:spcPts val="4955"/>
                </a:lnSpc>
              </a:pPr>
              <a:r>
                <a:rPr lang="en-US" sz="4504" b="true">
                  <a:solidFill>
                    <a:srgbClr val="FDFDFD"/>
                  </a:solidFill>
                  <a:latin typeface="Poppins Bold"/>
                  <a:ea typeface="Poppins Bold"/>
                  <a:cs typeface="Poppins Bold"/>
                  <a:sym typeface="Poppins Bold"/>
                </a:rPr>
                <a:t>Penderita Global</a:t>
              </a:r>
            </a:p>
          </p:txBody>
        </p:sp>
      </p:grpSp>
      <p:sp>
        <p:nvSpPr>
          <p:cNvPr name="TextBox 63" id="63"/>
          <p:cNvSpPr txBox="true"/>
          <p:nvPr/>
        </p:nvSpPr>
        <p:spPr>
          <a:xfrm rot="0">
            <a:off x="16790043" y="9421254"/>
            <a:ext cx="304056"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a:t>
            </a:r>
          </a:p>
        </p:txBody>
      </p:sp>
      <p:sp>
        <p:nvSpPr>
          <p:cNvPr name="TextBox 64" id="64"/>
          <p:cNvSpPr txBox="true"/>
          <p:nvPr/>
        </p:nvSpPr>
        <p:spPr>
          <a:xfrm rot="0">
            <a:off x="920833" y="549270"/>
            <a:ext cx="8449022" cy="2002028"/>
          </a:xfrm>
          <a:prstGeom prst="rect">
            <a:avLst/>
          </a:prstGeom>
        </p:spPr>
        <p:txBody>
          <a:bodyPr anchor="t" rtlCol="false" tIns="0" lIns="0" bIns="0" rIns="0">
            <a:spAutoFit/>
          </a:bodyPr>
          <a:lstStyle/>
          <a:p>
            <a:pPr algn="l">
              <a:lnSpc>
                <a:spcPts val="7578"/>
              </a:lnSpc>
            </a:pPr>
            <a:r>
              <a:rPr lang="en-US" b="true" sz="6889">
                <a:solidFill>
                  <a:srgbClr val="FFFFFC"/>
                </a:solidFill>
                <a:latin typeface="Poppins Bold"/>
                <a:ea typeface="Poppins Bold"/>
                <a:cs typeface="Poppins Bold"/>
                <a:sym typeface="Poppins Bold"/>
              </a:rPr>
              <a:t>What If </a:t>
            </a:r>
            <a:r>
              <a:rPr lang="en-US" sz="6889" b="true">
                <a:solidFill>
                  <a:srgbClr val="FFCE32"/>
                </a:solidFill>
                <a:latin typeface="Poppins Bold"/>
                <a:ea typeface="Poppins Bold"/>
                <a:cs typeface="Poppins Bold"/>
                <a:sym typeface="Poppins Bold"/>
              </a:rPr>
              <a:t>Diabetes</a:t>
            </a:r>
            <a:r>
              <a:rPr lang="en-US" b="true" sz="6889">
                <a:solidFill>
                  <a:srgbClr val="FFFFFC"/>
                </a:solidFill>
                <a:latin typeface="Poppins Bold"/>
                <a:ea typeface="Poppins Bold"/>
                <a:cs typeface="Poppins Bold"/>
                <a:sym typeface="Poppins Bold"/>
              </a:rPr>
              <a:t> Were a Country?</a:t>
            </a:r>
          </a:p>
        </p:txBody>
      </p:sp>
      <p:sp>
        <p:nvSpPr>
          <p:cNvPr name="TextBox 65" id="65"/>
          <p:cNvSpPr txBox="true"/>
          <p:nvPr/>
        </p:nvSpPr>
        <p:spPr>
          <a:xfrm rot="0">
            <a:off x="15127711" y="3678004"/>
            <a:ext cx="3628721" cy="490869"/>
          </a:xfrm>
          <a:prstGeom prst="rect">
            <a:avLst/>
          </a:prstGeom>
        </p:spPr>
        <p:txBody>
          <a:bodyPr anchor="t" rtlCol="false" tIns="0" lIns="0" bIns="0" rIns="0">
            <a:spAutoFit/>
          </a:bodyPr>
          <a:lstStyle/>
          <a:p>
            <a:pPr algn="l">
              <a:lnSpc>
                <a:spcPts val="3544"/>
              </a:lnSpc>
            </a:pPr>
            <a:r>
              <a:rPr lang="en-US" b="true" sz="3222">
                <a:solidFill>
                  <a:srgbClr val="000000"/>
                </a:solidFill>
                <a:latin typeface="Poppins Bold"/>
                <a:ea typeface="Poppins Bold"/>
                <a:cs typeface="Poppins Bold"/>
                <a:sym typeface="Poppins Bold"/>
              </a:rPr>
              <a:t>Tiongkok🇨🇳</a:t>
            </a:r>
          </a:p>
        </p:txBody>
      </p:sp>
      <p:sp>
        <p:nvSpPr>
          <p:cNvPr name="TextBox 66" id="66"/>
          <p:cNvSpPr txBox="true"/>
          <p:nvPr/>
        </p:nvSpPr>
        <p:spPr>
          <a:xfrm rot="0">
            <a:off x="15695135" y="3075863"/>
            <a:ext cx="3628721" cy="490869"/>
          </a:xfrm>
          <a:prstGeom prst="rect">
            <a:avLst/>
          </a:prstGeom>
        </p:spPr>
        <p:txBody>
          <a:bodyPr anchor="t" rtlCol="false" tIns="0" lIns="0" bIns="0" rIns="0">
            <a:spAutoFit/>
          </a:bodyPr>
          <a:lstStyle/>
          <a:p>
            <a:pPr algn="l">
              <a:lnSpc>
                <a:spcPts val="3544"/>
              </a:lnSpc>
            </a:pPr>
            <a:r>
              <a:rPr lang="en-US" sz="3222" b="true">
                <a:solidFill>
                  <a:srgbClr val="000000"/>
                </a:solidFill>
                <a:latin typeface="Poppins Bold"/>
                <a:ea typeface="Poppins Bold"/>
                <a:cs typeface="Poppins Bold"/>
                <a:sym typeface="Poppins Bold"/>
              </a:rPr>
              <a:t>India 🇮🇳</a:t>
            </a:r>
          </a:p>
        </p:txBody>
      </p:sp>
      <p:sp>
        <p:nvSpPr>
          <p:cNvPr name="TextBox 67" id="67"/>
          <p:cNvSpPr txBox="true"/>
          <p:nvPr/>
        </p:nvSpPr>
        <p:spPr>
          <a:xfrm rot="0">
            <a:off x="11604077" y="4280145"/>
            <a:ext cx="3628721" cy="490869"/>
          </a:xfrm>
          <a:prstGeom prst="rect">
            <a:avLst/>
          </a:prstGeom>
        </p:spPr>
        <p:txBody>
          <a:bodyPr anchor="t" rtlCol="false" tIns="0" lIns="0" bIns="0" rIns="0">
            <a:spAutoFit/>
          </a:bodyPr>
          <a:lstStyle/>
          <a:p>
            <a:pPr algn="l">
              <a:lnSpc>
                <a:spcPts val="3544"/>
              </a:lnSpc>
            </a:pPr>
            <a:r>
              <a:rPr lang="en-US" b="true" sz="3222">
                <a:solidFill>
                  <a:srgbClr val="CD0606"/>
                </a:solidFill>
                <a:latin typeface="Poppins Bold"/>
                <a:ea typeface="Poppins Bold"/>
                <a:cs typeface="Poppins Bold"/>
                <a:sym typeface="Poppins Bold"/>
              </a:rPr>
              <a:t>Diabetes</a:t>
            </a:r>
          </a:p>
        </p:txBody>
      </p:sp>
      <p:sp>
        <p:nvSpPr>
          <p:cNvPr name="TextBox 68" id="68"/>
          <p:cNvSpPr txBox="true"/>
          <p:nvPr/>
        </p:nvSpPr>
        <p:spPr>
          <a:xfrm rot="0">
            <a:off x="11125534" y="8909746"/>
            <a:ext cx="6581243" cy="697109"/>
          </a:xfrm>
          <a:prstGeom prst="rect">
            <a:avLst/>
          </a:prstGeom>
        </p:spPr>
        <p:txBody>
          <a:bodyPr anchor="t" rtlCol="false" tIns="0" lIns="0" bIns="0" rIns="0">
            <a:spAutoFit/>
          </a:bodyPr>
          <a:lstStyle/>
          <a:p>
            <a:pPr algn="l">
              <a:lnSpc>
                <a:spcPts val="2629"/>
              </a:lnSpc>
            </a:pPr>
            <a:r>
              <a:rPr lang="en-US" sz="2390" b="true">
                <a:solidFill>
                  <a:srgbClr val="FDFDFD"/>
                </a:solidFill>
                <a:latin typeface="Poppins Bold"/>
                <a:ea typeface="Poppins Bold"/>
                <a:cs typeface="Poppins Bold"/>
                <a:sym typeface="Poppins Bold"/>
              </a:rPr>
              <a:t>(International Diabetes Federation, 2025)</a:t>
            </a:r>
          </a:p>
          <a:p>
            <a:pPr algn="l">
              <a:lnSpc>
                <a:spcPts val="2629"/>
              </a:lnSpc>
            </a:pPr>
          </a:p>
        </p:txBody>
      </p:sp>
      <p:sp>
        <p:nvSpPr>
          <p:cNvPr name="TextBox 69" id="69"/>
          <p:cNvSpPr txBox="true"/>
          <p:nvPr/>
        </p:nvSpPr>
        <p:spPr>
          <a:xfrm rot="0">
            <a:off x="8679399" y="6997018"/>
            <a:ext cx="8337255" cy="1350395"/>
          </a:xfrm>
          <a:prstGeom prst="rect">
            <a:avLst/>
          </a:prstGeom>
        </p:spPr>
        <p:txBody>
          <a:bodyPr anchor="t" rtlCol="false" tIns="0" lIns="0" bIns="0" rIns="0">
            <a:spAutoFit/>
          </a:bodyPr>
          <a:lstStyle/>
          <a:p>
            <a:pPr algn="ctr">
              <a:lnSpc>
                <a:spcPts val="5115"/>
              </a:lnSpc>
            </a:pPr>
            <a:r>
              <a:rPr lang="en-US" b="true" sz="4650">
                <a:solidFill>
                  <a:srgbClr val="C90000"/>
                </a:solidFill>
                <a:latin typeface="Poppins Bold"/>
                <a:ea typeface="Poppins Bold"/>
                <a:cs typeface="Poppins Bold"/>
                <a:sym typeface="Poppins Bold"/>
              </a:rPr>
              <a:t>Beban pembiayaan kesehatan: MEMBENGKAK</a:t>
            </a:r>
          </a:p>
        </p:txBody>
      </p:sp>
      <p:sp>
        <p:nvSpPr>
          <p:cNvPr name="TextBox 70" id="70"/>
          <p:cNvSpPr txBox="true"/>
          <p:nvPr/>
        </p:nvSpPr>
        <p:spPr>
          <a:xfrm rot="0">
            <a:off x="10959083" y="4892085"/>
            <a:ext cx="3628721" cy="490869"/>
          </a:xfrm>
          <a:prstGeom prst="rect">
            <a:avLst/>
          </a:prstGeom>
        </p:spPr>
        <p:txBody>
          <a:bodyPr anchor="t" rtlCol="false" tIns="0" lIns="0" bIns="0" rIns="0">
            <a:spAutoFit/>
          </a:bodyPr>
          <a:lstStyle/>
          <a:p>
            <a:pPr algn="l">
              <a:lnSpc>
                <a:spcPts val="3544"/>
              </a:lnSpc>
            </a:pPr>
            <a:r>
              <a:rPr lang="en-US" sz="3222" b="true">
                <a:solidFill>
                  <a:srgbClr val="000000"/>
                </a:solidFill>
                <a:latin typeface="Poppins Bold"/>
                <a:ea typeface="Poppins Bold"/>
                <a:cs typeface="Poppins Bold"/>
                <a:sym typeface="Poppins Bold"/>
              </a:rPr>
              <a:t>Amerika 🇺🇸</a:t>
            </a:r>
          </a:p>
        </p:txBody>
      </p:sp>
      <p:sp>
        <p:nvSpPr>
          <p:cNvPr name="TextBox 71" id="71"/>
          <p:cNvSpPr txBox="true"/>
          <p:nvPr/>
        </p:nvSpPr>
        <p:spPr>
          <a:xfrm rot="0">
            <a:off x="10094767" y="5480977"/>
            <a:ext cx="3628721" cy="490869"/>
          </a:xfrm>
          <a:prstGeom prst="rect">
            <a:avLst/>
          </a:prstGeom>
        </p:spPr>
        <p:txBody>
          <a:bodyPr anchor="t" rtlCol="false" tIns="0" lIns="0" bIns="0" rIns="0">
            <a:spAutoFit/>
          </a:bodyPr>
          <a:lstStyle/>
          <a:p>
            <a:pPr algn="l">
              <a:lnSpc>
                <a:spcPts val="3544"/>
              </a:lnSpc>
            </a:pPr>
            <a:r>
              <a:rPr lang="en-US" sz="3222" b="true">
                <a:solidFill>
                  <a:srgbClr val="000000"/>
                </a:solidFill>
                <a:latin typeface="Poppins Bold"/>
                <a:ea typeface="Poppins Bold"/>
                <a:cs typeface="Poppins Bold"/>
                <a:sym typeface="Poppins Bold"/>
              </a:rPr>
              <a:t>Indonesia 🇮🇩</a:t>
            </a:r>
          </a:p>
        </p:txBody>
      </p:sp>
      <p:grpSp>
        <p:nvGrpSpPr>
          <p:cNvPr name="Group 72" id="72"/>
          <p:cNvGrpSpPr/>
          <p:nvPr/>
        </p:nvGrpSpPr>
        <p:grpSpPr>
          <a:xfrm rot="0">
            <a:off x="546182" y="3095595"/>
            <a:ext cx="15508580" cy="1051882"/>
            <a:chOff x="0" y="0"/>
            <a:chExt cx="20678107" cy="1402509"/>
          </a:xfrm>
        </p:grpSpPr>
        <p:grpSp>
          <p:nvGrpSpPr>
            <p:cNvPr name="Group 73" id="73"/>
            <p:cNvGrpSpPr/>
            <p:nvPr/>
          </p:nvGrpSpPr>
          <p:grpSpPr>
            <a:xfrm rot="-5400000">
              <a:off x="9320504" y="-8519868"/>
              <a:ext cx="601874" cy="19242881"/>
              <a:chOff x="0" y="0"/>
              <a:chExt cx="660400" cy="21114046"/>
            </a:xfrm>
          </p:grpSpPr>
          <p:sp>
            <p:nvSpPr>
              <p:cNvPr name="Freeform 74" id="74"/>
              <p:cNvSpPr/>
              <p:nvPr/>
            </p:nvSpPr>
            <p:spPr>
              <a:xfrm flipH="false" flipV="false" rot="0">
                <a:off x="0" y="0"/>
                <a:ext cx="660400" cy="21114046"/>
              </a:xfrm>
              <a:custGeom>
                <a:avLst/>
                <a:gdLst/>
                <a:ahLst/>
                <a:cxnLst/>
                <a:rect r="r" b="b" t="t" l="l"/>
                <a:pathLst>
                  <a:path h="21114046" w="660400">
                    <a:moveTo>
                      <a:pt x="220252" y="21094978"/>
                    </a:moveTo>
                    <a:cubicBezTo>
                      <a:pt x="254109" y="21106490"/>
                      <a:pt x="292600" y="21114046"/>
                      <a:pt x="330378" y="21114046"/>
                    </a:cubicBezTo>
                    <a:cubicBezTo>
                      <a:pt x="368157" y="21114046"/>
                      <a:pt x="404509" y="21107569"/>
                      <a:pt x="438009" y="21096055"/>
                    </a:cubicBezTo>
                    <a:cubicBezTo>
                      <a:pt x="438723" y="21095695"/>
                      <a:pt x="439435" y="21095695"/>
                      <a:pt x="440148" y="21095336"/>
                    </a:cubicBezTo>
                    <a:cubicBezTo>
                      <a:pt x="565955" y="21049281"/>
                      <a:pt x="658618" y="20927667"/>
                      <a:pt x="660400" y="20334596"/>
                    </a:cubicBezTo>
                    <a:lnTo>
                      <a:pt x="660400" y="0"/>
                    </a:lnTo>
                    <a:lnTo>
                      <a:pt x="0" y="0"/>
                    </a:lnTo>
                    <a:lnTo>
                      <a:pt x="0" y="20319505"/>
                    </a:lnTo>
                    <a:cubicBezTo>
                      <a:pt x="1782" y="20928386"/>
                      <a:pt x="93019" y="21050000"/>
                      <a:pt x="220252" y="21094978"/>
                    </a:cubicBezTo>
                    <a:close/>
                  </a:path>
                </a:pathLst>
              </a:custGeom>
              <a:solidFill>
                <a:srgbClr val="000000"/>
              </a:solidFill>
            </p:spPr>
          </p:sp>
          <p:sp>
            <p:nvSpPr>
              <p:cNvPr name="TextBox 75" id="75"/>
              <p:cNvSpPr txBox="true"/>
              <p:nvPr/>
            </p:nvSpPr>
            <p:spPr>
              <a:xfrm>
                <a:off x="0" y="-28575"/>
                <a:ext cx="660400" cy="21015621"/>
              </a:xfrm>
              <a:prstGeom prst="rect">
                <a:avLst/>
              </a:prstGeom>
            </p:spPr>
            <p:txBody>
              <a:bodyPr anchor="ctr" rtlCol="false" tIns="47790" lIns="47790" bIns="47790" rIns="47790"/>
              <a:lstStyle/>
              <a:p>
                <a:pPr algn="ctr">
                  <a:lnSpc>
                    <a:spcPts val="2380"/>
                  </a:lnSpc>
                </a:pPr>
              </a:p>
            </p:txBody>
          </p:sp>
        </p:grpSp>
        <p:grpSp>
          <p:nvGrpSpPr>
            <p:cNvPr name="Group 76" id="76"/>
            <p:cNvGrpSpPr/>
            <p:nvPr/>
          </p:nvGrpSpPr>
          <p:grpSpPr>
            <a:xfrm rot="-5400000">
              <a:off x="9687342" y="-9687342"/>
              <a:ext cx="601874" cy="19976558"/>
              <a:chOff x="0" y="0"/>
              <a:chExt cx="660400" cy="21919065"/>
            </a:xfrm>
          </p:grpSpPr>
          <p:sp>
            <p:nvSpPr>
              <p:cNvPr name="Freeform 77" id="77"/>
              <p:cNvSpPr/>
              <p:nvPr/>
            </p:nvSpPr>
            <p:spPr>
              <a:xfrm flipH="false" flipV="false" rot="0">
                <a:off x="0" y="0"/>
                <a:ext cx="660400" cy="21919065"/>
              </a:xfrm>
              <a:custGeom>
                <a:avLst/>
                <a:gdLst/>
                <a:ahLst/>
                <a:cxnLst/>
                <a:rect r="r" b="b" t="t" l="l"/>
                <a:pathLst>
                  <a:path h="21919065" w="660400">
                    <a:moveTo>
                      <a:pt x="220252" y="21899997"/>
                    </a:moveTo>
                    <a:cubicBezTo>
                      <a:pt x="254109" y="21911511"/>
                      <a:pt x="292600" y="21919065"/>
                      <a:pt x="330378" y="21919065"/>
                    </a:cubicBezTo>
                    <a:cubicBezTo>
                      <a:pt x="368157" y="21919065"/>
                      <a:pt x="404509" y="21912588"/>
                      <a:pt x="438009" y="21901074"/>
                    </a:cubicBezTo>
                    <a:cubicBezTo>
                      <a:pt x="438723" y="21900716"/>
                      <a:pt x="439435" y="21900716"/>
                      <a:pt x="440148" y="21900356"/>
                    </a:cubicBezTo>
                    <a:cubicBezTo>
                      <a:pt x="565955" y="21854300"/>
                      <a:pt x="658618" y="21732686"/>
                      <a:pt x="660400" y="21121734"/>
                    </a:cubicBezTo>
                    <a:lnTo>
                      <a:pt x="660400" y="0"/>
                    </a:lnTo>
                    <a:lnTo>
                      <a:pt x="0" y="0"/>
                    </a:lnTo>
                    <a:lnTo>
                      <a:pt x="0" y="21106059"/>
                    </a:lnTo>
                    <a:cubicBezTo>
                      <a:pt x="1782" y="21733405"/>
                      <a:pt x="93019" y="21855021"/>
                      <a:pt x="220252" y="21899997"/>
                    </a:cubicBezTo>
                    <a:close/>
                  </a:path>
                </a:pathLst>
              </a:custGeom>
              <a:solidFill>
                <a:srgbClr val="000000"/>
              </a:solidFill>
            </p:spPr>
          </p:sp>
          <p:sp>
            <p:nvSpPr>
              <p:cNvPr name="TextBox 78" id="78"/>
              <p:cNvSpPr txBox="true"/>
              <p:nvPr/>
            </p:nvSpPr>
            <p:spPr>
              <a:xfrm>
                <a:off x="0" y="-28575"/>
                <a:ext cx="660400" cy="21820640"/>
              </a:xfrm>
              <a:prstGeom prst="rect">
                <a:avLst/>
              </a:prstGeom>
            </p:spPr>
            <p:txBody>
              <a:bodyPr anchor="ctr" rtlCol="false" tIns="47790" lIns="47790" bIns="47790" rIns="47790"/>
              <a:lstStyle/>
              <a:p>
                <a:pPr algn="ctr">
                  <a:lnSpc>
                    <a:spcPts val="2380"/>
                  </a:lnSpc>
                </a:pPr>
              </a:p>
            </p:txBody>
          </p:sp>
        </p:grpSp>
        <p:sp>
          <p:nvSpPr>
            <p:cNvPr name="TextBox 79" id="79"/>
            <p:cNvSpPr txBox="true"/>
            <p:nvPr/>
          </p:nvSpPr>
          <p:spPr>
            <a:xfrm rot="0">
              <a:off x="17569741" y="90697"/>
              <a:ext cx="3108366" cy="416057"/>
            </a:xfrm>
            <a:prstGeom prst="rect">
              <a:avLst/>
            </a:prstGeom>
          </p:spPr>
          <p:txBody>
            <a:bodyPr anchor="t" rtlCol="false" tIns="0" lIns="0" bIns="0" rIns="0">
              <a:spAutoFit/>
            </a:bodyPr>
            <a:lstStyle/>
            <a:p>
              <a:pPr algn="l">
                <a:lnSpc>
                  <a:spcPts val="2277"/>
                </a:lnSpc>
              </a:pPr>
              <a:r>
                <a:rPr lang="en-US" sz="2070" b="true">
                  <a:solidFill>
                    <a:srgbClr val="FF2A2A"/>
                  </a:solidFill>
                  <a:latin typeface="Poppins Bold"/>
                  <a:ea typeface="Poppins Bold"/>
                  <a:cs typeface="Poppins Bold"/>
                  <a:sym typeface="Poppins Bold"/>
                </a:rPr>
                <a:t>1,464 Juta</a:t>
              </a:r>
            </a:p>
          </p:txBody>
        </p:sp>
        <p:sp>
          <p:nvSpPr>
            <p:cNvPr name="TextBox 80" id="80"/>
            <p:cNvSpPr txBox="true"/>
            <p:nvPr/>
          </p:nvSpPr>
          <p:spPr>
            <a:xfrm rot="0">
              <a:off x="16939115" y="893552"/>
              <a:ext cx="3108366" cy="416057"/>
            </a:xfrm>
            <a:prstGeom prst="rect">
              <a:avLst/>
            </a:prstGeom>
          </p:spPr>
          <p:txBody>
            <a:bodyPr anchor="t" rtlCol="false" tIns="0" lIns="0" bIns="0" rIns="0">
              <a:spAutoFit/>
            </a:bodyPr>
            <a:lstStyle/>
            <a:p>
              <a:pPr algn="l">
                <a:lnSpc>
                  <a:spcPts val="2277"/>
                </a:lnSpc>
              </a:pPr>
              <a:r>
                <a:rPr lang="en-US" b="true" sz="2070">
                  <a:solidFill>
                    <a:srgbClr val="FF2A2A"/>
                  </a:solidFill>
                  <a:latin typeface="Poppins Bold"/>
                  <a:ea typeface="Poppins Bold"/>
                  <a:cs typeface="Poppins Bold"/>
                  <a:sym typeface="Poppins Bold"/>
                </a:rPr>
                <a:t>1,416 Juta</a:t>
              </a:r>
            </a:p>
          </p:txBody>
        </p:sp>
      </p:grpSp>
      <p:sp>
        <p:nvSpPr>
          <p:cNvPr name="TextBox 81" id="81"/>
          <p:cNvSpPr txBox="true"/>
          <p:nvPr/>
        </p:nvSpPr>
        <p:spPr>
          <a:xfrm rot="0">
            <a:off x="9272803" y="4960108"/>
            <a:ext cx="2331274" cy="315359"/>
          </a:xfrm>
          <a:prstGeom prst="rect">
            <a:avLst/>
          </a:prstGeom>
        </p:spPr>
        <p:txBody>
          <a:bodyPr anchor="t" rtlCol="false" tIns="0" lIns="0" bIns="0" rIns="0">
            <a:spAutoFit/>
          </a:bodyPr>
          <a:lstStyle/>
          <a:p>
            <a:pPr algn="l">
              <a:lnSpc>
                <a:spcPts val="2277"/>
              </a:lnSpc>
            </a:pPr>
            <a:r>
              <a:rPr lang="en-US" b="true" sz="2070">
                <a:solidFill>
                  <a:srgbClr val="FF2A2A"/>
                </a:solidFill>
                <a:latin typeface="Poppins Bold"/>
                <a:ea typeface="Poppins Bold"/>
                <a:cs typeface="Poppins Bold"/>
                <a:sym typeface="Poppins Bold"/>
              </a:rPr>
              <a:t>347 Juta</a:t>
            </a:r>
          </a:p>
        </p:txBody>
      </p:sp>
      <p:sp>
        <p:nvSpPr>
          <p:cNvPr name="TextBox 82" id="82"/>
          <p:cNvSpPr txBox="true"/>
          <p:nvPr/>
        </p:nvSpPr>
        <p:spPr>
          <a:xfrm rot="0">
            <a:off x="8519413" y="5553040"/>
            <a:ext cx="2331274" cy="315359"/>
          </a:xfrm>
          <a:prstGeom prst="rect">
            <a:avLst/>
          </a:prstGeom>
        </p:spPr>
        <p:txBody>
          <a:bodyPr anchor="t" rtlCol="false" tIns="0" lIns="0" bIns="0" rIns="0">
            <a:spAutoFit/>
          </a:bodyPr>
          <a:lstStyle/>
          <a:p>
            <a:pPr algn="l">
              <a:lnSpc>
                <a:spcPts val="2277"/>
              </a:lnSpc>
            </a:pPr>
            <a:r>
              <a:rPr lang="en-US" b="true" sz="2070">
                <a:solidFill>
                  <a:srgbClr val="FF2A2A"/>
                </a:solidFill>
                <a:latin typeface="Poppins Bold"/>
                <a:ea typeface="Poppins Bold"/>
                <a:cs typeface="Poppins Bold"/>
                <a:sym typeface="Poppins Bold"/>
              </a:rPr>
              <a:t>286 Juta</a:t>
            </a:r>
          </a:p>
        </p:txBody>
      </p:sp>
      <p:sp>
        <p:nvSpPr>
          <p:cNvPr name="TextBox 83" id="83"/>
          <p:cNvSpPr txBox="true"/>
          <p:nvPr/>
        </p:nvSpPr>
        <p:spPr>
          <a:xfrm rot="0">
            <a:off x="10094767" y="4367900"/>
            <a:ext cx="2331274" cy="315359"/>
          </a:xfrm>
          <a:prstGeom prst="rect">
            <a:avLst/>
          </a:prstGeom>
        </p:spPr>
        <p:txBody>
          <a:bodyPr anchor="t" rtlCol="false" tIns="0" lIns="0" bIns="0" rIns="0">
            <a:spAutoFit/>
          </a:bodyPr>
          <a:lstStyle/>
          <a:p>
            <a:pPr algn="l">
              <a:lnSpc>
                <a:spcPts val="2277"/>
              </a:lnSpc>
            </a:pPr>
            <a:r>
              <a:rPr lang="en-US" sz="2070" b="true">
                <a:solidFill>
                  <a:srgbClr val="000000"/>
                </a:solidFill>
                <a:latin typeface="Poppins Bold"/>
                <a:ea typeface="Poppins Bold"/>
                <a:cs typeface="Poppins Bold"/>
                <a:sym typeface="Poppins Bold"/>
              </a:rPr>
              <a:t>598</a:t>
            </a:r>
            <a:r>
              <a:rPr lang="en-US" b="true" sz="2070">
                <a:solidFill>
                  <a:srgbClr val="000000"/>
                </a:solidFill>
                <a:latin typeface="Poppins Bold"/>
                <a:ea typeface="Poppins Bold"/>
                <a:cs typeface="Poppins Bold"/>
                <a:sym typeface="Poppins Bold"/>
              </a:rPr>
              <a:t> Juta</a:t>
            </a:r>
          </a:p>
        </p:txBody>
      </p:sp>
    </p:spTree>
  </p:cSld>
  <p:clrMapOvr>
    <a:masterClrMapping/>
  </p:clrMapOvr>
  <p:transition spd="slow">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34789" y="-2690181"/>
            <a:ext cx="21480183" cy="16593374"/>
          </a:xfrm>
          <a:custGeom>
            <a:avLst/>
            <a:gdLst/>
            <a:ahLst/>
            <a:cxnLst/>
            <a:rect r="r" b="b" t="t" l="l"/>
            <a:pathLst>
              <a:path h="16593374" w="21480183">
                <a:moveTo>
                  <a:pt x="0" y="0"/>
                </a:moveTo>
                <a:lnTo>
                  <a:pt x="21480182" y="0"/>
                </a:lnTo>
                <a:lnTo>
                  <a:pt x="21480182" y="16593374"/>
                </a:lnTo>
                <a:lnTo>
                  <a:pt x="0" y="16593374"/>
                </a:lnTo>
                <a:lnTo>
                  <a:pt x="0" y="0"/>
                </a:lnTo>
                <a:close/>
              </a:path>
            </a:pathLst>
          </a:custGeom>
          <a:blipFill>
            <a:blip r:embed="rId2">
              <a:alphaModFix amt="23000"/>
            </a:blip>
            <a:stretch>
              <a:fillRect l="-4020" t="0" r="-4020" b="0"/>
            </a:stretch>
          </a:blipFill>
        </p:spPr>
      </p:sp>
      <p:sp>
        <p:nvSpPr>
          <p:cNvPr name="AutoShape 3" id="3"/>
          <p:cNvSpPr/>
          <p:nvPr/>
        </p:nvSpPr>
        <p:spPr>
          <a:xfrm>
            <a:off x="-243795" y="9516504"/>
            <a:ext cx="18531795" cy="19050"/>
          </a:xfrm>
          <a:prstGeom prst="line">
            <a:avLst/>
          </a:prstGeom>
          <a:ln cap="flat" w="38100">
            <a:solidFill>
              <a:srgbClr val="000000"/>
            </a:solidFill>
            <a:prstDash val="sysDash"/>
            <a:headEnd type="none" len="sm" w="sm"/>
            <a:tailEnd type="none" len="sm" w="sm"/>
          </a:ln>
        </p:spPr>
      </p:sp>
      <p:grpSp>
        <p:nvGrpSpPr>
          <p:cNvPr name="Group 4" id="4"/>
          <p:cNvGrpSpPr/>
          <p:nvPr/>
        </p:nvGrpSpPr>
        <p:grpSpPr>
          <a:xfrm rot="0">
            <a:off x="240438" y="9601920"/>
            <a:ext cx="16877922" cy="600132"/>
            <a:chOff x="0" y="0"/>
            <a:chExt cx="22503897" cy="800176"/>
          </a:xfrm>
        </p:grpSpPr>
        <p:grpSp>
          <p:nvGrpSpPr>
            <p:cNvPr name="Group 5" id="5"/>
            <p:cNvGrpSpPr/>
            <p:nvPr/>
          </p:nvGrpSpPr>
          <p:grpSpPr>
            <a:xfrm rot="0">
              <a:off x="0" y="6193"/>
              <a:ext cx="5347837" cy="793983"/>
              <a:chOff x="0" y="0"/>
              <a:chExt cx="1056363" cy="156836"/>
            </a:xfrm>
          </p:grpSpPr>
          <p:sp>
            <p:nvSpPr>
              <p:cNvPr name="Freeform 6" id="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7" id="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8" id="8"/>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9" id="9"/>
            <p:cNvGrpSpPr/>
            <p:nvPr/>
          </p:nvGrpSpPr>
          <p:grpSpPr>
            <a:xfrm rot="0">
              <a:off x="4707376" y="0"/>
              <a:ext cx="5347837" cy="793983"/>
              <a:chOff x="0" y="0"/>
              <a:chExt cx="1056363" cy="156836"/>
            </a:xfrm>
          </p:grpSpPr>
          <p:sp>
            <p:nvSpPr>
              <p:cNvPr name="Freeform 10" id="1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1" id="1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2" id="12"/>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3" id="13"/>
            <p:cNvGrpSpPr/>
            <p:nvPr/>
          </p:nvGrpSpPr>
          <p:grpSpPr>
            <a:xfrm rot="0">
              <a:off x="8838517"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6" id="16"/>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7" id="17"/>
            <p:cNvGrpSpPr/>
            <p:nvPr/>
          </p:nvGrpSpPr>
          <p:grpSpPr>
            <a:xfrm rot="0">
              <a:off x="13154013" y="6193"/>
              <a:ext cx="5347837" cy="793983"/>
              <a:chOff x="0" y="0"/>
              <a:chExt cx="1056363" cy="156836"/>
            </a:xfrm>
          </p:grpSpPr>
          <p:sp>
            <p:nvSpPr>
              <p:cNvPr name="Freeform 18" id="1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9" id="1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0" id="20"/>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1" id="21"/>
            <p:cNvGrpSpPr/>
            <p:nvPr/>
          </p:nvGrpSpPr>
          <p:grpSpPr>
            <a:xfrm rot="0">
              <a:off x="16106266" y="0"/>
              <a:ext cx="6397630" cy="793983"/>
              <a:chOff x="0" y="0"/>
              <a:chExt cx="1263729" cy="156836"/>
            </a:xfrm>
          </p:grpSpPr>
          <p:sp>
            <p:nvSpPr>
              <p:cNvPr name="Freeform 22" id="22"/>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3" id="23"/>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4" id="24"/>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5" id="25"/>
          <p:cNvGrpSpPr/>
          <p:nvPr/>
        </p:nvGrpSpPr>
        <p:grpSpPr>
          <a:xfrm rot="0">
            <a:off x="16443867" y="9362871"/>
            <a:ext cx="996408" cy="1848257"/>
            <a:chOff x="0" y="0"/>
            <a:chExt cx="438186" cy="812800"/>
          </a:xfrm>
        </p:grpSpPr>
        <p:sp>
          <p:nvSpPr>
            <p:cNvPr name="Freeform 26" id="26"/>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7" id="27"/>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28" id="28"/>
          <p:cNvGrpSpPr/>
          <p:nvPr/>
        </p:nvGrpSpPr>
        <p:grpSpPr>
          <a:xfrm rot="0">
            <a:off x="9928132" y="367623"/>
            <a:ext cx="10518768" cy="782054"/>
            <a:chOff x="0" y="0"/>
            <a:chExt cx="4462095" cy="331750"/>
          </a:xfrm>
        </p:grpSpPr>
        <p:sp>
          <p:nvSpPr>
            <p:cNvPr name="Freeform 29" id="29"/>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0" id="30"/>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31" id="31"/>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32" id="32"/>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33" id="33"/>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34" id="34"/>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35" id="35"/>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36" id="36"/>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37" id="37"/>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grpSp>
        <p:nvGrpSpPr>
          <p:cNvPr name="Group 38" id="38"/>
          <p:cNvGrpSpPr/>
          <p:nvPr/>
        </p:nvGrpSpPr>
        <p:grpSpPr>
          <a:xfrm rot="5400000">
            <a:off x="2916446" y="-3969355"/>
            <a:ext cx="2507456" cy="11029754"/>
            <a:chOff x="0" y="0"/>
            <a:chExt cx="660400" cy="2904956"/>
          </a:xfrm>
        </p:grpSpPr>
        <p:sp>
          <p:nvSpPr>
            <p:cNvPr name="Freeform 39" id="39"/>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CE32"/>
              </a:solidFill>
              <a:prstDash val="solid"/>
              <a:miter/>
            </a:ln>
          </p:spPr>
        </p:sp>
        <p:sp>
          <p:nvSpPr>
            <p:cNvPr name="TextBox 40" id="40"/>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sp>
        <p:nvSpPr>
          <p:cNvPr name="Freeform 41" id="41"/>
          <p:cNvSpPr/>
          <p:nvPr/>
        </p:nvSpPr>
        <p:spPr>
          <a:xfrm flipH="false" flipV="false" rot="0">
            <a:off x="3047016" y="7267397"/>
            <a:ext cx="589002" cy="583112"/>
          </a:xfrm>
          <a:custGeom>
            <a:avLst/>
            <a:gdLst/>
            <a:ahLst/>
            <a:cxnLst/>
            <a:rect r="r" b="b" t="t" l="l"/>
            <a:pathLst>
              <a:path h="583112" w="589002">
                <a:moveTo>
                  <a:pt x="0" y="0"/>
                </a:moveTo>
                <a:lnTo>
                  <a:pt x="589002" y="0"/>
                </a:lnTo>
                <a:lnTo>
                  <a:pt x="589002" y="583111"/>
                </a:lnTo>
                <a:lnTo>
                  <a:pt x="0" y="583111"/>
                </a:lnTo>
                <a:lnTo>
                  <a:pt x="0" y="0"/>
                </a:lnTo>
                <a:close/>
              </a:path>
            </a:pathLst>
          </a:custGeom>
          <a:blipFill>
            <a:blip r:embed="rId10"/>
            <a:stretch>
              <a:fillRect l="0" t="0" r="0" b="0"/>
            </a:stretch>
          </a:blipFill>
        </p:spPr>
      </p:sp>
      <p:sp>
        <p:nvSpPr>
          <p:cNvPr name="Freeform 42" id="42"/>
          <p:cNvSpPr/>
          <p:nvPr/>
        </p:nvSpPr>
        <p:spPr>
          <a:xfrm flipH="false" flipV="false" rot="0">
            <a:off x="5803805" y="7558952"/>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3" id="43"/>
          <p:cNvSpPr/>
          <p:nvPr/>
        </p:nvSpPr>
        <p:spPr>
          <a:xfrm flipH="false" flipV="false" rot="0">
            <a:off x="4800116" y="7359598"/>
            <a:ext cx="495869" cy="490910"/>
          </a:xfrm>
          <a:custGeom>
            <a:avLst/>
            <a:gdLst/>
            <a:ahLst/>
            <a:cxnLst/>
            <a:rect r="r" b="b" t="t" l="l"/>
            <a:pathLst>
              <a:path h="490910" w="495869">
                <a:moveTo>
                  <a:pt x="0" y="0"/>
                </a:moveTo>
                <a:lnTo>
                  <a:pt x="495869" y="0"/>
                </a:lnTo>
                <a:lnTo>
                  <a:pt x="495869" y="490910"/>
                </a:lnTo>
                <a:lnTo>
                  <a:pt x="0" y="490910"/>
                </a:lnTo>
                <a:lnTo>
                  <a:pt x="0" y="0"/>
                </a:lnTo>
                <a:close/>
              </a:path>
            </a:pathLst>
          </a:custGeom>
          <a:blipFill>
            <a:blip r:embed="rId10"/>
            <a:stretch>
              <a:fillRect l="0" t="0" r="0" b="0"/>
            </a:stretch>
          </a:blipFill>
        </p:spPr>
      </p:sp>
      <p:sp>
        <p:nvSpPr>
          <p:cNvPr name="Freeform 44" id="44"/>
          <p:cNvSpPr/>
          <p:nvPr/>
        </p:nvSpPr>
        <p:spPr>
          <a:xfrm flipH="false" flipV="false" rot="0">
            <a:off x="3341517" y="8514914"/>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5" id="45"/>
          <p:cNvSpPr/>
          <p:nvPr/>
        </p:nvSpPr>
        <p:spPr>
          <a:xfrm flipH="false" flipV="false" rot="0">
            <a:off x="8200207" y="3472381"/>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6" id="46"/>
          <p:cNvSpPr/>
          <p:nvPr/>
        </p:nvSpPr>
        <p:spPr>
          <a:xfrm flipH="false" flipV="false" rot="0">
            <a:off x="7116300" y="4851944"/>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7" id="47"/>
          <p:cNvSpPr/>
          <p:nvPr/>
        </p:nvSpPr>
        <p:spPr>
          <a:xfrm flipH="false" flipV="false" rot="0">
            <a:off x="11765005" y="4205543"/>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8" id="48"/>
          <p:cNvSpPr/>
          <p:nvPr/>
        </p:nvSpPr>
        <p:spPr>
          <a:xfrm flipH="false" flipV="false" rot="0">
            <a:off x="11176003" y="3594644"/>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49" id="49"/>
          <p:cNvSpPr/>
          <p:nvPr/>
        </p:nvSpPr>
        <p:spPr>
          <a:xfrm flipH="false" flipV="false" rot="0">
            <a:off x="12882266" y="2359051"/>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0" id="50"/>
          <p:cNvSpPr/>
          <p:nvPr/>
        </p:nvSpPr>
        <p:spPr>
          <a:xfrm flipH="false" flipV="false" rot="0">
            <a:off x="13715325" y="2359051"/>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1" id="51"/>
          <p:cNvSpPr/>
          <p:nvPr/>
        </p:nvSpPr>
        <p:spPr>
          <a:xfrm flipH="false" flipV="false" rot="0">
            <a:off x="13715325" y="1545522"/>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2" id="52"/>
          <p:cNvSpPr/>
          <p:nvPr/>
        </p:nvSpPr>
        <p:spPr>
          <a:xfrm flipH="false" flipV="false" rot="0">
            <a:off x="9096049" y="3215974"/>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3" id="53"/>
          <p:cNvSpPr/>
          <p:nvPr/>
        </p:nvSpPr>
        <p:spPr>
          <a:xfrm flipH="false" flipV="false" rot="0">
            <a:off x="14893329" y="6901338"/>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4" id="54"/>
          <p:cNvSpPr/>
          <p:nvPr/>
        </p:nvSpPr>
        <p:spPr>
          <a:xfrm flipH="false" flipV="false" rot="0">
            <a:off x="15758534" y="7165299"/>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5" id="55"/>
          <p:cNvSpPr/>
          <p:nvPr/>
        </p:nvSpPr>
        <p:spPr>
          <a:xfrm flipH="false" flipV="false" rot="0">
            <a:off x="15854865" y="2042381"/>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6" id="56"/>
          <p:cNvSpPr/>
          <p:nvPr/>
        </p:nvSpPr>
        <p:spPr>
          <a:xfrm flipH="false" flipV="false" rot="0">
            <a:off x="11230819" y="7484450"/>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Freeform 57" id="57"/>
          <p:cNvSpPr/>
          <p:nvPr/>
        </p:nvSpPr>
        <p:spPr>
          <a:xfrm flipH="false" flipV="false" rot="0">
            <a:off x="14459881" y="3763937"/>
            <a:ext cx="589002" cy="583112"/>
          </a:xfrm>
          <a:custGeom>
            <a:avLst/>
            <a:gdLst/>
            <a:ahLst/>
            <a:cxnLst/>
            <a:rect r="r" b="b" t="t" l="l"/>
            <a:pathLst>
              <a:path h="583112" w="589002">
                <a:moveTo>
                  <a:pt x="0" y="0"/>
                </a:moveTo>
                <a:lnTo>
                  <a:pt x="589002" y="0"/>
                </a:lnTo>
                <a:lnTo>
                  <a:pt x="589002" y="583112"/>
                </a:lnTo>
                <a:lnTo>
                  <a:pt x="0" y="583112"/>
                </a:lnTo>
                <a:lnTo>
                  <a:pt x="0" y="0"/>
                </a:lnTo>
                <a:close/>
              </a:path>
            </a:pathLst>
          </a:custGeom>
          <a:blipFill>
            <a:blip r:embed="rId10"/>
            <a:stretch>
              <a:fillRect l="0" t="0" r="0" b="0"/>
            </a:stretch>
          </a:blipFill>
        </p:spPr>
      </p:sp>
      <p:sp>
        <p:nvSpPr>
          <p:cNvPr name="TextBox 58" id="58"/>
          <p:cNvSpPr txBox="true"/>
          <p:nvPr/>
        </p:nvSpPr>
        <p:spPr>
          <a:xfrm rot="0">
            <a:off x="16780964" y="9421254"/>
            <a:ext cx="322213"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3</a:t>
            </a:r>
          </a:p>
        </p:txBody>
      </p:sp>
      <p:sp>
        <p:nvSpPr>
          <p:cNvPr name="TextBox 59" id="59"/>
          <p:cNvSpPr txBox="true"/>
          <p:nvPr/>
        </p:nvSpPr>
        <p:spPr>
          <a:xfrm rot="0">
            <a:off x="920833" y="549270"/>
            <a:ext cx="7758566" cy="2002028"/>
          </a:xfrm>
          <a:prstGeom prst="rect">
            <a:avLst/>
          </a:prstGeom>
        </p:spPr>
        <p:txBody>
          <a:bodyPr anchor="t" rtlCol="false" tIns="0" lIns="0" bIns="0" rIns="0">
            <a:spAutoFit/>
          </a:bodyPr>
          <a:lstStyle/>
          <a:p>
            <a:pPr algn="l">
              <a:lnSpc>
                <a:spcPts val="7578"/>
              </a:lnSpc>
            </a:pPr>
            <a:r>
              <a:rPr lang="en-US" b="true" sz="6889">
                <a:solidFill>
                  <a:srgbClr val="FFFFFC"/>
                </a:solidFill>
                <a:latin typeface="Poppins Bold"/>
                <a:ea typeface="Poppins Bold"/>
                <a:cs typeface="Poppins Bold"/>
                <a:sym typeface="Poppins Bold"/>
              </a:rPr>
              <a:t>What If </a:t>
            </a:r>
            <a:r>
              <a:rPr lang="en-US" sz="6889" b="true">
                <a:solidFill>
                  <a:srgbClr val="FFCE32"/>
                </a:solidFill>
                <a:latin typeface="Poppins Bold"/>
                <a:ea typeface="Poppins Bold"/>
                <a:cs typeface="Poppins Bold"/>
                <a:sym typeface="Poppins Bold"/>
              </a:rPr>
              <a:t>Diabetes</a:t>
            </a:r>
            <a:r>
              <a:rPr lang="en-US" b="true" sz="6889">
                <a:solidFill>
                  <a:srgbClr val="FFFFFC"/>
                </a:solidFill>
                <a:latin typeface="Poppins Bold"/>
                <a:ea typeface="Poppins Bold"/>
                <a:cs typeface="Poppins Bold"/>
                <a:sym typeface="Poppins Bold"/>
              </a:rPr>
              <a:t> Were a Country?</a:t>
            </a:r>
          </a:p>
        </p:txBody>
      </p:sp>
      <p:grpSp>
        <p:nvGrpSpPr>
          <p:cNvPr name="Group 60" id="60"/>
          <p:cNvGrpSpPr/>
          <p:nvPr/>
        </p:nvGrpSpPr>
        <p:grpSpPr>
          <a:xfrm rot="0">
            <a:off x="422379" y="3215974"/>
            <a:ext cx="5970427" cy="1714965"/>
            <a:chOff x="0" y="0"/>
            <a:chExt cx="7960570" cy="2286619"/>
          </a:xfrm>
        </p:grpSpPr>
        <p:sp>
          <p:nvSpPr>
            <p:cNvPr name="TextBox 61" id="61"/>
            <p:cNvSpPr txBox="true"/>
            <p:nvPr/>
          </p:nvSpPr>
          <p:spPr>
            <a:xfrm rot="0">
              <a:off x="0" y="0"/>
              <a:ext cx="7357357" cy="1620706"/>
            </a:xfrm>
            <a:prstGeom prst="rect">
              <a:avLst/>
            </a:prstGeom>
          </p:spPr>
          <p:txBody>
            <a:bodyPr anchor="t" rtlCol="false" tIns="0" lIns="0" bIns="0" rIns="0">
              <a:spAutoFit/>
            </a:bodyPr>
            <a:lstStyle/>
            <a:p>
              <a:pPr algn="ctr">
                <a:lnSpc>
                  <a:spcPts val="8776"/>
                </a:lnSpc>
              </a:pPr>
              <a:r>
                <a:rPr lang="en-US" sz="7978" b="true">
                  <a:solidFill>
                    <a:srgbClr val="CD0606"/>
                  </a:solidFill>
                  <a:latin typeface="Poppins Bold"/>
                  <a:ea typeface="Poppins Bold"/>
                  <a:cs typeface="Poppins Bold"/>
                  <a:sym typeface="Poppins Bold"/>
                </a:rPr>
                <a:t>598 JUTA</a:t>
              </a:r>
            </a:p>
          </p:txBody>
        </p:sp>
        <p:sp>
          <p:nvSpPr>
            <p:cNvPr name="TextBox 62" id="62"/>
            <p:cNvSpPr txBox="true"/>
            <p:nvPr/>
          </p:nvSpPr>
          <p:spPr>
            <a:xfrm rot="0">
              <a:off x="603213" y="1399490"/>
              <a:ext cx="7357357" cy="887129"/>
            </a:xfrm>
            <a:prstGeom prst="rect">
              <a:avLst/>
            </a:prstGeom>
          </p:spPr>
          <p:txBody>
            <a:bodyPr anchor="t" rtlCol="false" tIns="0" lIns="0" bIns="0" rIns="0">
              <a:spAutoFit/>
            </a:bodyPr>
            <a:lstStyle/>
            <a:p>
              <a:pPr algn="l">
                <a:lnSpc>
                  <a:spcPts val="4868"/>
                </a:lnSpc>
              </a:pPr>
              <a:r>
                <a:rPr lang="en-US" sz="4426" b="true">
                  <a:solidFill>
                    <a:srgbClr val="457A00"/>
                  </a:solidFill>
                  <a:latin typeface="Poppins Bold"/>
                  <a:ea typeface="Poppins Bold"/>
                  <a:cs typeface="Poppins Bold"/>
                  <a:sym typeface="Poppins Bold"/>
                </a:rPr>
                <a:t>Penderita global</a:t>
              </a:r>
            </a:p>
          </p:txBody>
        </p:sp>
      </p:grpSp>
      <p:grpSp>
        <p:nvGrpSpPr>
          <p:cNvPr name="Group 63" id="63"/>
          <p:cNvGrpSpPr/>
          <p:nvPr/>
        </p:nvGrpSpPr>
        <p:grpSpPr>
          <a:xfrm rot="0">
            <a:off x="4336832" y="5606506"/>
            <a:ext cx="13004516" cy="2908408"/>
            <a:chOff x="0" y="0"/>
            <a:chExt cx="17339355" cy="3877878"/>
          </a:xfrm>
        </p:grpSpPr>
        <p:grpSp>
          <p:nvGrpSpPr>
            <p:cNvPr name="Group 64" id="64"/>
            <p:cNvGrpSpPr/>
            <p:nvPr/>
          </p:nvGrpSpPr>
          <p:grpSpPr>
            <a:xfrm rot="0">
              <a:off x="421058" y="0"/>
              <a:ext cx="16543085" cy="3877878"/>
              <a:chOff x="0" y="0"/>
              <a:chExt cx="2884340" cy="676120"/>
            </a:xfrm>
          </p:grpSpPr>
          <p:sp>
            <p:nvSpPr>
              <p:cNvPr name="Freeform 65" id="65"/>
              <p:cNvSpPr/>
              <p:nvPr/>
            </p:nvSpPr>
            <p:spPr>
              <a:xfrm flipH="false" flipV="false" rot="0">
                <a:off x="0" y="0"/>
                <a:ext cx="2884340" cy="676120"/>
              </a:xfrm>
              <a:custGeom>
                <a:avLst/>
                <a:gdLst/>
                <a:ahLst/>
                <a:cxnLst/>
                <a:rect r="r" b="b" t="t" l="l"/>
                <a:pathLst>
                  <a:path h="676120" w="2884340">
                    <a:moveTo>
                      <a:pt x="0" y="0"/>
                    </a:moveTo>
                    <a:lnTo>
                      <a:pt x="2884340" y="0"/>
                    </a:lnTo>
                    <a:lnTo>
                      <a:pt x="2884340" y="676120"/>
                    </a:lnTo>
                    <a:lnTo>
                      <a:pt x="0" y="676120"/>
                    </a:lnTo>
                    <a:close/>
                  </a:path>
                </a:pathLst>
              </a:custGeom>
              <a:solidFill>
                <a:srgbClr val="FFCE32"/>
              </a:solidFill>
              <a:ln w="47625" cap="sq">
                <a:solidFill>
                  <a:srgbClr val="000000"/>
                </a:solidFill>
                <a:prstDash val="solid"/>
                <a:miter/>
              </a:ln>
            </p:spPr>
          </p:sp>
          <p:sp>
            <p:nvSpPr>
              <p:cNvPr name="TextBox 66" id="66"/>
              <p:cNvSpPr txBox="true"/>
              <p:nvPr/>
            </p:nvSpPr>
            <p:spPr>
              <a:xfrm>
                <a:off x="0" y="-28575"/>
                <a:ext cx="2884340" cy="704695"/>
              </a:xfrm>
              <a:prstGeom prst="rect">
                <a:avLst/>
              </a:prstGeom>
            </p:spPr>
            <p:txBody>
              <a:bodyPr anchor="ctr" rtlCol="false" tIns="50800" lIns="50800" bIns="50800" rIns="50800"/>
              <a:lstStyle/>
              <a:p>
                <a:pPr algn="ctr">
                  <a:lnSpc>
                    <a:spcPts val="2380"/>
                  </a:lnSpc>
                </a:pPr>
              </a:p>
            </p:txBody>
          </p:sp>
        </p:grpSp>
        <p:sp>
          <p:nvSpPr>
            <p:cNvPr name="TextBox 67" id="67"/>
            <p:cNvSpPr txBox="true"/>
            <p:nvPr/>
          </p:nvSpPr>
          <p:spPr>
            <a:xfrm rot="0">
              <a:off x="0" y="915455"/>
              <a:ext cx="17339355" cy="2046967"/>
            </a:xfrm>
            <a:prstGeom prst="rect">
              <a:avLst/>
            </a:prstGeom>
          </p:spPr>
          <p:txBody>
            <a:bodyPr anchor="t" rtlCol="false" tIns="0" lIns="0" bIns="0" rIns="0">
              <a:spAutoFit/>
            </a:bodyPr>
            <a:lstStyle/>
            <a:p>
              <a:pPr algn="ctr">
                <a:lnSpc>
                  <a:spcPts val="5856"/>
                </a:lnSpc>
              </a:pPr>
              <a:r>
                <a:rPr lang="en-US" b="true" sz="5324">
                  <a:solidFill>
                    <a:srgbClr val="457A00"/>
                  </a:solidFill>
                  <a:latin typeface="Poppins Bold"/>
                  <a:ea typeface="Poppins Bold"/>
                  <a:cs typeface="Poppins Bold"/>
                  <a:sym typeface="Poppins Bold"/>
                </a:rPr>
                <a:t>Menyebabkan lebih dari </a:t>
              </a:r>
              <a:r>
                <a:rPr lang="en-US" b="true" sz="5324">
                  <a:solidFill>
                    <a:srgbClr val="C90000"/>
                  </a:solidFill>
                  <a:latin typeface="Poppins Bold"/>
                  <a:ea typeface="Poppins Bold"/>
                  <a:cs typeface="Poppins Bold"/>
                  <a:sym typeface="Poppins Bold"/>
                </a:rPr>
                <a:t>3,4 juta </a:t>
              </a:r>
              <a:r>
                <a:rPr lang="en-US" b="true" sz="5324">
                  <a:solidFill>
                    <a:srgbClr val="457A00"/>
                  </a:solidFill>
                  <a:latin typeface="Poppins Bold"/>
                  <a:ea typeface="Poppins Bold"/>
                  <a:cs typeface="Poppins Bold"/>
                  <a:sym typeface="Poppins Bold"/>
                </a:rPr>
                <a:t>kematian di dunia</a:t>
              </a:r>
            </a:p>
          </p:txBody>
        </p:sp>
      </p:grpSp>
      <p:sp>
        <p:nvSpPr>
          <p:cNvPr name="TextBox 68" id="68"/>
          <p:cNvSpPr txBox="true"/>
          <p:nvPr/>
        </p:nvSpPr>
        <p:spPr>
          <a:xfrm rot="0">
            <a:off x="8793307" y="8849253"/>
            <a:ext cx="7926597" cy="827619"/>
          </a:xfrm>
          <a:prstGeom prst="rect">
            <a:avLst/>
          </a:prstGeom>
        </p:spPr>
        <p:txBody>
          <a:bodyPr anchor="t" rtlCol="false" tIns="0" lIns="0" bIns="0" rIns="0">
            <a:spAutoFit/>
          </a:bodyPr>
          <a:lstStyle/>
          <a:p>
            <a:pPr algn="l">
              <a:lnSpc>
                <a:spcPts val="3167"/>
              </a:lnSpc>
            </a:pPr>
            <a:r>
              <a:rPr lang="en-US" sz="2879">
                <a:solidFill>
                  <a:srgbClr val="000000"/>
                </a:solidFill>
                <a:latin typeface="Poppins"/>
                <a:ea typeface="Poppins"/>
                <a:cs typeface="Poppins"/>
                <a:sym typeface="Poppins"/>
              </a:rPr>
              <a:t>(International Diabetes Federation, 2025)</a:t>
            </a:r>
          </a:p>
          <a:p>
            <a:pPr algn="l">
              <a:lnSpc>
                <a:spcPts val="3167"/>
              </a:lnSpc>
            </a:pP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860" y="-435551"/>
            <a:ext cx="18393898" cy="10722551"/>
          </a:xfrm>
          <a:custGeom>
            <a:avLst/>
            <a:gdLst/>
            <a:ahLst/>
            <a:cxnLst/>
            <a:rect r="r" b="b" t="t" l="l"/>
            <a:pathLst>
              <a:path h="10722551" w="18393898">
                <a:moveTo>
                  <a:pt x="0" y="0"/>
                </a:moveTo>
                <a:lnTo>
                  <a:pt x="18393898" y="0"/>
                </a:lnTo>
                <a:lnTo>
                  <a:pt x="18393898" y="10722551"/>
                </a:lnTo>
                <a:lnTo>
                  <a:pt x="0" y="10722551"/>
                </a:lnTo>
                <a:lnTo>
                  <a:pt x="0" y="0"/>
                </a:lnTo>
                <a:close/>
              </a:path>
            </a:pathLst>
          </a:custGeom>
          <a:blipFill>
            <a:blip r:embed="rId2">
              <a:alphaModFix amt="36000"/>
            </a:blip>
            <a:stretch>
              <a:fillRect l="0" t="-13385" r="0" b="-13385"/>
            </a:stretch>
          </a:blipFill>
        </p:spPr>
      </p:sp>
      <p:grpSp>
        <p:nvGrpSpPr>
          <p:cNvPr name="Group 3" id="3"/>
          <p:cNvGrpSpPr/>
          <p:nvPr/>
        </p:nvGrpSpPr>
        <p:grpSpPr>
          <a:xfrm rot="0">
            <a:off x="-1570198" y="1801549"/>
            <a:ext cx="20499193" cy="11665146"/>
            <a:chOff x="0" y="0"/>
            <a:chExt cx="5398964" cy="3072302"/>
          </a:xfrm>
        </p:grpSpPr>
        <p:sp>
          <p:nvSpPr>
            <p:cNvPr name="Freeform 4" id="4"/>
            <p:cNvSpPr/>
            <p:nvPr/>
          </p:nvSpPr>
          <p:spPr>
            <a:xfrm flipH="false" flipV="false" rot="0">
              <a:off x="0" y="0"/>
              <a:ext cx="5398965" cy="3072302"/>
            </a:xfrm>
            <a:custGeom>
              <a:avLst/>
              <a:gdLst/>
              <a:ahLst/>
              <a:cxnLst/>
              <a:rect r="r" b="b" t="t" l="l"/>
              <a:pathLst>
                <a:path h="3072302" w="5398965">
                  <a:moveTo>
                    <a:pt x="37767" y="0"/>
                  </a:moveTo>
                  <a:lnTo>
                    <a:pt x="5361198" y="0"/>
                  </a:lnTo>
                  <a:cubicBezTo>
                    <a:pt x="5382056" y="0"/>
                    <a:pt x="5398965" y="16909"/>
                    <a:pt x="5398965" y="37767"/>
                  </a:cubicBezTo>
                  <a:lnTo>
                    <a:pt x="5398965" y="3034535"/>
                  </a:lnTo>
                  <a:cubicBezTo>
                    <a:pt x="5398965" y="3055393"/>
                    <a:pt x="5382056" y="3072302"/>
                    <a:pt x="5361198" y="3072302"/>
                  </a:cubicBezTo>
                  <a:lnTo>
                    <a:pt x="37767" y="3072302"/>
                  </a:lnTo>
                  <a:cubicBezTo>
                    <a:pt x="16909" y="3072302"/>
                    <a:pt x="0" y="3055393"/>
                    <a:pt x="0" y="3034535"/>
                  </a:cubicBezTo>
                  <a:lnTo>
                    <a:pt x="0" y="37767"/>
                  </a:lnTo>
                  <a:cubicBezTo>
                    <a:pt x="0" y="16909"/>
                    <a:pt x="16909" y="0"/>
                    <a:pt x="37767" y="0"/>
                  </a:cubicBezTo>
                  <a:close/>
                </a:path>
              </a:pathLst>
            </a:custGeom>
            <a:gradFill rotWithShape="true">
              <a:gsLst>
                <a:gs pos="0">
                  <a:srgbClr val="D2EDB3">
                    <a:alpha val="52000"/>
                  </a:srgbClr>
                </a:gs>
                <a:gs pos="50000">
                  <a:srgbClr val="75C025">
                    <a:alpha val="52000"/>
                  </a:srgbClr>
                </a:gs>
                <a:gs pos="100000">
                  <a:srgbClr val="25490D">
                    <a:alpha val="52000"/>
                  </a:srgbClr>
                </a:gs>
              </a:gsLst>
              <a:lin ang="5400000"/>
            </a:gradFill>
            <a:ln w="76200" cap="rnd">
              <a:solidFill>
                <a:srgbClr val="000000">
                  <a:alpha val="51765"/>
                </a:srgbClr>
              </a:solidFill>
              <a:prstDash val="solid"/>
              <a:round/>
            </a:ln>
          </p:spPr>
        </p:sp>
        <p:sp>
          <p:nvSpPr>
            <p:cNvPr name="TextBox 5" id="5"/>
            <p:cNvSpPr txBox="true"/>
            <p:nvPr/>
          </p:nvSpPr>
          <p:spPr>
            <a:xfrm>
              <a:off x="0" y="0"/>
              <a:ext cx="5398964" cy="3072302"/>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391165" y="-50690"/>
            <a:ext cx="19134073" cy="1918706"/>
            <a:chOff x="0" y="0"/>
            <a:chExt cx="5039427" cy="505338"/>
          </a:xfrm>
        </p:grpSpPr>
        <p:sp>
          <p:nvSpPr>
            <p:cNvPr name="Freeform 28" id="28"/>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FFFFFC"/>
            </a:solidFill>
            <a:ln cap="sq">
              <a:noFill/>
              <a:prstDash val="solid"/>
              <a:miter/>
            </a:ln>
          </p:spPr>
        </p:sp>
        <p:sp>
          <p:nvSpPr>
            <p:cNvPr name="TextBox 29" id="29"/>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sp>
        <p:nvSpPr>
          <p:cNvPr name="Freeform 30" id="30"/>
          <p:cNvSpPr/>
          <p:nvPr/>
        </p:nvSpPr>
        <p:spPr>
          <a:xfrm flipH="false" flipV="false" rot="0">
            <a:off x="-406397" y="-50690"/>
            <a:ext cx="19100795" cy="1918706"/>
          </a:xfrm>
          <a:custGeom>
            <a:avLst/>
            <a:gdLst/>
            <a:ahLst/>
            <a:cxnLst/>
            <a:rect r="r" b="b" t="t" l="l"/>
            <a:pathLst>
              <a:path h="1918706" w="19100795">
                <a:moveTo>
                  <a:pt x="0" y="0"/>
                </a:moveTo>
                <a:lnTo>
                  <a:pt x="19100794" y="0"/>
                </a:lnTo>
                <a:lnTo>
                  <a:pt x="19100794" y="1918706"/>
                </a:lnTo>
                <a:lnTo>
                  <a:pt x="0" y="1918706"/>
                </a:lnTo>
                <a:lnTo>
                  <a:pt x="0" y="0"/>
                </a:lnTo>
                <a:close/>
              </a:path>
            </a:pathLst>
          </a:custGeom>
          <a:blipFill>
            <a:blip r:embed="rId3">
              <a:alphaModFix amt="51000"/>
            </a:blip>
            <a:stretch>
              <a:fillRect l="0" t="-441691" r="0" b="-204936"/>
            </a:stretch>
          </a:blipFill>
          <a:ln w="57150" cap="sq">
            <a:solidFill>
              <a:srgbClr val="000000">
                <a:alpha val="50980"/>
              </a:srgbClr>
            </a:solidFill>
            <a:prstDash val="solid"/>
            <a:miter/>
          </a:ln>
        </p:spPr>
      </p:sp>
      <p:grpSp>
        <p:nvGrpSpPr>
          <p:cNvPr name="Group 31" id="31"/>
          <p:cNvGrpSpPr/>
          <p:nvPr/>
        </p:nvGrpSpPr>
        <p:grpSpPr>
          <a:xfrm rot="0">
            <a:off x="16443867" y="9362871"/>
            <a:ext cx="996408" cy="1848257"/>
            <a:chOff x="0" y="0"/>
            <a:chExt cx="1328544" cy="2464343"/>
          </a:xfrm>
        </p:grpSpPr>
        <p:grpSp>
          <p:nvGrpSpPr>
            <p:cNvPr name="Group 32" id="32"/>
            <p:cNvGrpSpPr/>
            <p:nvPr/>
          </p:nvGrpSpPr>
          <p:grpSpPr>
            <a:xfrm rot="0">
              <a:off x="0" y="0"/>
              <a:ext cx="1328544" cy="2464343"/>
              <a:chOff x="0" y="0"/>
              <a:chExt cx="438186" cy="812800"/>
            </a:xfrm>
          </p:grpSpPr>
          <p:sp>
            <p:nvSpPr>
              <p:cNvPr name="Freeform 33" id="33"/>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4" id="34"/>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35" id="35"/>
            <p:cNvSpPr txBox="true"/>
            <p:nvPr/>
          </p:nvSpPr>
          <p:spPr>
            <a:xfrm rot="0">
              <a:off x="461568" y="115943"/>
              <a:ext cx="405408" cy="962923"/>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4</a:t>
              </a:r>
            </a:p>
          </p:txBody>
        </p:sp>
      </p:grpSp>
      <p:grpSp>
        <p:nvGrpSpPr>
          <p:cNvPr name="Group 36" id="36"/>
          <p:cNvGrpSpPr/>
          <p:nvPr/>
        </p:nvGrpSpPr>
        <p:grpSpPr>
          <a:xfrm rot="0">
            <a:off x="9928132" y="367623"/>
            <a:ext cx="10518768" cy="782054"/>
            <a:chOff x="0" y="0"/>
            <a:chExt cx="4462095" cy="331750"/>
          </a:xfrm>
        </p:grpSpPr>
        <p:sp>
          <p:nvSpPr>
            <p:cNvPr name="Freeform 37" id="37"/>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8" id="38"/>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39" id="39"/>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4"/>
            <a:stretch>
              <a:fillRect l="0" t="-3206" r="0" b="-3206"/>
            </a:stretch>
          </a:blipFill>
        </p:spPr>
      </p:sp>
      <p:sp>
        <p:nvSpPr>
          <p:cNvPr name="Freeform 40" id="40"/>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5"/>
            <a:stretch>
              <a:fillRect l="0" t="-3206" r="0" b="-3206"/>
            </a:stretch>
          </a:blipFill>
        </p:spPr>
      </p:sp>
      <p:sp>
        <p:nvSpPr>
          <p:cNvPr name="Freeform 41" id="41"/>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6"/>
            <a:stretch>
              <a:fillRect l="0" t="-3206" r="0" b="-3206"/>
            </a:stretch>
          </a:blipFill>
        </p:spPr>
      </p:sp>
      <p:sp>
        <p:nvSpPr>
          <p:cNvPr name="Freeform 42" id="42"/>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7"/>
            <a:stretch>
              <a:fillRect l="0" t="-3206" r="0" b="-3206"/>
            </a:stretch>
          </a:blipFill>
        </p:spPr>
      </p:sp>
      <p:sp>
        <p:nvSpPr>
          <p:cNvPr name="Freeform 43" id="43"/>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8"/>
            <a:stretch>
              <a:fillRect l="-1233" t="0" r="-1233" b="-1399"/>
            </a:stretch>
          </a:blipFill>
        </p:spPr>
      </p:sp>
      <p:sp>
        <p:nvSpPr>
          <p:cNvPr name="Freeform 44" id="44"/>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9"/>
            <a:stretch>
              <a:fillRect l="-76" t="0" r="-76" b="-692"/>
            </a:stretch>
          </a:blipFill>
        </p:spPr>
      </p:sp>
      <p:sp>
        <p:nvSpPr>
          <p:cNvPr name="Freeform 45" id="45"/>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10"/>
            <a:stretch>
              <a:fillRect l="0" t="-7113" r="-5929" b="-7113"/>
            </a:stretch>
          </a:blipFill>
        </p:spPr>
      </p:sp>
      <p:grpSp>
        <p:nvGrpSpPr>
          <p:cNvPr name="Group 46" id="46"/>
          <p:cNvGrpSpPr/>
          <p:nvPr/>
        </p:nvGrpSpPr>
        <p:grpSpPr>
          <a:xfrm rot="5400000">
            <a:off x="2916446" y="-3969355"/>
            <a:ext cx="2507456" cy="11029754"/>
            <a:chOff x="0" y="0"/>
            <a:chExt cx="660400" cy="2904956"/>
          </a:xfrm>
        </p:grpSpPr>
        <p:sp>
          <p:nvSpPr>
            <p:cNvPr name="Freeform 47" id="47"/>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CE32"/>
              </a:solidFill>
              <a:prstDash val="solid"/>
              <a:miter/>
            </a:ln>
          </p:spPr>
        </p:sp>
        <p:sp>
          <p:nvSpPr>
            <p:cNvPr name="TextBox 48" id="48"/>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sp>
        <p:nvSpPr>
          <p:cNvPr name="Freeform 49" id="49"/>
          <p:cNvSpPr/>
          <p:nvPr/>
        </p:nvSpPr>
        <p:spPr>
          <a:xfrm flipH="false" flipV="false" rot="0">
            <a:off x="8122716" y="3243308"/>
            <a:ext cx="9906135" cy="3816402"/>
          </a:xfrm>
          <a:custGeom>
            <a:avLst/>
            <a:gdLst/>
            <a:ahLst/>
            <a:cxnLst/>
            <a:rect r="r" b="b" t="t" l="l"/>
            <a:pathLst>
              <a:path h="3816402" w="9906135">
                <a:moveTo>
                  <a:pt x="0" y="0"/>
                </a:moveTo>
                <a:lnTo>
                  <a:pt x="9906135" y="0"/>
                </a:lnTo>
                <a:lnTo>
                  <a:pt x="9906135" y="3816402"/>
                </a:lnTo>
                <a:lnTo>
                  <a:pt x="0" y="3816402"/>
                </a:lnTo>
                <a:lnTo>
                  <a:pt x="0" y="0"/>
                </a:lnTo>
                <a:close/>
              </a:path>
            </a:pathLst>
          </a:custGeom>
          <a:blipFill>
            <a:blip r:embed="rId11"/>
            <a:stretch>
              <a:fillRect l="0" t="0" r="0" b="0"/>
            </a:stretch>
          </a:blipFill>
          <a:ln cap="sq">
            <a:noFill/>
            <a:prstDash val="solid"/>
            <a:miter/>
          </a:ln>
        </p:spPr>
      </p:sp>
      <p:grpSp>
        <p:nvGrpSpPr>
          <p:cNvPr name="Group 50" id="50"/>
          <p:cNvGrpSpPr/>
          <p:nvPr/>
        </p:nvGrpSpPr>
        <p:grpSpPr>
          <a:xfrm rot="0">
            <a:off x="444997" y="7821710"/>
            <a:ext cx="17583854" cy="1250577"/>
            <a:chOff x="0" y="0"/>
            <a:chExt cx="4631139" cy="329370"/>
          </a:xfrm>
        </p:grpSpPr>
        <p:sp>
          <p:nvSpPr>
            <p:cNvPr name="Freeform 51" id="51"/>
            <p:cNvSpPr/>
            <p:nvPr/>
          </p:nvSpPr>
          <p:spPr>
            <a:xfrm flipH="false" flipV="false" rot="0">
              <a:off x="0" y="0"/>
              <a:ext cx="4631139" cy="329370"/>
            </a:xfrm>
            <a:custGeom>
              <a:avLst/>
              <a:gdLst/>
              <a:ahLst/>
              <a:cxnLst/>
              <a:rect r="r" b="b" t="t" l="l"/>
              <a:pathLst>
                <a:path h="329370" w="4631139">
                  <a:moveTo>
                    <a:pt x="0" y="0"/>
                  </a:moveTo>
                  <a:lnTo>
                    <a:pt x="4631139" y="0"/>
                  </a:lnTo>
                  <a:lnTo>
                    <a:pt x="4631139" y="329370"/>
                  </a:lnTo>
                  <a:lnTo>
                    <a:pt x="0" y="329370"/>
                  </a:lnTo>
                  <a:close/>
                </a:path>
              </a:pathLst>
            </a:custGeom>
            <a:solidFill>
              <a:srgbClr val="CD0606"/>
            </a:solidFill>
            <a:ln w="38100" cap="sq">
              <a:solidFill>
                <a:srgbClr val="FFCE32"/>
              </a:solidFill>
              <a:prstDash val="solid"/>
              <a:miter/>
            </a:ln>
          </p:spPr>
        </p:sp>
        <p:sp>
          <p:nvSpPr>
            <p:cNvPr name="TextBox 52" id="52"/>
            <p:cNvSpPr txBox="true"/>
            <p:nvPr/>
          </p:nvSpPr>
          <p:spPr>
            <a:xfrm>
              <a:off x="0" y="-28575"/>
              <a:ext cx="4631139" cy="357945"/>
            </a:xfrm>
            <a:prstGeom prst="rect">
              <a:avLst/>
            </a:prstGeom>
          </p:spPr>
          <p:txBody>
            <a:bodyPr anchor="ctr" rtlCol="false" tIns="50800" lIns="50800" bIns="50800" rIns="50800"/>
            <a:lstStyle/>
            <a:p>
              <a:pPr algn="ctr">
                <a:lnSpc>
                  <a:spcPts val="2380"/>
                </a:lnSpc>
              </a:pPr>
            </a:p>
          </p:txBody>
        </p:sp>
      </p:grpSp>
      <p:sp>
        <p:nvSpPr>
          <p:cNvPr name="TextBox 53" id="53"/>
          <p:cNvSpPr txBox="true"/>
          <p:nvPr/>
        </p:nvSpPr>
        <p:spPr>
          <a:xfrm rot="0">
            <a:off x="444997" y="569121"/>
            <a:ext cx="8437055" cy="1982646"/>
          </a:xfrm>
          <a:prstGeom prst="rect">
            <a:avLst/>
          </a:prstGeom>
        </p:spPr>
        <p:txBody>
          <a:bodyPr anchor="t" rtlCol="false" tIns="0" lIns="0" bIns="0" rIns="0">
            <a:spAutoFit/>
          </a:bodyPr>
          <a:lstStyle/>
          <a:p>
            <a:pPr algn="l">
              <a:lnSpc>
                <a:spcPts val="7550"/>
              </a:lnSpc>
            </a:pPr>
            <a:r>
              <a:rPr lang="en-US" sz="6863" b="true">
                <a:solidFill>
                  <a:srgbClr val="FDFDFD"/>
                </a:solidFill>
                <a:latin typeface="Poppins Bold"/>
                <a:ea typeface="Poppins Bold"/>
                <a:cs typeface="Poppins Bold"/>
                <a:sym typeface="Poppins Bold"/>
              </a:rPr>
              <a:t>Indonesia Darurat Diabetes!</a:t>
            </a:r>
          </a:p>
        </p:txBody>
      </p:sp>
      <p:sp>
        <p:nvSpPr>
          <p:cNvPr name="TextBox 54" id="54"/>
          <p:cNvSpPr txBox="true"/>
          <p:nvPr/>
        </p:nvSpPr>
        <p:spPr>
          <a:xfrm rot="0">
            <a:off x="668065" y="4153931"/>
            <a:ext cx="7897509" cy="1562636"/>
          </a:xfrm>
          <a:prstGeom prst="rect">
            <a:avLst/>
          </a:prstGeom>
        </p:spPr>
        <p:txBody>
          <a:bodyPr anchor="t" rtlCol="false" tIns="0" lIns="0" bIns="0" rIns="0">
            <a:spAutoFit/>
          </a:bodyPr>
          <a:lstStyle/>
          <a:p>
            <a:pPr algn="ctr">
              <a:lnSpc>
                <a:spcPts val="11216"/>
              </a:lnSpc>
            </a:pPr>
            <a:r>
              <a:rPr lang="en-US" b="true" sz="10385">
                <a:solidFill>
                  <a:srgbClr val="CD0606"/>
                </a:solidFill>
                <a:latin typeface="Poppins Bold"/>
                <a:ea typeface="Poppins Bold"/>
                <a:cs typeface="Poppins Bold"/>
                <a:sym typeface="Poppins Bold"/>
              </a:rPr>
              <a:t>20,4 Juta </a:t>
            </a:r>
          </a:p>
        </p:txBody>
      </p:sp>
      <p:sp>
        <p:nvSpPr>
          <p:cNvPr name="TextBox 55" id="55"/>
          <p:cNvSpPr txBox="true"/>
          <p:nvPr/>
        </p:nvSpPr>
        <p:spPr>
          <a:xfrm rot="0">
            <a:off x="234627" y="5758954"/>
            <a:ext cx="8273681" cy="759437"/>
          </a:xfrm>
          <a:prstGeom prst="rect">
            <a:avLst/>
          </a:prstGeom>
        </p:spPr>
        <p:txBody>
          <a:bodyPr anchor="t" rtlCol="false" tIns="0" lIns="0" bIns="0" rIns="0">
            <a:spAutoFit/>
          </a:bodyPr>
          <a:lstStyle/>
          <a:p>
            <a:pPr algn="ctr">
              <a:lnSpc>
                <a:spcPts val="5916"/>
              </a:lnSpc>
            </a:pPr>
            <a:r>
              <a:rPr lang="en-US" sz="4225" b="true">
                <a:solidFill>
                  <a:srgbClr val="000000"/>
                </a:solidFill>
                <a:latin typeface="Poppins Bold"/>
                <a:ea typeface="Poppins Bold"/>
                <a:cs typeface="Poppins Bold"/>
                <a:sym typeface="Poppins Bold"/>
              </a:rPr>
              <a:t>Penderita di Indonesia </a:t>
            </a:r>
          </a:p>
        </p:txBody>
      </p:sp>
      <p:sp>
        <p:nvSpPr>
          <p:cNvPr name="TextBox 56" id="56"/>
          <p:cNvSpPr txBox="true"/>
          <p:nvPr/>
        </p:nvSpPr>
        <p:spPr>
          <a:xfrm rot="0">
            <a:off x="13579200" y="7174929"/>
            <a:ext cx="5861438" cy="455362"/>
          </a:xfrm>
          <a:prstGeom prst="rect">
            <a:avLst/>
          </a:prstGeom>
        </p:spPr>
        <p:txBody>
          <a:bodyPr anchor="t" rtlCol="false" tIns="0" lIns="0" bIns="0" rIns="0">
            <a:spAutoFit/>
          </a:bodyPr>
          <a:lstStyle/>
          <a:p>
            <a:pPr algn="ctr">
              <a:lnSpc>
                <a:spcPts val="3519"/>
              </a:lnSpc>
            </a:pPr>
            <a:r>
              <a:rPr lang="en-US" sz="2514">
                <a:solidFill>
                  <a:srgbClr val="000000"/>
                </a:solidFill>
                <a:latin typeface="Poppins"/>
                <a:ea typeface="Poppins"/>
                <a:cs typeface="Poppins"/>
                <a:sym typeface="Poppins"/>
              </a:rPr>
              <a:t>(IDF, 2025)</a:t>
            </a:r>
          </a:p>
        </p:txBody>
      </p:sp>
      <p:sp>
        <p:nvSpPr>
          <p:cNvPr name="TextBox 57" id="57"/>
          <p:cNvSpPr txBox="true"/>
          <p:nvPr/>
        </p:nvSpPr>
        <p:spPr>
          <a:xfrm rot="0">
            <a:off x="444997" y="8052092"/>
            <a:ext cx="17583854" cy="789813"/>
          </a:xfrm>
          <a:prstGeom prst="rect">
            <a:avLst/>
          </a:prstGeom>
        </p:spPr>
        <p:txBody>
          <a:bodyPr anchor="t" rtlCol="false" tIns="0" lIns="0" bIns="0" rIns="0">
            <a:spAutoFit/>
          </a:bodyPr>
          <a:lstStyle/>
          <a:p>
            <a:pPr algn="ctr">
              <a:lnSpc>
                <a:spcPts val="5709"/>
              </a:lnSpc>
            </a:pPr>
            <a:r>
              <a:rPr lang="en-US" b="true" sz="5190">
                <a:solidFill>
                  <a:srgbClr val="FDFDFD"/>
                </a:solidFill>
                <a:latin typeface="Poppins Bold"/>
                <a:ea typeface="Poppins Bold"/>
                <a:cs typeface="Poppins Bold"/>
                <a:sym typeface="Poppins Bold"/>
              </a:rPr>
              <a:t>Dengan                     kasus diabetes tidak terdiagnosis </a:t>
            </a:r>
          </a:p>
        </p:txBody>
      </p:sp>
      <p:sp>
        <p:nvSpPr>
          <p:cNvPr name="TextBox 58" id="58"/>
          <p:cNvSpPr txBox="true"/>
          <p:nvPr/>
        </p:nvSpPr>
        <p:spPr>
          <a:xfrm rot="0">
            <a:off x="234627" y="3433767"/>
            <a:ext cx="8273681" cy="759437"/>
          </a:xfrm>
          <a:prstGeom prst="rect">
            <a:avLst/>
          </a:prstGeom>
        </p:spPr>
        <p:txBody>
          <a:bodyPr anchor="t" rtlCol="false" tIns="0" lIns="0" bIns="0" rIns="0">
            <a:spAutoFit/>
          </a:bodyPr>
          <a:lstStyle/>
          <a:p>
            <a:pPr algn="ctr">
              <a:lnSpc>
                <a:spcPts val="5916"/>
              </a:lnSpc>
            </a:pPr>
            <a:r>
              <a:rPr lang="en-US" b="true" sz="4225">
                <a:solidFill>
                  <a:srgbClr val="000000"/>
                </a:solidFill>
                <a:latin typeface="Poppins Bold"/>
                <a:ea typeface="Poppins Bold"/>
                <a:cs typeface="Poppins Bold"/>
                <a:sym typeface="Poppins Bold"/>
              </a:rPr>
              <a:t>Ditemukan sebanyak</a:t>
            </a:r>
          </a:p>
        </p:txBody>
      </p:sp>
      <p:sp>
        <p:nvSpPr>
          <p:cNvPr name="TextBox 59" id="59"/>
          <p:cNvSpPr txBox="true"/>
          <p:nvPr/>
        </p:nvSpPr>
        <p:spPr>
          <a:xfrm rot="0">
            <a:off x="2053213" y="7916754"/>
            <a:ext cx="5485362" cy="1079540"/>
          </a:xfrm>
          <a:prstGeom prst="rect">
            <a:avLst/>
          </a:prstGeom>
        </p:spPr>
        <p:txBody>
          <a:bodyPr anchor="t" rtlCol="false" tIns="0" lIns="0" bIns="0" rIns="0">
            <a:spAutoFit/>
          </a:bodyPr>
          <a:lstStyle/>
          <a:p>
            <a:pPr algn="ctr">
              <a:lnSpc>
                <a:spcPts val="7790"/>
              </a:lnSpc>
            </a:pPr>
            <a:r>
              <a:rPr lang="en-US" b="true" sz="7213">
                <a:solidFill>
                  <a:srgbClr val="FFED00"/>
                </a:solidFill>
                <a:latin typeface="Poppins Bold"/>
                <a:ea typeface="Poppins Bold"/>
                <a:cs typeface="Poppins Bold"/>
                <a:sym typeface="Poppins Bold"/>
              </a:rPr>
              <a:t>73,2%</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C"/>
        </a:solidFill>
      </p:bgPr>
    </p:bg>
    <p:spTree>
      <p:nvGrpSpPr>
        <p:cNvPr id="1" name=""/>
        <p:cNvGrpSpPr/>
        <p:nvPr/>
      </p:nvGrpSpPr>
      <p:grpSpPr>
        <a:xfrm>
          <a:off x="0" y="0"/>
          <a:ext cx="0" cy="0"/>
          <a:chOff x="0" y="0"/>
          <a:chExt cx="0" cy="0"/>
        </a:xfrm>
      </p:grpSpPr>
      <p:sp>
        <p:nvSpPr>
          <p:cNvPr name="Freeform 2" id="2"/>
          <p:cNvSpPr/>
          <p:nvPr/>
        </p:nvSpPr>
        <p:spPr>
          <a:xfrm flipH="false" flipV="false" rot="0">
            <a:off x="-306138" y="-2018668"/>
            <a:ext cx="18594138" cy="13945604"/>
          </a:xfrm>
          <a:custGeom>
            <a:avLst/>
            <a:gdLst/>
            <a:ahLst/>
            <a:cxnLst/>
            <a:rect r="r" b="b" t="t" l="l"/>
            <a:pathLst>
              <a:path h="13945604" w="18594138">
                <a:moveTo>
                  <a:pt x="0" y="0"/>
                </a:moveTo>
                <a:lnTo>
                  <a:pt x="18594138" y="0"/>
                </a:lnTo>
                <a:lnTo>
                  <a:pt x="18594138" y="13945604"/>
                </a:lnTo>
                <a:lnTo>
                  <a:pt x="0" y="13945604"/>
                </a:lnTo>
                <a:lnTo>
                  <a:pt x="0" y="0"/>
                </a:lnTo>
                <a:close/>
              </a:path>
            </a:pathLst>
          </a:custGeom>
          <a:blipFill>
            <a:blip r:embed="rId2">
              <a:alphaModFix amt="12000"/>
            </a:blip>
            <a:stretch>
              <a:fillRect l="0" t="0" r="0" b="0"/>
            </a:stretch>
          </a:blipFill>
        </p:spPr>
      </p:sp>
      <p:grpSp>
        <p:nvGrpSpPr>
          <p:cNvPr name="Group 3" id="3"/>
          <p:cNvGrpSpPr/>
          <p:nvPr/>
        </p:nvGrpSpPr>
        <p:grpSpPr>
          <a:xfrm rot="0">
            <a:off x="0" y="9423688"/>
            <a:ext cx="18742908" cy="1239467"/>
            <a:chOff x="0" y="0"/>
            <a:chExt cx="3949066" cy="261151"/>
          </a:xfrm>
        </p:grpSpPr>
        <p:sp>
          <p:nvSpPr>
            <p:cNvPr name="Freeform 4" id="4"/>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5" id="5"/>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4896698" y="2275246"/>
            <a:ext cx="536243" cy="53624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90000"/>
            </a:solidFill>
          </p:spPr>
        </p:sp>
        <p:sp>
          <p:nvSpPr>
            <p:cNvPr name="TextBox 29" id="29"/>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5400000">
            <a:off x="2916446" y="-3969355"/>
            <a:ext cx="2507456" cy="11029754"/>
            <a:chOff x="0" y="0"/>
            <a:chExt cx="660400" cy="2904956"/>
          </a:xfrm>
        </p:grpSpPr>
        <p:sp>
          <p:nvSpPr>
            <p:cNvPr name="Freeform 31" id="31"/>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CE32"/>
              </a:solidFill>
              <a:prstDash val="solid"/>
              <a:miter/>
            </a:ln>
          </p:spPr>
        </p:sp>
        <p:sp>
          <p:nvSpPr>
            <p:cNvPr name="TextBox 32" id="32"/>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grpSp>
        <p:nvGrpSpPr>
          <p:cNvPr name="Group 33" id="33"/>
          <p:cNvGrpSpPr/>
          <p:nvPr/>
        </p:nvGrpSpPr>
        <p:grpSpPr>
          <a:xfrm rot="0">
            <a:off x="9928132" y="367623"/>
            <a:ext cx="10518768" cy="782054"/>
            <a:chOff x="0" y="0"/>
            <a:chExt cx="4462095" cy="331750"/>
          </a:xfrm>
        </p:grpSpPr>
        <p:sp>
          <p:nvSpPr>
            <p:cNvPr name="Freeform 34" id="34"/>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5" id="35"/>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36" id="36"/>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37" id="37"/>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38" id="38"/>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39" id="39"/>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40" id="40"/>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41" id="41"/>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42" id="42"/>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sp>
        <p:nvSpPr>
          <p:cNvPr name="Freeform 43" id="43"/>
          <p:cNvSpPr/>
          <p:nvPr/>
        </p:nvSpPr>
        <p:spPr>
          <a:xfrm flipH="false" flipV="false" rot="0">
            <a:off x="933266" y="3147926"/>
            <a:ext cx="6333916" cy="4402072"/>
          </a:xfrm>
          <a:custGeom>
            <a:avLst/>
            <a:gdLst/>
            <a:ahLst/>
            <a:cxnLst/>
            <a:rect r="r" b="b" t="t" l="l"/>
            <a:pathLst>
              <a:path h="4402072" w="6333916">
                <a:moveTo>
                  <a:pt x="0" y="0"/>
                </a:moveTo>
                <a:lnTo>
                  <a:pt x="6333916" y="0"/>
                </a:lnTo>
                <a:lnTo>
                  <a:pt x="6333916" y="4402072"/>
                </a:lnTo>
                <a:lnTo>
                  <a:pt x="0" y="4402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4" id="44"/>
          <p:cNvGrpSpPr/>
          <p:nvPr/>
        </p:nvGrpSpPr>
        <p:grpSpPr>
          <a:xfrm rot="0">
            <a:off x="1845473" y="4650843"/>
            <a:ext cx="2807150" cy="485613"/>
            <a:chOff x="0" y="0"/>
            <a:chExt cx="1159147" cy="200522"/>
          </a:xfrm>
        </p:grpSpPr>
        <p:sp>
          <p:nvSpPr>
            <p:cNvPr name="Freeform 45" id="45"/>
            <p:cNvSpPr/>
            <p:nvPr/>
          </p:nvSpPr>
          <p:spPr>
            <a:xfrm flipH="false" flipV="false" rot="0">
              <a:off x="0" y="0"/>
              <a:ext cx="1159146" cy="200522"/>
            </a:xfrm>
            <a:custGeom>
              <a:avLst/>
              <a:gdLst/>
              <a:ahLst/>
              <a:cxnLst/>
              <a:rect r="r" b="b" t="t" l="l"/>
              <a:pathLst>
                <a:path h="200522" w="1159146">
                  <a:moveTo>
                    <a:pt x="0" y="0"/>
                  </a:moveTo>
                  <a:lnTo>
                    <a:pt x="1159146" y="0"/>
                  </a:lnTo>
                  <a:lnTo>
                    <a:pt x="1159146" y="200522"/>
                  </a:lnTo>
                  <a:lnTo>
                    <a:pt x="0" y="200522"/>
                  </a:lnTo>
                  <a:close/>
                </a:path>
              </a:pathLst>
            </a:custGeom>
            <a:solidFill>
              <a:srgbClr val="FFCE32"/>
            </a:solidFill>
            <a:ln cap="sq">
              <a:noFill/>
              <a:prstDash val="solid"/>
              <a:miter/>
            </a:ln>
          </p:spPr>
        </p:sp>
        <p:sp>
          <p:nvSpPr>
            <p:cNvPr name="TextBox 46" id="46"/>
            <p:cNvSpPr txBox="true"/>
            <p:nvPr/>
          </p:nvSpPr>
          <p:spPr>
            <a:xfrm>
              <a:off x="0" y="-28575"/>
              <a:ext cx="1159147" cy="229097"/>
            </a:xfrm>
            <a:prstGeom prst="rect">
              <a:avLst/>
            </a:prstGeom>
          </p:spPr>
          <p:txBody>
            <a:bodyPr anchor="ctr" rtlCol="false" tIns="32401" lIns="32401" bIns="32401" rIns="32401"/>
            <a:lstStyle/>
            <a:p>
              <a:pPr algn="ctr">
                <a:lnSpc>
                  <a:spcPts val="2379"/>
                </a:lnSpc>
              </a:pPr>
            </a:p>
          </p:txBody>
        </p:sp>
      </p:grpSp>
      <p:sp>
        <p:nvSpPr>
          <p:cNvPr name="TextBox 47" id="47"/>
          <p:cNvSpPr txBox="true"/>
          <p:nvPr/>
        </p:nvSpPr>
        <p:spPr>
          <a:xfrm rot="0">
            <a:off x="1245575" y="4639312"/>
            <a:ext cx="5709297" cy="2910686"/>
          </a:xfrm>
          <a:prstGeom prst="rect">
            <a:avLst/>
          </a:prstGeom>
        </p:spPr>
        <p:txBody>
          <a:bodyPr anchor="t" rtlCol="false" tIns="0" lIns="0" bIns="0" rIns="0">
            <a:spAutoFit/>
          </a:bodyPr>
          <a:lstStyle/>
          <a:p>
            <a:pPr algn="ctr">
              <a:lnSpc>
                <a:spcPts val="3788"/>
              </a:lnSpc>
            </a:pPr>
            <a:r>
              <a:rPr lang="en-US" b="true" sz="3444">
                <a:solidFill>
                  <a:srgbClr val="457A00"/>
                </a:solidFill>
                <a:latin typeface="Poppins Bold"/>
                <a:ea typeface="Poppins Bold"/>
                <a:cs typeface="Poppins Bold"/>
                <a:sym typeface="Poppins Bold"/>
              </a:rPr>
              <a:t>Prediabetes </a:t>
            </a:r>
            <a:r>
              <a:rPr lang="en-US" b="true" sz="3444">
                <a:solidFill>
                  <a:srgbClr val="910608"/>
                </a:solidFill>
                <a:latin typeface="Poppins Bold"/>
                <a:ea typeface="Poppins Bold"/>
                <a:cs typeface="Poppins Bold"/>
                <a:sym typeface="Poppins Bold"/>
              </a:rPr>
              <a:t>kondisi kadar glukosa darah di atas normal tetapi </a:t>
            </a:r>
            <a:r>
              <a:rPr lang="en-US" b="true" sz="3444">
                <a:solidFill>
                  <a:srgbClr val="910608"/>
                </a:solidFill>
                <a:latin typeface="Poppins Bold"/>
                <a:ea typeface="Poppins Bold"/>
                <a:cs typeface="Poppins Bold"/>
                <a:sym typeface="Poppins Bold"/>
              </a:rPr>
              <a:t>belum memenuhi kriteria diabetes</a:t>
            </a:r>
          </a:p>
          <a:p>
            <a:pPr algn="ctr">
              <a:lnSpc>
                <a:spcPts val="3788"/>
              </a:lnSpc>
            </a:pPr>
          </a:p>
        </p:txBody>
      </p:sp>
      <p:sp>
        <p:nvSpPr>
          <p:cNvPr name="TextBox 48" id="48"/>
          <p:cNvSpPr txBox="true"/>
          <p:nvPr/>
        </p:nvSpPr>
        <p:spPr>
          <a:xfrm rot="0">
            <a:off x="2520505" y="8139642"/>
            <a:ext cx="2916926" cy="413265"/>
          </a:xfrm>
          <a:prstGeom prst="rect">
            <a:avLst/>
          </a:prstGeom>
        </p:spPr>
        <p:txBody>
          <a:bodyPr anchor="t" rtlCol="false" tIns="0" lIns="0" bIns="0" rIns="0">
            <a:spAutoFit/>
          </a:bodyPr>
          <a:lstStyle/>
          <a:p>
            <a:pPr algn="l">
              <a:lnSpc>
                <a:spcPts val="2965"/>
              </a:lnSpc>
            </a:pPr>
            <a:r>
              <a:rPr lang="en-US" sz="2995">
                <a:solidFill>
                  <a:srgbClr val="000000"/>
                </a:solidFill>
                <a:latin typeface="Poppins"/>
                <a:ea typeface="Poppins"/>
                <a:cs typeface="Poppins"/>
                <a:sym typeface="Poppins"/>
              </a:rPr>
              <a:t>Ojo </a:t>
            </a:r>
            <a:r>
              <a:rPr lang="en-US" sz="2995" i="true">
                <a:solidFill>
                  <a:srgbClr val="000000"/>
                </a:solidFill>
                <a:latin typeface="Poppins Italics"/>
                <a:ea typeface="Poppins Italics"/>
                <a:cs typeface="Poppins Italics"/>
                <a:sym typeface="Poppins Italics"/>
              </a:rPr>
              <a:t>et</a:t>
            </a:r>
            <a:r>
              <a:rPr lang="en-US" sz="2995">
                <a:solidFill>
                  <a:srgbClr val="000000"/>
                </a:solidFill>
                <a:latin typeface="Poppins"/>
                <a:ea typeface="Poppins"/>
                <a:cs typeface="Poppins"/>
                <a:sym typeface="Poppins"/>
              </a:rPr>
              <a:t> </a:t>
            </a:r>
            <a:r>
              <a:rPr lang="en-US" sz="2995" i="true">
                <a:solidFill>
                  <a:srgbClr val="000000"/>
                </a:solidFill>
                <a:latin typeface="Poppins Italics"/>
                <a:ea typeface="Poppins Italics"/>
                <a:cs typeface="Poppins Italics"/>
                <a:sym typeface="Poppins Italics"/>
              </a:rPr>
              <a:t>al</a:t>
            </a:r>
            <a:r>
              <a:rPr lang="en-US" sz="2995">
                <a:solidFill>
                  <a:srgbClr val="000000"/>
                </a:solidFill>
                <a:latin typeface="Poppins"/>
                <a:ea typeface="Poppins"/>
                <a:cs typeface="Poppins"/>
                <a:sym typeface="Poppins"/>
              </a:rPr>
              <a:t>., 2023</a:t>
            </a:r>
          </a:p>
        </p:txBody>
      </p:sp>
      <p:grpSp>
        <p:nvGrpSpPr>
          <p:cNvPr name="Group 49" id="49"/>
          <p:cNvGrpSpPr/>
          <p:nvPr/>
        </p:nvGrpSpPr>
        <p:grpSpPr>
          <a:xfrm rot="0">
            <a:off x="9928132" y="1545522"/>
            <a:ext cx="5711927" cy="1809740"/>
            <a:chOff x="0" y="0"/>
            <a:chExt cx="1578285" cy="500056"/>
          </a:xfrm>
        </p:grpSpPr>
        <p:sp>
          <p:nvSpPr>
            <p:cNvPr name="Freeform 50" id="50"/>
            <p:cNvSpPr/>
            <p:nvPr/>
          </p:nvSpPr>
          <p:spPr>
            <a:xfrm flipH="false" flipV="false" rot="0">
              <a:off x="0" y="0"/>
              <a:ext cx="1578285" cy="500056"/>
            </a:xfrm>
            <a:custGeom>
              <a:avLst/>
              <a:gdLst/>
              <a:ahLst/>
              <a:cxnLst/>
              <a:rect r="r" b="b" t="t" l="l"/>
              <a:pathLst>
                <a:path h="500056" w="1578285">
                  <a:moveTo>
                    <a:pt x="0" y="0"/>
                  </a:moveTo>
                  <a:lnTo>
                    <a:pt x="1578285" y="0"/>
                  </a:lnTo>
                  <a:lnTo>
                    <a:pt x="1578285" y="500056"/>
                  </a:lnTo>
                  <a:lnTo>
                    <a:pt x="0" y="500056"/>
                  </a:lnTo>
                  <a:close/>
                </a:path>
              </a:pathLst>
            </a:custGeom>
            <a:solidFill>
              <a:srgbClr val="FFD21F"/>
            </a:solidFill>
          </p:spPr>
        </p:sp>
        <p:sp>
          <p:nvSpPr>
            <p:cNvPr name="TextBox 51" id="51"/>
            <p:cNvSpPr txBox="true"/>
            <p:nvPr/>
          </p:nvSpPr>
          <p:spPr>
            <a:xfrm>
              <a:off x="0" y="-28575"/>
              <a:ext cx="1578285" cy="528631"/>
            </a:xfrm>
            <a:prstGeom prst="rect">
              <a:avLst/>
            </a:prstGeom>
          </p:spPr>
          <p:txBody>
            <a:bodyPr anchor="ctr" rtlCol="false" tIns="50800" lIns="50800" bIns="50800" rIns="50800"/>
            <a:lstStyle/>
            <a:p>
              <a:pPr algn="ctr">
                <a:lnSpc>
                  <a:spcPts val="2380"/>
                </a:lnSpc>
              </a:pPr>
            </a:p>
          </p:txBody>
        </p:sp>
      </p:grpSp>
      <p:grpSp>
        <p:nvGrpSpPr>
          <p:cNvPr name="Group 52" id="52"/>
          <p:cNvGrpSpPr/>
          <p:nvPr/>
        </p:nvGrpSpPr>
        <p:grpSpPr>
          <a:xfrm rot="0">
            <a:off x="11439997" y="6666898"/>
            <a:ext cx="2835300" cy="2728215"/>
            <a:chOff x="0" y="0"/>
            <a:chExt cx="935701" cy="900361"/>
          </a:xfrm>
        </p:grpSpPr>
        <p:sp>
          <p:nvSpPr>
            <p:cNvPr name="Freeform 53" id="53"/>
            <p:cNvSpPr/>
            <p:nvPr/>
          </p:nvSpPr>
          <p:spPr>
            <a:xfrm flipH="false" flipV="false" rot="0">
              <a:off x="0" y="0"/>
              <a:ext cx="935701" cy="900361"/>
            </a:xfrm>
            <a:custGeom>
              <a:avLst/>
              <a:gdLst/>
              <a:ahLst/>
              <a:cxnLst/>
              <a:rect r="r" b="b" t="t" l="l"/>
              <a:pathLst>
                <a:path h="900361" w="935701">
                  <a:moveTo>
                    <a:pt x="0" y="0"/>
                  </a:moveTo>
                  <a:lnTo>
                    <a:pt x="935701" y="0"/>
                  </a:lnTo>
                  <a:lnTo>
                    <a:pt x="935701" y="900361"/>
                  </a:lnTo>
                  <a:lnTo>
                    <a:pt x="0" y="900361"/>
                  </a:lnTo>
                  <a:close/>
                </a:path>
              </a:pathLst>
            </a:custGeom>
            <a:solidFill>
              <a:srgbClr val="FFFFFC"/>
            </a:solidFill>
            <a:ln w="38100" cap="sq">
              <a:solidFill>
                <a:srgbClr val="000000"/>
              </a:solidFill>
              <a:prstDash val="dash"/>
              <a:miter/>
            </a:ln>
          </p:spPr>
        </p:sp>
        <p:sp>
          <p:nvSpPr>
            <p:cNvPr name="TextBox 54" id="54"/>
            <p:cNvSpPr txBox="true"/>
            <p:nvPr/>
          </p:nvSpPr>
          <p:spPr>
            <a:xfrm>
              <a:off x="0" y="-28575"/>
              <a:ext cx="935701" cy="928936"/>
            </a:xfrm>
            <a:prstGeom prst="rect">
              <a:avLst/>
            </a:prstGeom>
          </p:spPr>
          <p:txBody>
            <a:bodyPr anchor="ctr" rtlCol="false" tIns="40541" lIns="40541" bIns="40541" rIns="40541"/>
            <a:lstStyle/>
            <a:p>
              <a:pPr algn="ctr">
                <a:lnSpc>
                  <a:spcPts val="2380"/>
                </a:lnSpc>
              </a:pPr>
            </a:p>
          </p:txBody>
        </p:sp>
      </p:grpSp>
      <p:sp>
        <p:nvSpPr>
          <p:cNvPr name="Freeform 55" id="55"/>
          <p:cNvSpPr/>
          <p:nvPr/>
        </p:nvSpPr>
        <p:spPr>
          <a:xfrm flipH="false" flipV="false" rot="0">
            <a:off x="11692265" y="7174867"/>
            <a:ext cx="1196353" cy="1505101"/>
          </a:xfrm>
          <a:custGeom>
            <a:avLst/>
            <a:gdLst/>
            <a:ahLst/>
            <a:cxnLst/>
            <a:rect r="r" b="b" t="t" l="l"/>
            <a:pathLst>
              <a:path h="1505101" w="1196353">
                <a:moveTo>
                  <a:pt x="0" y="0"/>
                </a:moveTo>
                <a:lnTo>
                  <a:pt x="1196353" y="0"/>
                </a:lnTo>
                <a:lnTo>
                  <a:pt x="1196353" y="1505101"/>
                </a:lnTo>
                <a:lnTo>
                  <a:pt x="0" y="1505101"/>
                </a:lnTo>
                <a:lnTo>
                  <a:pt x="0" y="0"/>
                </a:lnTo>
                <a:close/>
              </a:path>
            </a:pathLst>
          </a:custGeom>
          <a:blipFill>
            <a:blip r:embed="rId12"/>
            <a:stretch>
              <a:fillRect l="-104148" t="-27115" r="-99649" b="-33870"/>
            </a:stretch>
          </a:blipFill>
        </p:spPr>
      </p:sp>
      <p:sp>
        <p:nvSpPr>
          <p:cNvPr name="TextBox 56" id="56"/>
          <p:cNvSpPr txBox="true"/>
          <p:nvPr/>
        </p:nvSpPr>
        <p:spPr>
          <a:xfrm rot="0">
            <a:off x="11723915" y="6754918"/>
            <a:ext cx="2267463" cy="338811"/>
          </a:xfrm>
          <a:prstGeom prst="rect">
            <a:avLst/>
          </a:prstGeom>
        </p:spPr>
        <p:txBody>
          <a:bodyPr anchor="t" rtlCol="false" tIns="0" lIns="0" bIns="0" rIns="0">
            <a:spAutoFit/>
          </a:bodyPr>
          <a:lstStyle/>
          <a:p>
            <a:pPr algn="ctr">
              <a:lnSpc>
                <a:spcPts val="2518"/>
              </a:lnSpc>
            </a:pPr>
            <a:r>
              <a:rPr lang="en-US" b="true" sz="2289">
                <a:solidFill>
                  <a:srgbClr val="C90000"/>
                </a:solidFill>
                <a:latin typeface="Poppins Bold"/>
                <a:ea typeface="Poppins Bold"/>
                <a:cs typeface="Poppins Bold"/>
                <a:sym typeface="Poppins Bold"/>
              </a:rPr>
              <a:t>Prediabetes</a:t>
            </a:r>
          </a:p>
        </p:txBody>
      </p:sp>
      <p:sp>
        <p:nvSpPr>
          <p:cNvPr name="TextBox 57" id="57"/>
          <p:cNvSpPr txBox="true"/>
          <p:nvPr/>
        </p:nvSpPr>
        <p:spPr>
          <a:xfrm rot="0">
            <a:off x="13100467" y="7646162"/>
            <a:ext cx="1281332" cy="503917"/>
          </a:xfrm>
          <a:prstGeom prst="rect">
            <a:avLst/>
          </a:prstGeom>
        </p:spPr>
        <p:txBody>
          <a:bodyPr anchor="t" rtlCol="false" tIns="0" lIns="0" bIns="0" rIns="0">
            <a:spAutoFit/>
          </a:bodyPr>
          <a:lstStyle/>
          <a:p>
            <a:pPr algn="l">
              <a:lnSpc>
                <a:spcPts val="1943"/>
              </a:lnSpc>
            </a:pPr>
            <a:r>
              <a:rPr lang="en-US" sz="1767">
                <a:solidFill>
                  <a:srgbClr val="2F5004"/>
                </a:solidFill>
                <a:latin typeface="Poppins"/>
                <a:ea typeface="Poppins"/>
                <a:cs typeface="Poppins"/>
                <a:sym typeface="Poppins"/>
              </a:rPr>
              <a:t>140 - 199 mg/dL</a:t>
            </a:r>
          </a:p>
        </p:txBody>
      </p:sp>
      <p:sp>
        <p:nvSpPr>
          <p:cNvPr name="TextBox 58" id="58"/>
          <p:cNvSpPr txBox="true"/>
          <p:nvPr/>
        </p:nvSpPr>
        <p:spPr>
          <a:xfrm rot="0">
            <a:off x="11617835" y="8679968"/>
            <a:ext cx="2373543" cy="524981"/>
          </a:xfrm>
          <a:prstGeom prst="rect">
            <a:avLst/>
          </a:prstGeom>
        </p:spPr>
        <p:txBody>
          <a:bodyPr anchor="t" rtlCol="false" tIns="0" lIns="0" bIns="0" rIns="0">
            <a:spAutoFit/>
          </a:bodyPr>
          <a:lstStyle/>
          <a:p>
            <a:pPr algn="ctr">
              <a:lnSpc>
                <a:spcPts val="2016"/>
              </a:lnSpc>
            </a:pPr>
            <a:r>
              <a:rPr lang="en-US" sz="1833">
                <a:solidFill>
                  <a:srgbClr val="CD0606"/>
                </a:solidFill>
                <a:latin typeface="Poppins"/>
                <a:ea typeface="Poppins"/>
                <a:cs typeface="Poppins"/>
                <a:sym typeface="Poppins"/>
              </a:rPr>
              <a:t>Resistensi insulin mulai meningkat</a:t>
            </a:r>
          </a:p>
        </p:txBody>
      </p:sp>
      <p:grpSp>
        <p:nvGrpSpPr>
          <p:cNvPr name="Group 59" id="59"/>
          <p:cNvGrpSpPr/>
          <p:nvPr/>
        </p:nvGrpSpPr>
        <p:grpSpPr>
          <a:xfrm rot="0">
            <a:off x="14599891" y="6609748"/>
            <a:ext cx="2894693" cy="2785365"/>
            <a:chOff x="0" y="0"/>
            <a:chExt cx="935701" cy="900361"/>
          </a:xfrm>
        </p:grpSpPr>
        <p:sp>
          <p:nvSpPr>
            <p:cNvPr name="Freeform 60" id="60"/>
            <p:cNvSpPr/>
            <p:nvPr/>
          </p:nvSpPr>
          <p:spPr>
            <a:xfrm flipH="false" flipV="false" rot="0">
              <a:off x="0" y="0"/>
              <a:ext cx="935701" cy="900361"/>
            </a:xfrm>
            <a:custGeom>
              <a:avLst/>
              <a:gdLst/>
              <a:ahLst/>
              <a:cxnLst/>
              <a:rect r="r" b="b" t="t" l="l"/>
              <a:pathLst>
                <a:path h="900361" w="935701">
                  <a:moveTo>
                    <a:pt x="0" y="0"/>
                  </a:moveTo>
                  <a:lnTo>
                    <a:pt x="935701" y="0"/>
                  </a:lnTo>
                  <a:lnTo>
                    <a:pt x="935701" y="900361"/>
                  </a:lnTo>
                  <a:lnTo>
                    <a:pt x="0" y="900361"/>
                  </a:lnTo>
                  <a:close/>
                </a:path>
              </a:pathLst>
            </a:custGeom>
            <a:solidFill>
              <a:srgbClr val="FFFFFC"/>
            </a:solidFill>
            <a:ln w="38100" cap="sq">
              <a:solidFill>
                <a:srgbClr val="000000"/>
              </a:solidFill>
              <a:prstDash val="dash"/>
              <a:miter/>
            </a:ln>
          </p:spPr>
        </p:sp>
        <p:sp>
          <p:nvSpPr>
            <p:cNvPr name="TextBox 61" id="61"/>
            <p:cNvSpPr txBox="true"/>
            <p:nvPr/>
          </p:nvSpPr>
          <p:spPr>
            <a:xfrm>
              <a:off x="0" y="-28575"/>
              <a:ext cx="935701" cy="928936"/>
            </a:xfrm>
            <a:prstGeom prst="rect">
              <a:avLst/>
            </a:prstGeom>
          </p:spPr>
          <p:txBody>
            <a:bodyPr anchor="ctr" rtlCol="false" tIns="41391" lIns="41391" bIns="41391" rIns="41391"/>
            <a:lstStyle/>
            <a:p>
              <a:pPr algn="ctr">
                <a:lnSpc>
                  <a:spcPts val="2379"/>
                </a:lnSpc>
              </a:pPr>
            </a:p>
          </p:txBody>
        </p:sp>
      </p:grpSp>
      <p:sp>
        <p:nvSpPr>
          <p:cNvPr name="TextBox 62" id="62"/>
          <p:cNvSpPr txBox="true"/>
          <p:nvPr/>
        </p:nvSpPr>
        <p:spPr>
          <a:xfrm rot="0">
            <a:off x="14889219" y="6699412"/>
            <a:ext cx="2314961" cy="346108"/>
          </a:xfrm>
          <a:prstGeom prst="rect">
            <a:avLst/>
          </a:prstGeom>
        </p:spPr>
        <p:txBody>
          <a:bodyPr anchor="t" rtlCol="false" tIns="0" lIns="0" bIns="0" rIns="0">
            <a:spAutoFit/>
          </a:bodyPr>
          <a:lstStyle/>
          <a:p>
            <a:pPr algn="ctr">
              <a:lnSpc>
                <a:spcPts val="2570"/>
              </a:lnSpc>
            </a:pPr>
            <a:r>
              <a:rPr lang="en-US" b="true" sz="2337">
                <a:solidFill>
                  <a:srgbClr val="C90000"/>
                </a:solidFill>
                <a:latin typeface="Poppins Bold"/>
                <a:ea typeface="Poppins Bold"/>
                <a:cs typeface="Poppins Bold"/>
                <a:sym typeface="Poppins Bold"/>
              </a:rPr>
              <a:t>Diabetes</a:t>
            </a:r>
          </a:p>
        </p:txBody>
      </p:sp>
      <p:sp>
        <p:nvSpPr>
          <p:cNvPr name="Freeform 63" id="63"/>
          <p:cNvSpPr/>
          <p:nvPr/>
        </p:nvSpPr>
        <p:spPr>
          <a:xfrm flipH="false" flipV="false" rot="0">
            <a:off x="14774290" y="7116902"/>
            <a:ext cx="1277486" cy="1536629"/>
          </a:xfrm>
          <a:custGeom>
            <a:avLst/>
            <a:gdLst/>
            <a:ahLst/>
            <a:cxnLst/>
            <a:rect r="r" b="b" t="t" l="l"/>
            <a:pathLst>
              <a:path h="1536629" w="1277486">
                <a:moveTo>
                  <a:pt x="0" y="0"/>
                </a:moveTo>
                <a:lnTo>
                  <a:pt x="1277486" y="0"/>
                </a:lnTo>
                <a:lnTo>
                  <a:pt x="1277486" y="1536629"/>
                </a:lnTo>
                <a:lnTo>
                  <a:pt x="0" y="1536629"/>
                </a:lnTo>
                <a:lnTo>
                  <a:pt x="0" y="0"/>
                </a:lnTo>
                <a:close/>
              </a:path>
            </a:pathLst>
          </a:custGeom>
          <a:blipFill>
            <a:blip r:embed="rId12"/>
            <a:stretch>
              <a:fillRect l="-189774" t="-27115" r="-689" b="-33870"/>
            </a:stretch>
          </a:blipFill>
        </p:spPr>
      </p:sp>
      <p:sp>
        <p:nvSpPr>
          <p:cNvPr name="TextBox 64" id="64"/>
          <p:cNvSpPr txBox="true"/>
          <p:nvPr/>
        </p:nvSpPr>
        <p:spPr>
          <a:xfrm rot="0">
            <a:off x="16148043" y="7640568"/>
            <a:ext cx="1308173" cy="514473"/>
          </a:xfrm>
          <a:prstGeom prst="rect">
            <a:avLst/>
          </a:prstGeom>
        </p:spPr>
        <p:txBody>
          <a:bodyPr anchor="t" rtlCol="false" tIns="0" lIns="0" bIns="0" rIns="0">
            <a:spAutoFit/>
          </a:bodyPr>
          <a:lstStyle/>
          <a:p>
            <a:pPr algn="l">
              <a:lnSpc>
                <a:spcPts val="1984"/>
              </a:lnSpc>
            </a:pPr>
            <a:r>
              <a:rPr lang="en-US" sz="1804">
                <a:solidFill>
                  <a:srgbClr val="2F5004"/>
                </a:solidFill>
                <a:latin typeface="Poppins"/>
                <a:ea typeface="Poppins"/>
                <a:cs typeface="Poppins"/>
                <a:sym typeface="Poppins"/>
              </a:rPr>
              <a:t>≥ 200</a:t>
            </a:r>
          </a:p>
          <a:p>
            <a:pPr algn="l">
              <a:lnSpc>
                <a:spcPts val="1984"/>
              </a:lnSpc>
            </a:pPr>
            <a:r>
              <a:rPr lang="en-US" sz="1804">
                <a:solidFill>
                  <a:srgbClr val="2F5004"/>
                </a:solidFill>
                <a:latin typeface="Poppins"/>
                <a:ea typeface="Poppins"/>
                <a:cs typeface="Poppins"/>
                <a:sym typeface="Poppins"/>
              </a:rPr>
              <a:t>mg/dL</a:t>
            </a:r>
          </a:p>
        </p:txBody>
      </p:sp>
      <p:sp>
        <p:nvSpPr>
          <p:cNvPr name="TextBox 65" id="65"/>
          <p:cNvSpPr txBox="true"/>
          <p:nvPr/>
        </p:nvSpPr>
        <p:spPr>
          <a:xfrm rot="0">
            <a:off x="14840145" y="8664987"/>
            <a:ext cx="2423263" cy="535979"/>
          </a:xfrm>
          <a:prstGeom prst="rect">
            <a:avLst/>
          </a:prstGeom>
        </p:spPr>
        <p:txBody>
          <a:bodyPr anchor="t" rtlCol="false" tIns="0" lIns="0" bIns="0" rIns="0">
            <a:spAutoFit/>
          </a:bodyPr>
          <a:lstStyle/>
          <a:p>
            <a:pPr algn="ctr">
              <a:lnSpc>
                <a:spcPts val="2058"/>
              </a:lnSpc>
            </a:pPr>
            <a:r>
              <a:rPr lang="en-US" sz="1871">
                <a:solidFill>
                  <a:srgbClr val="CD0606"/>
                </a:solidFill>
                <a:latin typeface="Poppins"/>
                <a:ea typeface="Poppins"/>
                <a:cs typeface="Poppins"/>
                <a:sym typeface="Poppins"/>
              </a:rPr>
              <a:t>Resistensi insulin sangat tinggi </a:t>
            </a:r>
          </a:p>
        </p:txBody>
      </p:sp>
      <p:grpSp>
        <p:nvGrpSpPr>
          <p:cNvPr name="Group 66" id="66"/>
          <p:cNvGrpSpPr/>
          <p:nvPr/>
        </p:nvGrpSpPr>
        <p:grpSpPr>
          <a:xfrm rot="0">
            <a:off x="8159392" y="6638323"/>
            <a:ext cx="2894693" cy="2785365"/>
            <a:chOff x="0" y="0"/>
            <a:chExt cx="935701" cy="900361"/>
          </a:xfrm>
        </p:grpSpPr>
        <p:sp>
          <p:nvSpPr>
            <p:cNvPr name="Freeform 67" id="67"/>
            <p:cNvSpPr/>
            <p:nvPr/>
          </p:nvSpPr>
          <p:spPr>
            <a:xfrm flipH="false" flipV="false" rot="0">
              <a:off x="0" y="0"/>
              <a:ext cx="935701" cy="900361"/>
            </a:xfrm>
            <a:custGeom>
              <a:avLst/>
              <a:gdLst/>
              <a:ahLst/>
              <a:cxnLst/>
              <a:rect r="r" b="b" t="t" l="l"/>
              <a:pathLst>
                <a:path h="900361" w="935701">
                  <a:moveTo>
                    <a:pt x="0" y="0"/>
                  </a:moveTo>
                  <a:lnTo>
                    <a:pt x="935701" y="0"/>
                  </a:lnTo>
                  <a:lnTo>
                    <a:pt x="935701" y="900361"/>
                  </a:lnTo>
                  <a:lnTo>
                    <a:pt x="0" y="900361"/>
                  </a:lnTo>
                  <a:close/>
                </a:path>
              </a:pathLst>
            </a:custGeom>
            <a:solidFill>
              <a:srgbClr val="FFFFFC"/>
            </a:solidFill>
            <a:ln w="38100" cap="sq">
              <a:solidFill>
                <a:srgbClr val="000000"/>
              </a:solidFill>
              <a:prstDash val="dash"/>
              <a:miter/>
            </a:ln>
          </p:spPr>
        </p:sp>
        <p:sp>
          <p:nvSpPr>
            <p:cNvPr name="TextBox 68" id="68"/>
            <p:cNvSpPr txBox="true"/>
            <p:nvPr/>
          </p:nvSpPr>
          <p:spPr>
            <a:xfrm>
              <a:off x="0" y="-28575"/>
              <a:ext cx="935701" cy="928936"/>
            </a:xfrm>
            <a:prstGeom prst="rect">
              <a:avLst/>
            </a:prstGeom>
          </p:spPr>
          <p:txBody>
            <a:bodyPr anchor="ctr" rtlCol="false" tIns="41391" lIns="41391" bIns="41391" rIns="41391"/>
            <a:lstStyle/>
            <a:p>
              <a:pPr algn="ctr">
                <a:lnSpc>
                  <a:spcPts val="2379"/>
                </a:lnSpc>
              </a:pPr>
            </a:p>
          </p:txBody>
        </p:sp>
      </p:grpSp>
      <p:sp>
        <p:nvSpPr>
          <p:cNvPr name="Freeform 69" id="69"/>
          <p:cNvSpPr/>
          <p:nvPr/>
        </p:nvSpPr>
        <p:spPr>
          <a:xfrm flipH="false" flipV="false" rot="0">
            <a:off x="8449795" y="7156933"/>
            <a:ext cx="1261307" cy="1536629"/>
          </a:xfrm>
          <a:custGeom>
            <a:avLst/>
            <a:gdLst/>
            <a:ahLst/>
            <a:cxnLst/>
            <a:rect r="r" b="b" t="t" l="l"/>
            <a:pathLst>
              <a:path h="1536629" w="1261307">
                <a:moveTo>
                  <a:pt x="0" y="0"/>
                </a:moveTo>
                <a:lnTo>
                  <a:pt x="1261307" y="0"/>
                </a:lnTo>
                <a:lnTo>
                  <a:pt x="1261307" y="1536629"/>
                </a:lnTo>
                <a:lnTo>
                  <a:pt x="0" y="1536629"/>
                </a:lnTo>
                <a:lnTo>
                  <a:pt x="0" y="0"/>
                </a:lnTo>
                <a:close/>
              </a:path>
            </a:pathLst>
          </a:custGeom>
          <a:blipFill>
            <a:blip r:embed="rId12"/>
            <a:stretch>
              <a:fillRect l="0" t="-27115" r="-194189" b="-33870"/>
            </a:stretch>
          </a:blipFill>
        </p:spPr>
      </p:sp>
      <p:sp>
        <p:nvSpPr>
          <p:cNvPr name="TextBox 70" id="70"/>
          <p:cNvSpPr txBox="true"/>
          <p:nvPr/>
        </p:nvSpPr>
        <p:spPr>
          <a:xfrm rot="0">
            <a:off x="8449795" y="6727987"/>
            <a:ext cx="2314961" cy="346108"/>
          </a:xfrm>
          <a:prstGeom prst="rect">
            <a:avLst/>
          </a:prstGeom>
        </p:spPr>
        <p:txBody>
          <a:bodyPr anchor="t" rtlCol="false" tIns="0" lIns="0" bIns="0" rIns="0">
            <a:spAutoFit/>
          </a:bodyPr>
          <a:lstStyle/>
          <a:p>
            <a:pPr algn="ctr">
              <a:lnSpc>
                <a:spcPts val="2570"/>
              </a:lnSpc>
            </a:pPr>
            <a:r>
              <a:rPr lang="en-US" b="true" sz="2337">
                <a:solidFill>
                  <a:srgbClr val="C90000"/>
                </a:solidFill>
                <a:latin typeface="Poppins Bold"/>
                <a:ea typeface="Poppins Bold"/>
                <a:cs typeface="Poppins Bold"/>
                <a:sym typeface="Poppins Bold"/>
              </a:rPr>
              <a:t>Nondiabetes</a:t>
            </a:r>
          </a:p>
        </p:txBody>
      </p:sp>
      <p:sp>
        <p:nvSpPr>
          <p:cNvPr name="TextBox 71" id="71"/>
          <p:cNvSpPr txBox="true"/>
          <p:nvPr/>
        </p:nvSpPr>
        <p:spPr>
          <a:xfrm rot="0">
            <a:off x="9871269" y="7656555"/>
            <a:ext cx="1140903" cy="514473"/>
          </a:xfrm>
          <a:prstGeom prst="rect">
            <a:avLst/>
          </a:prstGeom>
        </p:spPr>
        <p:txBody>
          <a:bodyPr anchor="t" rtlCol="false" tIns="0" lIns="0" bIns="0" rIns="0">
            <a:spAutoFit/>
          </a:bodyPr>
          <a:lstStyle/>
          <a:p>
            <a:pPr algn="l">
              <a:lnSpc>
                <a:spcPts val="1984"/>
              </a:lnSpc>
            </a:pPr>
            <a:r>
              <a:rPr lang="en-US" sz="1804">
                <a:solidFill>
                  <a:srgbClr val="2F5004"/>
                </a:solidFill>
                <a:latin typeface="Poppins"/>
                <a:ea typeface="Poppins"/>
                <a:cs typeface="Poppins"/>
                <a:sym typeface="Poppins"/>
              </a:rPr>
              <a:t>≥ 70-139 mg/dL</a:t>
            </a:r>
          </a:p>
        </p:txBody>
      </p:sp>
      <p:sp>
        <p:nvSpPr>
          <p:cNvPr name="TextBox 72" id="72"/>
          <p:cNvSpPr txBox="true"/>
          <p:nvPr/>
        </p:nvSpPr>
        <p:spPr>
          <a:xfrm rot="0">
            <a:off x="8395644" y="8776436"/>
            <a:ext cx="2423263" cy="535979"/>
          </a:xfrm>
          <a:prstGeom prst="rect">
            <a:avLst/>
          </a:prstGeom>
        </p:spPr>
        <p:txBody>
          <a:bodyPr anchor="t" rtlCol="false" tIns="0" lIns="0" bIns="0" rIns="0">
            <a:spAutoFit/>
          </a:bodyPr>
          <a:lstStyle/>
          <a:p>
            <a:pPr algn="ctr">
              <a:lnSpc>
                <a:spcPts val="2058"/>
              </a:lnSpc>
            </a:pPr>
            <a:r>
              <a:rPr lang="en-US" sz="1871">
                <a:solidFill>
                  <a:srgbClr val="CD0606"/>
                </a:solidFill>
                <a:latin typeface="Poppins"/>
                <a:ea typeface="Poppins"/>
                <a:cs typeface="Poppins"/>
                <a:sym typeface="Poppins"/>
              </a:rPr>
              <a:t>Sensitifitas insulin optimal</a:t>
            </a:r>
          </a:p>
        </p:txBody>
      </p:sp>
      <p:grpSp>
        <p:nvGrpSpPr>
          <p:cNvPr name="Group 73" id="73"/>
          <p:cNvGrpSpPr/>
          <p:nvPr/>
        </p:nvGrpSpPr>
        <p:grpSpPr>
          <a:xfrm rot="0">
            <a:off x="16443867" y="9362871"/>
            <a:ext cx="996408" cy="1848257"/>
            <a:chOff x="0" y="0"/>
            <a:chExt cx="1328544" cy="2464343"/>
          </a:xfrm>
        </p:grpSpPr>
        <p:grpSp>
          <p:nvGrpSpPr>
            <p:cNvPr name="Group 74" id="74"/>
            <p:cNvGrpSpPr/>
            <p:nvPr/>
          </p:nvGrpSpPr>
          <p:grpSpPr>
            <a:xfrm rot="0">
              <a:off x="0" y="0"/>
              <a:ext cx="1328544" cy="2464343"/>
              <a:chOff x="0" y="0"/>
              <a:chExt cx="438186" cy="812800"/>
            </a:xfrm>
          </p:grpSpPr>
          <p:sp>
            <p:nvSpPr>
              <p:cNvPr name="Freeform 75" id="75"/>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76" id="76"/>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77" id="77"/>
            <p:cNvSpPr txBox="true"/>
            <p:nvPr/>
          </p:nvSpPr>
          <p:spPr>
            <a:xfrm rot="0">
              <a:off x="433489" y="115943"/>
              <a:ext cx="461566" cy="962923"/>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5</a:t>
              </a:r>
            </a:p>
          </p:txBody>
        </p:sp>
      </p:grpSp>
      <p:sp>
        <p:nvSpPr>
          <p:cNvPr name="TextBox 78" id="78"/>
          <p:cNvSpPr txBox="true"/>
          <p:nvPr/>
        </p:nvSpPr>
        <p:spPr>
          <a:xfrm rot="0">
            <a:off x="364154" y="569590"/>
            <a:ext cx="9007299" cy="1951863"/>
          </a:xfrm>
          <a:prstGeom prst="rect">
            <a:avLst/>
          </a:prstGeom>
        </p:spPr>
        <p:txBody>
          <a:bodyPr anchor="t" rtlCol="false" tIns="0" lIns="0" bIns="0" rIns="0">
            <a:spAutoFit/>
          </a:bodyPr>
          <a:lstStyle/>
          <a:p>
            <a:pPr algn="l">
              <a:lnSpc>
                <a:spcPts val="7358"/>
              </a:lnSpc>
            </a:pPr>
            <a:r>
              <a:rPr lang="en-US" sz="6689" b="true">
                <a:solidFill>
                  <a:srgbClr val="FFFFFC"/>
                </a:solidFill>
                <a:latin typeface="Poppins Bold"/>
                <a:ea typeface="Poppins Bold"/>
                <a:cs typeface="Poppins Bold"/>
                <a:sym typeface="Poppins Bold"/>
              </a:rPr>
              <a:t>Kenali </a:t>
            </a:r>
            <a:r>
              <a:rPr lang="en-US" sz="6689" b="true">
                <a:solidFill>
                  <a:srgbClr val="FFCE32"/>
                </a:solidFill>
                <a:latin typeface="Poppins Bold"/>
                <a:ea typeface="Poppins Bold"/>
                <a:cs typeface="Poppins Bold"/>
                <a:sym typeface="Poppins Bold"/>
              </a:rPr>
              <a:t>Prediabetes</a:t>
            </a:r>
            <a:r>
              <a:rPr lang="en-US" sz="6689" b="true">
                <a:solidFill>
                  <a:srgbClr val="FFFFFC"/>
                </a:solidFill>
                <a:latin typeface="Poppins Bold"/>
                <a:ea typeface="Poppins Bold"/>
                <a:cs typeface="Poppins Bold"/>
                <a:sym typeface="Poppins Bold"/>
              </a:rPr>
              <a:t> </a:t>
            </a:r>
          </a:p>
          <a:p>
            <a:pPr algn="l">
              <a:lnSpc>
                <a:spcPts val="7358"/>
              </a:lnSpc>
            </a:pPr>
            <a:r>
              <a:rPr lang="en-US" sz="6689" b="true">
                <a:solidFill>
                  <a:srgbClr val="FFFFFC"/>
                </a:solidFill>
                <a:latin typeface="Poppins Bold"/>
                <a:ea typeface="Poppins Bold"/>
                <a:cs typeface="Poppins Bold"/>
                <a:sym typeface="Poppins Bold"/>
              </a:rPr>
              <a:t>sebelum </a:t>
            </a:r>
            <a:r>
              <a:rPr lang="en-US" sz="6689" b="true">
                <a:solidFill>
                  <a:srgbClr val="FFCE32"/>
                </a:solidFill>
                <a:latin typeface="Poppins Bold"/>
                <a:ea typeface="Poppins Bold"/>
                <a:cs typeface="Poppins Bold"/>
                <a:sym typeface="Poppins Bold"/>
              </a:rPr>
              <a:t>Diabetes</a:t>
            </a:r>
          </a:p>
        </p:txBody>
      </p:sp>
      <p:sp>
        <p:nvSpPr>
          <p:cNvPr name="TextBox 79" id="79"/>
          <p:cNvSpPr txBox="true"/>
          <p:nvPr/>
        </p:nvSpPr>
        <p:spPr>
          <a:xfrm rot="0">
            <a:off x="9983723" y="1641602"/>
            <a:ext cx="5600745" cy="1627104"/>
          </a:xfrm>
          <a:prstGeom prst="rect">
            <a:avLst/>
          </a:prstGeom>
        </p:spPr>
        <p:txBody>
          <a:bodyPr anchor="t" rtlCol="false" tIns="0" lIns="0" bIns="0" rIns="0">
            <a:spAutoFit/>
          </a:bodyPr>
          <a:lstStyle/>
          <a:p>
            <a:pPr algn="ctr">
              <a:lnSpc>
                <a:spcPts val="3155"/>
              </a:lnSpc>
            </a:pPr>
            <a:r>
              <a:rPr lang="en-US" b="true" sz="2868">
                <a:solidFill>
                  <a:srgbClr val="2F5004"/>
                </a:solidFill>
                <a:latin typeface="Poppins Bold"/>
                <a:ea typeface="Poppins Bold"/>
                <a:cs typeface="Poppins Bold"/>
                <a:sym typeface="Poppins Bold"/>
              </a:rPr>
              <a:t>Proses prediabetes merupakan </a:t>
            </a:r>
            <a:r>
              <a:rPr lang="en-US" b="true" sz="2868">
                <a:solidFill>
                  <a:srgbClr val="910608"/>
                </a:solidFill>
                <a:latin typeface="Poppins Bold"/>
                <a:ea typeface="Poppins Bold"/>
                <a:cs typeface="Poppins Bold"/>
                <a:sym typeface="Poppins Bold"/>
              </a:rPr>
              <a:t>awal perjalanan menuju diabetes melitus</a:t>
            </a:r>
            <a:r>
              <a:rPr lang="en-US" b="true" sz="2868">
                <a:solidFill>
                  <a:srgbClr val="2F5004"/>
                </a:solidFill>
                <a:latin typeface="Poppins Bold"/>
                <a:ea typeface="Poppins Bold"/>
                <a:cs typeface="Poppins Bold"/>
                <a:sym typeface="Poppins Bold"/>
              </a:rPr>
              <a:t>, khususnya tipe 2</a:t>
            </a:r>
          </a:p>
        </p:txBody>
      </p:sp>
      <p:grpSp>
        <p:nvGrpSpPr>
          <p:cNvPr name="Group 80" id="80"/>
          <p:cNvGrpSpPr/>
          <p:nvPr/>
        </p:nvGrpSpPr>
        <p:grpSpPr>
          <a:xfrm rot="0">
            <a:off x="8159392" y="3881284"/>
            <a:ext cx="9484754" cy="2287266"/>
            <a:chOff x="0" y="0"/>
            <a:chExt cx="2498042" cy="602408"/>
          </a:xfrm>
        </p:grpSpPr>
        <p:sp>
          <p:nvSpPr>
            <p:cNvPr name="Freeform 81" id="81"/>
            <p:cNvSpPr/>
            <p:nvPr/>
          </p:nvSpPr>
          <p:spPr>
            <a:xfrm flipH="false" flipV="false" rot="0">
              <a:off x="0" y="0"/>
              <a:ext cx="2498042" cy="602408"/>
            </a:xfrm>
            <a:custGeom>
              <a:avLst/>
              <a:gdLst/>
              <a:ahLst/>
              <a:cxnLst/>
              <a:rect r="r" b="b" t="t" l="l"/>
              <a:pathLst>
                <a:path h="602408" w="2498042">
                  <a:moveTo>
                    <a:pt x="0" y="0"/>
                  </a:moveTo>
                  <a:lnTo>
                    <a:pt x="2498042" y="0"/>
                  </a:lnTo>
                  <a:lnTo>
                    <a:pt x="2498042" y="602408"/>
                  </a:lnTo>
                  <a:lnTo>
                    <a:pt x="0" y="602408"/>
                  </a:lnTo>
                  <a:close/>
                </a:path>
              </a:pathLst>
            </a:custGeom>
            <a:solidFill>
              <a:srgbClr val="FFF4C7"/>
            </a:solidFill>
            <a:ln w="38100" cap="sq">
              <a:solidFill>
                <a:srgbClr val="000000"/>
              </a:solidFill>
              <a:prstDash val="dash"/>
              <a:miter/>
            </a:ln>
          </p:spPr>
        </p:sp>
        <p:sp>
          <p:nvSpPr>
            <p:cNvPr name="TextBox 82" id="82"/>
            <p:cNvSpPr txBox="true"/>
            <p:nvPr/>
          </p:nvSpPr>
          <p:spPr>
            <a:xfrm>
              <a:off x="0" y="-28575"/>
              <a:ext cx="2498042" cy="630983"/>
            </a:xfrm>
            <a:prstGeom prst="rect">
              <a:avLst/>
            </a:prstGeom>
          </p:spPr>
          <p:txBody>
            <a:bodyPr anchor="ctr" rtlCol="false" tIns="50800" lIns="50800" bIns="50800" rIns="50800"/>
            <a:lstStyle/>
            <a:p>
              <a:pPr algn="ctr" marL="0" indent="0" lvl="0">
                <a:lnSpc>
                  <a:spcPts val="2380"/>
                </a:lnSpc>
                <a:spcBef>
                  <a:spcPct val="0"/>
                </a:spcBef>
              </a:pPr>
            </a:p>
          </p:txBody>
        </p:sp>
      </p:grpSp>
      <p:sp>
        <p:nvSpPr>
          <p:cNvPr name="Freeform 83" id="83"/>
          <p:cNvSpPr/>
          <p:nvPr/>
        </p:nvSpPr>
        <p:spPr>
          <a:xfrm flipH="false" flipV="false" rot="0">
            <a:off x="8916759" y="4071445"/>
            <a:ext cx="885965" cy="1447245"/>
          </a:xfrm>
          <a:custGeom>
            <a:avLst/>
            <a:gdLst/>
            <a:ahLst/>
            <a:cxnLst/>
            <a:rect r="r" b="b" t="t" l="l"/>
            <a:pathLst>
              <a:path h="1447245" w="885965">
                <a:moveTo>
                  <a:pt x="0" y="0"/>
                </a:moveTo>
                <a:lnTo>
                  <a:pt x="885964" y="0"/>
                </a:lnTo>
                <a:lnTo>
                  <a:pt x="885964" y="1447245"/>
                </a:lnTo>
                <a:lnTo>
                  <a:pt x="0" y="1447245"/>
                </a:lnTo>
                <a:lnTo>
                  <a:pt x="0" y="0"/>
                </a:lnTo>
                <a:close/>
              </a:path>
            </a:pathLst>
          </a:custGeom>
          <a:blipFill>
            <a:blip r:embed="rId13"/>
            <a:stretch>
              <a:fillRect l="-111598" t="-25136" r="-450481" b="-36732"/>
            </a:stretch>
          </a:blipFill>
          <a:ln cap="sq">
            <a:noFill/>
            <a:prstDash val="solid"/>
            <a:miter/>
          </a:ln>
        </p:spPr>
      </p:sp>
      <p:sp>
        <p:nvSpPr>
          <p:cNvPr name="TextBox 84" id="84"/>
          <p:cNvSpPr txBox="true"/>
          <p:nvPr/>
        </p:nvSpPr>
        <p:spPr>
          <a:xfrm rot="0">
            <a:off x="8298019" y="5518690"/>
            <a:ext cx="2206719" cy="538118"/>
          </a:xfrm>
          <a:prstGeom prst="rect">
            <a:avLst/>
          </a:prstGeom>
        </p:spPr>
        <p:txBody>
          <a:bodyPr anchor="t" rtlCol="false" tIns="0" lIns="0" bIns="0" rIns="0">
            <a:spAutoFit/>
          </a:bodyPr>
          <a:lstStyle/>
          <a:p>
            <a:pPr algn="ctr" marL="0" indent="0" lvl="1">
              <a:lnSpc>
                <a:spcPts val="2058"/>
              </a:lnSpc>
              <a:spcBef>
                <a:spcPct val="0"/>
              </a:spcBef>
            </a:pPr>
            <a:r>
              <a:rPr lang="en-US" sz="1871" strike="noStrike" u="none">
                <a:solidFill>
                  <a:srgbClr val="000000"/>
                </a:solidFill>
                <a:latin typeface="Poppins"/>
                <a:ea typeface="Poppins"/>
                <a:cs typeface="Poppins"/>
                <a:sym typeface="Poppins"/>
              </a:rPr>
              <a:t>Inflamasi &amp; resistensi insulin</a:t>
            </a:r>
          </a:p>
        </p:txBody>
      </p:sp>
      <p:sp>
        <p:nvSpPr>
          <p:cNvPr name="Freeform 85" id="85"/>
          <p:cNvSpPr/>
          <p:nvPr/>
        </p:nvSpPr>
        <p:spPr>
          <a:xfrm flipH="false" flipV="false" rot="0">
            <a:off x="10229116" y="4723251"/>
            <a:ext cx="863470" cy="241772"/>
          </a:xfrm>
          <a:custGeom>
            <a:avLst/>
            <a:gdLst/>
            <a:ahLst/>
            <a:cxnLst/>
            <a:rect r="r" b="b" t="t" l="l"/>
            <a:pathLst>
              <a:path h="241772" w="863470">
                <a:moveTo>
                  <a:pt x="0" y="0"/>
                </a:moveTo>
                <a:lnTo>
                  <a:pt x="863470" y="0"/>
                </a:lnTo>
                <a:lnTo>
                  <a:pt x="863470" y="241772"/>
                </a:lnTo>
                <a:lnTo>
                  <a:pt x="0" y="24177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86" id="86"/>
          <p:cNvSpPr/>
          <p:nvPr/>
        </p:nvSpPr>
        <p:spPr>
          <a:xfrm flipH="false" flipV="false" rot="0">
            <a:off x="11521211" y="4057785"/>
            <a:ext cx="893100" cy="1447245"/>
          </a:xfrm>
          <a:custGeom>
            <a:avLst/>
            <a:gdLst/>
            <a:ahLst/>
            <a:cxnLst/>
            <a:rect r="r" b="b" t="t" l="l"/>
            <a:pathLst>
              <a:path h="1447245" w="893100">
                <a:moveTo>
                  <a:pt x="0" y="0"/>
                </a:moveTo>
                <a:lnTo>
                  <a:pt x="893100" y="0"/>
                </a:lnTo>
                <a:lnTo>
                  <a:pt x="893100" y="1447245"/>
                </a:lnTo>
                <a:lnTo>
                  <a:pt x="0" y="1447245"/>
                </a:lnTo>
                <a:lnTo>
                  <a:pt x="0" y="0"/>
                </a:lnTo>
                <a:close/>
              </a:path>
            </a:pathLst>
          </a:custGeom>
          <a:blipFill>
            <a:blip r:embed="rId13"/>
            <a:stretch>
              <a:fillRect l="-222158" t="-25136" r="-334631" b="-36732"/>
            </a:stretch>
          </a:blipFill>
          <a:ln cap="sq">
            <a:noFill/>
            <a:prstDash val="solid"/>
            <a:miter/>
          </a:ln>
        </p:spPr>
      </p:sp>
      <p:sp>
        <p:nvSpPr>
          <p:cNvPr name="TextBox 87" id="87"/>
          <p:cNvSpPr txBox="true"/>
          <p:nvPr/>
        </p:nvSpPr>
        <p:spPr>
          <a:xfrm rot="0">
            <a:off x="10864401" y="5524080"/>
            <a:ext cx="2206719" cy="538118"/>
          </a:xfrm>
          <a:prstGeom prst="rect">
            <a:avLst/>
          </a:prstGeom>
        </p:spPr>
        <p:txBody>
          <a:bodyPr anchor="t" rtlCol="false" tIns="0" lIns="0" bIns="0" rIns="0">
            <a:spAutoFit/>
          </a:bodyPr>
          <a:lstStyle/>
          <a:p>
            <a:pPr algn="ctr" marL="0" indent="0" lvl="1">
              <a:lnSpc>
                <a:spcPts val="2058"/>
              </a:lnSpc>
              <a:spcBef>
                <a:spcPct val="0"/>
              </a:spcBef>
            </a:pPr>
            <a:r>
              <a:rPr lang="en-US" sz="1871" strike="noStrike" u="none">
                <a:solidFill>
                  <a:srgbClr val="000000"/>
                </a:solidFill>
                <a:latin typeface="Poppins"/>
                <a:ea typeface="Poppins"/>
                <a:cs typeface="Poppins"/>
                <a:sym typeface="Poppins"/>
              </a:rPr>
              <a:t>Disfungsi</a:t>
            </a:r>
          </a:p>
          <a:p>
            <a:pPr algn="ctr" marL="0" indent="0" lvl="1">
              <a:lnSpc>
                <a:spcPts val="2058"/>
              </a:lnSpc>
              <a:spcBef>
                <a:spcPct val="0"/>
              </a:spcBef>
            </a:pPr>
            <a:r>
              <a:rPr lang="en-US" sz="1871" strike="noStrike" u="none">
                <a:solidFill>
                  <a:srgbClr val="000000"/>
                </a:solidFill>
                <a:latin typeface="Poppins"/>
                <a:ea typeface="Poppins"/>
                <a:cs typeface="Poppins"/>
                <a:sym typeface="Poppins"/>
              </a:rPr>
              <a:t>sel beta</a:t>
            </a:r>
          </a:p>
        </p:txBody>
      </p:sp>
      <p:sp>
        <p:nvSpPr>
          <p:cNvPr name="Freeform 88" id="88"/>
          <p:cNvSpPr/>
          <p:nvPr/>
        </p:nvSpPr>
        <p:spPr>
          <a:xfrm flipH="false" flipV="false" rot="0">
            <a:off x="12690496" y="4781408"/>
            <a:ext cx="863470" cy="241772"/>
          </a:xfrm>
          <a:custGeom>
            <a:avLst/>
            <a:gdLst/>
            <a:ahLst/>
            <a:cxnLst/>
            <a:rect r="r" b="b" t="t" l="l"/>
            <a:pathLst>
              <a:path h="241772" w="863470">
                <a:moveTo>
                  <a:pt x="0" y="0"/>
                </a:moveTo>
                <a:lnTo>
                  <a:pt x="863471" y="0"/>
                </a:lnTo>
                <a:lnTo>
                  <a:pt x="863471" y="241771"/>
                </a:lnTo>
                <a:lnTo>
                  <a:pt x="0" y="2417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89" id="89"/>
          <p:cNvSpPr/>
          <p:nvPr/>
        </p:nvSpPr>
        <p:spPr>
          <a:xfrm flipH="false" flipV="false" rot="0">
            <a:off x="13715939" y="4139926"/>
            <a:ext cx="871694" cy="1447245"/>
          </a:xfrm>
          <a:custGeom>
            <a:avLst/>
            <a:gdLst/>
            <a:ahLst/>
            <a:cxnLst/>
            <a:rect r="r" b="b" t="t" l="l"/>
            <a:pathLst>
              <a:path h="1447245" w="871694">
                <a:moveTo>
                  <a:pt x="0" y="0"/>
                </a:moveTo>
                <a:lnTo>
                  <a:pt x="871694" y="0"/>
                </a:lnTo>
                <a:lnTo>
                  <a:pt x="871694" y="1447245"/>
                </a:lnTo>
                <a:lnTo>
                  <a:pt x="0" y="1447245"/>
                </a:lnTo>
                <a:lnTo>
                  <a:pt x="0" y="0"/>
                </a:lnTo>
                <a:close/>
              </a:path>
            </a:pathLst>
          </a:custGeom>
          <a:blipFill>
            <a:blip r:embed="rId13"/>
            <a:stretch>
              <a:fillRect l="-345076" t="-25136" r="-227842" b="-36732"/>
            </a:stretch>
          </a:blipFill>
          <a:ln cap="sq">
            <a:noFill/>
            <a:prstDash val="solid"/>
            <a:miter/>
          </a:ln>
        </p:spPr>
      </p:sp>
      <p:sp>
        <p:nvSpPr>
          <p:cNvPr name="TextBox 90" id="90"/>
          <p:cNvSpPr txBox="true"/>
          <p:nvPr/>
        </p:nvSpPr>
        <p:spPr>
          <a:xfrm rot="0">
            <a:off x="13122231" y="5642552"/>
            <a:ext cx="2206719" cy="280943"/>
          </a:xfrm>
          <a:prstGeom prst="rect">
            <a:avLst/>
          </a:prstGeom>
        </p:spPr>
        <p:txBody>
          <a:bodyPr anchor="t" rtlCol="false" tIns="0" lIns="0" bIns="0" rIns="0">
            <a:spAutoFit/>
          </a:bodyPr>
          <a:lstStyle/>
          <a:p>
            <a:pPr algn="ctr" marL="0" indent="0" lvl="1">
              <a:lnSpc>
                <a:spcPts val="2058"/>
              </a:lnSpc>
              <a:spcBef>
                <a:spcPct val="0"/>
              </a:spcBef>
            </a:pPr>
            <a:r>
              <a:rPr lang="en-US" sz="1871" strike="noStrike" u="none">
                <a:solidFill>
                  <a:srgbClr val="000000"/>
                </a:solidFill>
                <a:latin typeface="Poppins"/>
                <a:ea typeface="Poppins"/>
                <a:cs typeface="Poppins"/>
                <a:sym typeface="Poppins"/>
              </a:rPr>
              <a:t>Hiperglikemia</a:t>
            </a:r>
          </a:p>
        </p:txBody>
      </p:sp>
      <p:sp>
        <p:nvSpPr>
          <p:cNvPr name="Freeform 91" id="91"/>
          <p:cNvSpPr/>
          <p:nvPr/>
        </p:nvSpPr>
        <p:spPr>
          <a:xfrm flipH="false" flipV="false" rot="0">
            <a:off x="16145559" y="4139926"/>
            <a:ext cx="772179" cy="1447245"/>
          </a:xfrm>
          <a:custGeom>
            <a:avLst/>
            <a:gdLst/>
            <a:ahLst/>
            <a:cxnLst/>
            <a:rect r="r" b="b" t="t" l="l"/>
            <a:pathLst>
              <a:path h="1447245" w="772179">
                <a:moveTo>
                  <a:pt x="0" y="0"/>
                </a:moveTo>
                <a:lnTo>
                  <a:pt x="772179" y="0"/>
                </a:lnTo>
                <a:lnTo>
                  <a:pt x="772179" y="1447245"/>
                </a:lnTo>
                <a:lnTo>
                  <a:pt x="0" y="1447245"/>
                </a:lnTo>
                <a:lnTo>
                  <a:pt x="0" y="0"/>
                </a:lnTo>
                <a:close/>
              </a:path>
            </a:pathLst>
          </a:custGeom>
          <a:blipFill>
            <a:blip r:embed="rId13"/>
            <a:stretch>
              <a:fillRect l="-524459" t="-25136" r="-135181" b="-36732"/>
            </a:stretch>
          </a:blipFill>
          <a:ln cap="sq">
            <a:noFill/>
            <a:prstDash val="solid"/>
            <a:miter/>
          </a:ln>
        </p:spPr>
      </p:sp>
      <p:sp>
        <p:nvSpPr>
          <p:cNvPr name="Freeform 92" id="92"/>
          <p:cNvSpPr/>
          <p:nvPr/>
        </p:nvSpPr>
        <p:spPr>
          <a:xfrm flipH="false" flipV="false" rot="0">
            <a:off x="15005864" y="4844137"/>
            <a:ext cx="863470" cy="241772"/>
          </a:xfrm>
          <a:custGeom>
            <a:avLst/>
            <a:gdLst/>
            <a:ahLst/>
            <a:cxnLst/>
            <a:rect r="r" b="b" t="t" l="l"/>
            <a:pathLst>
              <a:path h="241772" w="863470">
                <a:moveTo>
                  <a:pt x="0" y="0"/>
                </a:moveTo>
                <a:lnTo>
                  <a:pt x="863470" y="0"/>
                </a:lnTo>
                <a:lnTo>
                  <a:pt x="863470" y="241771"/>
                </a:lnTo>
                <a:lnTo>
                  <a:pt x="0" y="2417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93" id="93"/>
          <p:cNvSpPr txBox="true"/>
          <p:nvPr/>
        </p:nvSpPr>
        <p:spPr>
          <a:xfrm rot="0">
            <a:off x="15518929" y="5505030"/>
            <a:ext cx="2025440" cy="538118"/>
          </a:xfrm>
          <a:prstGeom prst="rect">
            <a:avLst/>
          </a:prstGeom>
        </p:spPr>
        <p:txBody>
          <a:bodyPr anchor="t" rtlCol="false" tIns="0" lIns="0" bIns="0" rIns="0">
            <a:spAutoFit/>
          </a:bodyPr>
          <a:lstStyle/>
          <a:p>
            <a:pPr algn="ctr" marL="0" indent="0" lvl="1">
              <a:lnSpc>
                <a:spcPts val="2058"/>
              </a:lnSpc>
              <a:spcBef>
                <a:spcPct val="0"/>
              </a:spcBef>
            </a:pPr>
            <a:r>
              <a:rPr lang="en-US" sz="1871" strike="noStrike" u="none">
                <a:solidFill>
                  <a:srgbClr val="000000"/>
                </a:solidFill>
                <a:latin typeface="Poppins"/>
                <a:ea typeface="Poppins"/>
                <a:cs typeface="Poppins"/>
                <a:sym typeface="Poppins"/>
              </a:rPr>
              <a:t>Stres dan</a:t>
            </a:r>
          </a:p>
          <a:p>
            <a:pPr algn="ctr" marL="0" indent="0" lvl="1">
              <a:lnSpc>
                <a:spcPts val="2058"/>
              </a:lnSpc>
              <a:spcBef>
                <a:spcPct val="0"/>
              </a:spcBef>
            </a:pPr>
            <a:r>
              <a:rPr lang="en-US" sz="1871" strike="noStrike" u="none">
                <a:solidFill>
                  <a:srgbClr val="000000"/>
                </a:solidFill>
                <a:latin typeface="Poppins"/>
                <a:ea typeface="Poppins"/>
                <a:cs typeface="Poppins"/>
                <a:sym typeface="Poppins"/>
              </a:rPr>
              <a:t>kerusakan sel </a:t>
            </a:r>
          </a:p>
        </p:txBody>
      </p:sp>
      <p:grpSp>
        <p:nvGrpSpPr>
          <p:cNvPr name="Group 94" id="94"/>
          <p:cNvGrpSpPr/>
          <p:nvPr/>
        </p:nvGrpSpPr>
        <p:grpSpPr>
          <a:xfrm rot="5400000">
            <a:off x="12601210" y="6140164"/>
            <a:ext cx="601117" cy="657890"/>
            <a:chOff x="0" y="0"/>
            <a:chExt cx="771787" cy="844678"/>
          </a:xfrm>
        </p:grpSpPr>
        <p:sp>
          <p:nvSpPr>
            <p:cNvPr name="Freeform 95" id="95"/>
            <p:cNvSpPr/>
            <p:nvPr/>
          </p:nvSpPr>
          <p:spPr>
            <a:xfrm flipH="false" flipV="false" rot="0">
              <a:off x="0" y="0"/>
              <a:ext cx="771787" cy="844678"/>
            </a:xfrm>
            <a:custGeom>
              <a:avLst/>
              <a:gdLst/>
              <a:ahLst/>
              <a:cxnLst/>
              <a:rect r="r" b="b" t="t" l="l"/>
              <a:pathLst>
                <a:path h="844678" w="771787">
                  <a:moveTo>
                    <a:pt x="771787" y="422339"/>
                  </a:moveTo>
                  <a:lnTo>
                    <a:pt x="365387" y="0"/>
                  </a:lnTo>
                  <a:lnTo>
                    <a:pt x="365387" y="203200"/>
                  </a:lnTo>
                  <a:lnTo>
                    <a:pt x="0" y="203200"/>
                  </a:lnTo>
                  <a:lnTo>
                    <a:pt x="0" y="641478"/>
                  </a:lnTo>
                  <a:lnTo>
                    <a:pt x="365387" y="641478"/>
                  </a:lnTo>
                  <a:lnTo>
                    <a:pt x="365387" y="844678"/>
                  </a:lnTo>
                  <a:lnTo>
                    <a:pt x="771787" y="422339"/>
                  </a:lnTo>
                  <a:close/>
                </a:path>
              </a:pathLst>
            </a:custGeom>
            <a:solidFill>
              <a:srgbClr val="CD0606"/>
            </a:solidFill>
          </p:spPr>
        </p:sp>
        <p:sp>
          <p:nvSpPr>
            <p:cNvPr name="TextBox 96" id="96"/>
            <p:cNvSpPr txBox="true"/>
            <p:nvPr/>
          </p:nvSpPr>
          <p:spPr>
            <a:xfrm>
              <a:off x="0" y="174625"/>
              <a:ext cx="670187" cy="466853"/>
            </a:xfrm>
            <a:prstGeom prst="rect">
              <a:avLst/>
            </a:prstGeom>
          </p:spPr>
          <p:txBody>
            <a:bodyPr anchor="ctr" rtlCol="false" tIns="50800" lIns="50800" bIns="50800" rIns="50800"/>
            <a:lstStyle/>
            <a:p>
              <a:pPr algn="ctr">
                <a:lnSpc>
                  <a:spcPts val="2380"/>
                </a:lnSpc>
              </a:pPr>
            </a:p>
          </p:txBody>
        </p:sp>
      </p:grpSp>
      <p:grpSp>
        <p:nvGrpSpPr>
          <p:cNvPr name="Group 97" id="97"/>
          <p:cNvGrpSpPr/>
          <p:nvPr/>
        </p:nvGrpSpPr>
        <p:grpSpPr>
          <a:xfrm rot="5400000">
            <a:off x="12638758" y="3289328"/>
            <a:ext cx="526022" cy="657890"/>
            <a:chOff x="0" y="0"/>
            <a:chExt cx="675370" cy="844678"/>
          </a:xfrm>
        </p:grpSpPr>
        <p:sp>
          <p:nvSpPr>
            <p:cNvPr name="Freeform 98" id="98"/>
            <p:cNvSpPr/>
            <p:nvPr/>
          </p:nvSpPr>
          <p:spPr>
            <a:xfrm flipH="false" flipV="false" rot="0">
              <a:off x="0" y="0"/>
              <a:ext cx="675370" cy="844678"/>
            </a:xfrm>
            <a:custGeom>
              <a:avLst/>
              <a:gdLst/>
              <a:ahLst/>
              <a:cxnLst/>
              <a:rect r="r" b="b" t="t" l="l"/>
              <a:pathLst>
                <a:path h="844678" w="675370">
                  <a:moveTo>
                    <a:pt x="675370" y="422339"/>
                  </a:moveTo>
                  <a:lnTo>
                    <a:pt x="268970" y="0"/>
                  </a:lnTo>
                  <a:lnTo>
                    <a:pt x="268970" y="203200"/>
                  </a:lnTo>
                  <a:lnTo>
                    <a:pt x="0" y="203200"/>
                  </a:lnTo>
                  <a:lnTo>
                    <a:pt x="0" y="641478"/>
                  </a:lnTo>
                  <a:lnTo>
                    <a:pt x="268970" y="641478"/>
                  </a:lnTo>
                  <a:lnTo>
                    <a:pt x="268970" y="844678"/>
                  </a:lnTo>
                  <a:lnTo>
                    <a:pt x="675370" y="422339"/>
                  </a:lnTo>
                  <a:close/>
                </a:path>
              </a:pathLst>
            </a:custGeom>
            <a:solidFill>
              <a:srgbClr val="CD0606"/>
            </a:solidFill>
          </p:spPr>
        </p:sp>
        <p:sp>
          <p:nvSpPr>
            <p:cNvPr name="TextBox 99" id="99"/>
            <p:cNvSpPr txBox="true"/>
            <p:nvPr/>
          </p:nvSpPr>
          <p:spPr>
            <a:xfrm>
              <a:off x="0" y="174625"/>
              <a:ext cx="573770" cy="466853"/>
            </a:xfrm>
            <a:prstGeom prst="rect">
              <a:avLst/>
            </a:prstGeom>
          </p:spPr>
          <p:txBody>
            <a:bodyPr anchor="ctr" rtlCol="false" tIns="50800" lIns="50800" bIns="50800" rIns="50800"/>
            <a:lstStyle/>
            <a:p>
              <a:pPr algn="ctr">
                <a:lnSpc>
                  <a:spcPts val="2380"/>
                </a:lnSpc>
              </a:pP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408" y="1545522"/>
            <a:ext cx="18850287" cy="10018578"/>
          </a:xfrm>
          <a:custGeom>
            <a:avLst/>
            <a:gdLst/>
            <a:ahLst/>
            <a:cxnLst/>
            <a:rect r="r" b="b" t="t" l="l"/>
            <a:pathLst>
              <a:path h="10018578" w="18850287">
                <a:moveTo>
                  <a:pt x="0" y="0"/>
                </a:moveTo>
                <a:lnTo>
                  <a:pt x="18850287" y="0"/>
                </a:lnTo>
                <a:lnTo>
                  <a:pt x="18850287" y="10018578"/>
                </a:lnTo>
                <a:lnTo>
                  <a:pt x="0" y="10018578"/>
                </a:lnTo>
                <a:lnTo>
                  <a:pt x="0" y="0"/>
                </a:lnTo>
                <a:close/>
              </a:path>
            </a:pathLst>
          </a:custGeom>
          <a:blipFill>
            <a:blip r:embed="rId2">
              <a:alphaModFix amt="20999"/>
            </a:blip>
            <a:stretch>
              <a:fillRect l="0" t="-24233" r="0" b="-1828"/>
            </a:stretch>
          </a:blipFill>
        </p:spPr>
      </p:sp>
      <p:grpSp>
        <p:nvGrpSpPr>
          <p:cNvPr name="Group 3" id="3"/>
          <p:cNvGrpSpPr/>
          <p:nvPr/>
        </p:nvGrpSpPr>
        <p:grpSpPr>
          <a:xfrm rot="0">
            <a:off x="240438" y="9601920"/>
            <a:ext cx="16877922" cy="600132"/>
            <a:chOff x="0" y="0"/>
            <a:chExt cx="22503897" cy="800176"/>
          </a:xfrm>
        </p:grpSpPr>
        <p:grpSp>
          <p:nvGrpSpPr>
            <p:cNvPr name="Group 4" id="4"/>
            <p:cNvGrpSpPr/>
            <p:nvPr/>
          </p:nvGrpSpPr>
          <p:grpSpPr>
            <a:xfrm rot="0">
              <a:off x="0" y="6193"/>
              <a:ext cx="5347837" cy="793983"/>
              <a:chOff x="0" y="0"/>
              <a:chExt cx="1056363" cy="156836"/>
            </a:xfrm>
          </p:grpSpPr>
          <p:sp>
            <p:nvSpPr>
              <p:cNvPr name="Freeform 5" id="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6" id="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7" id="7"/>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8" id="8"/>
            <p:cNvGrpSpPr/>
            <p:nvPr/>
          </p:nvGrpSpPr>
          <p:grpSpPr>
            <a:xfrm rot="0">
              <a:off x="4707376" y="0"/>
              <a:ext cx="5347837" cy="793983"/>
              <a:chOff x="0" y="0"/>
              <a:chExt cx="1056363" cy="156836"/>
            </a:xfrm>
          </p:grpSpPr>
          <p:sp>
            <p:nvSpPr>
              <p:cNvPr name="Freeform 9" id="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0" id="1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1" id="11"/>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2" id="12"/>
            <p:cNvGrpSpPr/>
            <p:nvPr/>
          </p:nvGrpSpPr>
          <p:grpSpPr>
            <a:xfrm rot="0">
              <a:off x="8838517" y="0"/>
              <a:ext cx="5347837" cy="793983"/>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5" id="15"/>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6" id="16"/>
            <p:cNvGrpSpPr/>
            <p:nvPr/>
          </p:nvGrpSpPr>
          <p:grpSpPr>
            <a:xfrm rot="0">
              <a:off x="13154013" y="6193"/>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9" id="19"/>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0" id="20"/>
            <p:cNvGrpSpPr/>
            <p:nvPr/>
          </p:nvGrpSpPr>
          <p:grpSpPr>
            <a:xfrm rot="0">
              <a:off x="16106266" y="0"/>
              <a:ext cx="6397630" cy="793983"/>
              <a:chOff x="0" y="0"/>
              <a:chExt cx="1263729" cy="156836"/>
            </a:xfrm>
          </p:grpSpPr>
          <p:sp>
            <p:nvSpPr>
              <p:cNvPr name="Freeform 21" id="21"/>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2" id="22"/>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3" id="23"/>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4" id="24"/>
          <p:cNvGrpSpPr/>
          <p:nvPr/>
        </p:nvGrpSpPr>
        <p:grpSpPr>
          <a:xfrm rot="0">
            <a:off x="16443867" y="9362871"/>
            <a:ext cx="996408" cy="1848257"/>
            <a:chOff x="0" y="0"/>
            <a:chExt cx="1328544" cy="2464343"/>
          </a:xfrm>
        </p:grpSpPr>
        <p:grpSp>
          <p:nvGrpSpPr>
            <p:cNvPr name="Group 25" id="25"/>
            <p:cNvGrpSpPr/>
            <p:nvPr/>
          </p:nvGrpSpPr>
          <p:grpSpPr>
            <a:xfrm rot="0">
              <a:off x="0" y="0"/>
              <a:ext cx="1328544" cy="2464343"/>
              <a:chOff x="0" y="0"/>
              <a:chExt cx="438186" cy="812800"/>
            </a:xfrm>
          </p:grpSpPr>
          <p:sp>
            <p:nvSpPr>
              <p:cNvPr name="Freeform 26" id="26"/>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7" id="27"/>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28" id="28"/>
            <p:cNvSpPr txBox="true"/>
            <p:nvPr/>
          </p:nvSpPr>
          <p:spPr>
            <a:xfrm rot="0">
              <a:off x="461568" y="115943"/>
              <a:ext cx="405408" cy="962923"/>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6</a:t>
              </a:r>
            </a:p>
          </p:txBody>
        </p:sp>
      </p:grpSp>
      <p:grpSp>
        <p:nvGrpSpPr>
          <p:cNvPr name="Group 29" id="29"/>
          <p:cNvGrpSpPr/>
          <p:nvPr/>
        </p:nvGrpSpPr>
        <p:grpSpPr>
          <a:xfrm rot="0">
            <a:off x="852411" y="3978810"/>
            <a:ext cx="16089660" cy="3841011"/>
            <a:chOff x="0" y="0"/>
            <a:chExt cx="21452880" cy="5121348"/>
          </a:xfrm>
        </p:grpSpPr>
        <p:grpSp>
          <p:nvGrpSpPr>
            <p:cNvPr name="Group 30" id="30"/>
            <p:cNvGrpSpPr/>
            <p:nvPr/>
          </p:nvGrpSpPr>
          <p:grpSpPr>
            <a:xfrm rot="0">
              <a:off x="0" y="0"/>
              <a:ext cx="3847722" cy="3847722"/>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187" t="0" r="-25187" b="0"/>
                </a:stretch>
              </a:blipFill>
              <a:ln w="38100" cap="sq">
                <a:solidFill>
                  <a:srgbClr val="000000"/>
                </a:solidFill>
                <a:prstDash val="solid"/>
                <a:miter/>
              </a:ln>
            </p:spPr>
          </p:sp>
        </p:grpSp>
        <p:grpSp>
          <p:nvGrpSpPr>
            <p:cNvPr name="Group 32" id="32"/>
            <p:cNvGrpSpPr/>
            <p:nvPr/>
          </p:nvGrpSpPr>
          <p:grpSpPr>
            <a:xfrm rot="0">
              <a:off x="4442963" y="0"/>
              <a:ext cx="3847722" cy="3847722"/>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377548" t="-141464" r="-55214" b="-58215"/>
                </a:stretch>
              </a:blipFill>
              <a:ln w="38100" cap="sq">
                <a:solidFill>
                  <a:srgbClr val="000000"/>
                </a:solidFill>
                <a:prstDash val="solid"/>
                <a:miter/>
              </a:ln>
            </p:spPr>
          </p:sp>
        </p:grpSp>
        <p:grpSp>
          <p:nvGrpSpPr>
            <p:cNvPr name="Group 34" id="34"/>
            <p:cNvGrpSpPr/>
            <p:nvPr/>
          </p:nvGrpSpPr>
          <p:grpSpPr>
            <a:xfrm rot="0">
              <a:off x="8773175" y="0"/>
              <a:ext cx="3847722" cy="3847722"/>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25187" t="0" r="-25187" b="0"/>
                </a:stretch>
              </a:blipFill>
              <a:ln w="38100" cap="sq">
                <a:solidFill>
                  <a:srgbClr val="000000"/>
                </a:solidFill>
                <a:prstDash val="solid"/>
                <a:miter/>
              </a:ln>
            </p:spPr>
          </p:sp>
        </p:grpSp>
        <p:grpSp>
          <p:nvGrpSpPr>
            <p:cNvPr name="Group 36" id="36"/>
            <p:cNvGrpSpPr/>
            <p:nvPr/>
          </p:nvGrpSpPr>
          <p:grpSpPr>
            <a:xfrm rot="0">
              <a:off x="13103386" y="0"/>
              <a:ext cx="3847722" cy="3847722"/>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6"/>
                <a:stretch>
                  <a:fillRect l="-25187" t="0" r="-25187" b="0"/>
                </a:stretch>
              </a:blipFill>
              <a:ln w="38100" cap="sq">
                <a:solidFill>
                  <a:srgbClr val="000000"/>
                </a:solidFill>
                <a:prstDash val="solid"/>
                <a:miter/>
              </a:ln>
            </p:spPr>
          </p:sp>
        </p:grpSp>
        <p:grpSp>
          <p:nvGrpSpPr>
            <p:cNvPr name="Group 38" id="38"/>
            <p:cNvGrpSpPr/>
            <p:nvPr/>
          </p:nvGrpSpPr>
          <p:grpSpPr>
            <a:xfrm rot="0">
              <a:off x="17548008" y="0"/>
              <a:ext cx="3847722" cy="3847722"/>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7"/>
                <a:stretch>
                  <a:fillRect l="-25483" t="0" r="-25483" b="0"/>
                </a:stretch>
              </a:blipFill>
              <a:ln w="38100" cap="sq">
                <a:solidFill>
                  <a:srgbClr val="000000"/>
                </a:solidFill>
                <a:prstDash val="solid"/>
                <a:miter/>
              </a:ln>
            </p:spPr>
          </p:sp>
        </p:grpSp>
        <p:grpSp>
          <p:nvGrpSpPr>
            <p:cNvPr name="Group 40" id="40"/>
            <p:cNvGrpSpPr/>
            <p:nvPr/>
          </p:nvGrpSpPr>
          <p:grpSpPr>
            <a:xfrm rot="0">
              <a:off x="0" y="4146157"/>
              <a:ext cx="3847722" cy="975192"/>
              <a:chOff x="0" y="0"/>
              <a:chExt cx="970317" cy="245924"/>
            </a:xfrm>
          </p:grpSpPr>
          <p:sp>
            <p:nvSpPr>
              <p:cNvPr name="Freeform 41" id="41"/>
              <p:cNvSpPr/>
              <p:nvPr/>
            </p:nvSpPr>
            <p:spPr>
              <a:xfrm flipH="false" flipV="false" rot="0">
                <a:off x="0" y="0"/>
                <a:ext cx="970317" cy="245924"/>
              </a:xfrm>
              <a:custGeom>
                <a:avLst/>
                <a:gdLst/>
                <a:ahLst/>
                <a:cxnLst/>
                <a:rect r="r" b="b" t="t" l="l"/>
                <a:pathLst>
                  <a:path h="245924" w="970317">
                    <a:moveTo>
                      <a:pt x="0" y="0"/>
                    </a:moveTo>
                    <a:lnTo>
                      <a:pt x="970317" y="0"/>
                    </a:lnTo>
                    <a:lnTo>
                      <a:pt x="970317" y="245924"/>
                    </a:lnTo>
                    <a:lnTo>
                      <a:pt x="0" y="245924"/>
                    </a:lnTo>
                    <a:close/>
                  </a:path>
                </a:pathLst>
              </a:custGeom>
              <a:solidFill>
                <a:srgbClr val="FFD21F"/>
              </a:solidFill>
              <a:ln w="38100" cap="sq">
                <a:solidFill>
                  <a:srgbClr val="000000"/>
                </a:solidFill>
                <a:prstDash val="solid"/>
                <a:miter/>
              </a:ln>
            </p:spPr>
          </p:sp>
          <p:sp>
            <p:nvSpPr>
              <p:cNvPr name="TextBox 42" id="42"/>
              <p:cNvSpPr txBox="true"/>
              <p:nvPr/>
            </p:nvSpPr>
            <p:spPr>
              <a:xfrm>
                <a:off x="0" y="-28575"/>
                <a:ext cx="970317" cy="274499"/>
              </a:xfrm>
              <a:prstGeom prst="rect">
                <a:avLst/>
              </a:prstGeom>
            </p:spPr>
            <p:txBody>
              <a:bodyPr anchor="ctr" rtlCol="false" tIns="39791" lIns="39791" bIns="39791" rIns="39791"/>
              <a:lstStyle/>
              <a:p>
                <a:pPr algn="ctr">
                  <a:lnSpc>
                    <a:spcPts val="2380"/>
                  </a:lnSpc>
                </a:pPr>
              </a:p>
            </p:txBody>
          </p:sp>
        </p:grpSp>
        <p:grpSp>
          <p:nvGrpSpPr>
            <p:cNvPr name="Group 43" id="43"/>
            <p:cNvGrpSpPr/>
            <p:nvPr/>
          </p:nvGrpSpPr>
          <p:grpSpPr>
            <a:xfrm rot="0">
              <a:off x="4442963" y="4146157"/>
              <a:ext cx="3847722" cy="975192"/>
              <a:chOff x="0" y="0"/>
              <a:chExt cx="970317" cy="245924"/>
            </a:xfrm>
          </p:grpSpPr>
          <p:sp>
            <p:nvSpPr>
              <p:cNvPr name="Freeform 44" id="44"/>
              <p:cNvSpPr/>
              <p:nvPr/>
            </p:nvSpPr>
            <p:spPr>
              <a:xfrm flipH="false" flipV="false" rot="0">
                <a:off x="0" y="0"/>
                <a:ext cx="970317" cy="245924"/>
              </a:xfrm>
              <a:custGeom>
                <a:avLst/>
                <a:gdLst/>
                <a:ahLst/>
                <a:cxnLst/>
                <a:rect r="r" b="b" t="t" l="l"/>
                <a:pathLst>
                  <a:path h="245924" w="970317">
                    <a:moveTo>
                      <a:pt x="0" y="0"/>
                    </a:moveTo>
                    <a:lnTo>
                      <a:pt x="970317" y="0"/>
                    </a:lnTo>
                    <a:lnTo>
                      <a:pt x="970317" y="245924"/>
                    </a:lnTo>
                    <a:lnTo>
                      <a:pt x="0" y="245924"/>
                    </a:lnTo>
                    <a:close/>
                  </a:path>
                </a:pathLst>
              </a:custGeom>
              <a:solidFill>
                <a:srgbClr val="FFD21F"/>
              </a:solidFill>
              <a:ln w="38100" cap="sq">
                <a:solidFill>
                  <a:srgbClr val="000000"/>
                </a:solidFill>
                <a:prstDash val="solid"/>
                <a:miter/>
              </a:ln>
            </p:spPr>
          </p:sp>
          <p:sp>
            <p:nvSpPr>
              <p:cNvPr name="TextBox 45" id="45"/>
              <p:cNvSpPr txBox="true"/>
              <p:nvPr/>
            </p:nvSpPr>
            <p:spPr>
              <a:xfrm>
                <a:off x="0" y="-28575"/>
                <a:ext cx="970317" cy="274499"/>
              </a:xfrm>
              <a:prstGeom prst="rect">
                <a:avLst/>
              </a:prstGeom>
            </p:spPr>
            <p:txBody>
              <a:bodyPr anchor="ctr" rtlCol="false" tIns="39791" lIns="39791" bIns="39791" rIns="39791"/>
              <a:lstStyle/>
              <a:p>
                <a:pPr algn="ctr">
                  <a:lnSpc>
                    <a:spcPts val="2380"/>
                  </a:lnSpc>
                </a:pPr>
              </a:p>
            </p:txBody>
          </p:sp>
        </p:grpSp>
        <p:grpSp>
          <p:nvGrpSpPr>
            <p:cNvPr name="Group 46" id="46"/>
            <p:cNvGrpSpPr/>
            <p:nvPr/>
          </p:nvGrpSpPr>
          <p:grpSpPr>
            <a:xfrm rot="0">
              <a:off x="8773175" y="4146157"/>
              <a:ext cx="3847722" cy="975192"/>
              <a:chOff x="0" y="0"/>
              <a:chExt cx="970317" cy="245924"/>
            </a:xfrm>
          </p:grpSpPr>
          <p:sp>
            <p:nvSpPr>
              <p:cNvPr name="Freeform 47" id="47"/>
              <p:cNvSpPr/>
              <p:nvPr/>
            </p:nvSpPr>
            <p:spPr>
              <a:xfrm flipH="false" flipV="false" rot="0">
                <a:off x="0" y="0"/>
                <a:ext cx="970317" cy="245924"/>
              </a:xfrm>
              <a:custGeom>
                <a:avLst/>
                <a:gdLst/>
                <a:ahLst/>
                <a:cxnLst/>
                <a:rect r="r" b="b" t="t" l="l"/>
                <a:pathLst>
                  <a:path h="245924" w="970317">
                    <a:moveTo>
                      <a:pt x="0" y="0"/>
                    </a:moveTo>
                    <a:lnTo>
                      <a:pt x="970317" y="0"/>
                    </a:lnTo>
                    <a:lnTo>
                      <a:pt x="970317" y="245924"/>
                    </a:lnTo>
                    <a:lnTo>
                      <a:pt x="0" y="245924"/>
                    </a:lnTo>
                    <a:close/>
                  </a:path>
                </a:pathLst>
              </a:custGeom>
              <a:solidFill>
                <a:srgbClr val="FFD21F"/>
              </a:solidFill>
              <a:ln w="38100" cap="sq">
                <a:solidFill>
                  <a:srgbClr val="000000"/>
                </a:solidFill>
                <a:prstDash val="solid"/>
                <a:miter/>
              </a:ln>
            </p:spPr>
          </p:sp>
          <p:sp>
            <p:nvSpPr>
              <p:cNvPr name="TextBox 48" id="48"/>
              <p:cNvSpPr txBox="true"/>
              <p:nvPr/>
            </p:nvSpPr>
            <p:spPr>
              <a:xfrm>
                <a:off x="0" y="-28575"/>
                <a:ext cx="970317" cy="274499"/>
              </a:xfrm>
              <a:prstGeom prst="rect">
                <a:avLst/>
              </a:prstGeom>
            </p:spPr>
            <p:txBody>
              <a:bodyPr anchor="ctr" rtlCol="false" tIns="39791" lIns="39791" bIns="39791" rIns="39791"/>
              <a:lstStyle/>
              <a:p>
                <a:pPr algn="ctr">
                  <a:lnSpc>
                    <a:spcPts val="2380"/>
                  </a:lnSpc>
                </a:pPr>
              </a:p>
            </p:txBody>
          </p:sp>
        </p:grpSp>
        <p:grpSp>
          <p:nvGrpSpPr>
            <p:cNvPr name="Group 49" id="49"/>
            <p:cNvGrpSpPr/>
            <p:nvPr/>
          </p:nvGrpSpPr>
          <p:grpSpPr>
            <a:xfrm rot="0">
              <a:off x="13103386" y="4146157"/>
              <a:ext cx="3847722" cy="975192"/>
              <a:chOff x="0" y="0"/>
              <a:chExt cx="970317" cy="245924"/>
            </a:xfrm>
          </p:grpSpPr>
          <p:sp>
            <p:nvSpPr>
              <p:cNvPr name="Freeform 50" id="50"/>
              <p:cNvSpPr/>
              <p:nvPr/>
            </p:nvSpPr>
            <p:spPr>
              <a:xfrm flipH="false" flipV="false" rot="0">
                <a:off x="0" y="0"/>
                <a:ext cx="970317" cy="245924"/>
              </a:xfrm>
              <a:custGeom>
                <a:avLst/>
                <a:gdLst/>
                <a:ahLst/>
                <a:cxnLst/>
                <a:rect r="r" b="b" t="t" l="l"/>
                <a:pathLst>
                  <a:path h="245924" w="970317">
                    <a:moveTo>
                      <a:pt x="0" y="0"/>
                    </a:moveTo>
                    <a:lnTo>
                      <a:pt x="970317" y="0"/>
                    </a:lnTo>
                    <a:lnTo>
                      <a:pt x="970317" y="245924"/>
                    </a:lnTo>
                    <a:lnTo>
                      <a:pt x="0" y="245924"/>
                    </a:lnTo>
                    <a:close/>
                  </a:path>
                </a:pathLst>
              </a:custGeom>
              <a:solidFill>
                <a:srgbClr val="FFD21F"/>
              </a:solidFill>
              <a:ln w="38100" cap="sq">
                <a:solidFill>
                  <a:srgbClr val="000000"/>
                </a:solidFill>
                <a:prstDash val="solid"/>
                <a:miter/>
              </a:ln>
            </p:spPr>
          </p:sp>
          <p:sp>
            <p:nvSpPr>
              <p:cNvPr name="TextBox 51" id="51"/>
              <p:cNvSpPr txBox="true"/>
              <p:nvPr/>
            </p:nvSpPr>
            <p:spPr>
              <a:xfrm>
                <a:off x="0" y="-28575"/>
                <a:ext cx="970317" cy="274499"/>
              </a:xfrm>
              <a:prstGeom prst="rect">
                <a:avLst/>
              </a:prstGeom>
            </p:spPr>
            <p:txBody>
              <a:bodyPr anchor="ctr" rtlCol="false" tIns="39791" lIns="39791" bIns="39791" rIns="39791"/>
              <a:lstStyle/>
              <a:p>
                <a:pPr algn="ctr">
                  <a:lnSpc>
                    <a:spcPts val="2380"/>
                  </a:lnSpc>
                </a:pPr>
              </a:p>
            </p:txBody>
          </p:sp>
        </p:grpSp>
        <p:grpSp>
          <p:nvGrpSpPr>
            <p:cNvPr name="Group 52" id="52"/>
            <p:cNvGrpSpPr/>
            <p:nvPr/>
          </p:nvGrpSpPr>
          <p:grpSpPr>
            <a:xfrm rot="0">
              <a:off x="17605159" y="4146157"/>
              <a:ext cx="3847722" cy="975192"/>
              <a:chOff x="0" y="0"/>
              <a:chExt cx="970317" cy="245924"/>
            </a:xfrm>
          </p:grpSpPr>
          <p:sp>
            <p:nvSpPr>
              <p:cNvPr name="Freeform 53" id="53"/>
              <p:cNvSpPr/>
              <p:nvPr/>
            </p:nvSpPr>
            <p:spPr>
              <a:xfrm flipH="false" flipV="false" rot="0">
                <a:off x="0" y="0"/>
                <a:ext cx="970317" cy="245924"/>
              </a:xfrm>
              <a:custGeom>
                <a:avLst/>
                <a:gdLst/>
                <a:ahLst/>
                <a:cxnLst/>
                <a:rect r="r" b="b" t="t" l="l"/>
                <a:pathLst>
                  <a:path h="245924" w="970317">
                    <a:moveTo>
                      <a:pt x="0" y="0"/>
                    </a:moveTo>
                    <a:lnTo>
                      <a:pt x="970317" y="0"/>
                    </a:lnTo>
                    <a:lnTo>
                      <a:pt x="970317" y="245924"/>
                    </a:lnTo>
                    <a:lnTo>
                      <a:pt x="0" y="245924"/>
                    </a:lnTo>
                    <a:close/>
                  </a:path>
                </a:pathLst>
              </a:custGeom>
              <a:solidFill>
                <a:srgbClr val="FFD21F"/>
              </a:solidFill>
              <a:ln w="38100" cap="sq">
                <a:solidFill>
                  <a:srgbClr val="000000"/>
                </a:solidFill>
                <a:prstDash val="solid"/>
                <a:miter/>
              </a:ln>
            </p:spPr>
          </p:sp>
          <p:sp>
            <p:nvSpPr>
              <p:cNvPr name="TextBox 54" id="54"/>
              <p:cNvSpPr txBox="true"/>
              <p:nvPr/>
            </p:nvSpPr>
            <p:spPr>
              <a:xfrm>
                <a:off x="0" y="-28575"/>
                <a:ext cx="970317" cy="274499"/>
              </a:xfrm>
              <a:prstGeom prst="rect">
                <a:avLst/>
              </a:prstGeom>
            </p:spPr>
            <p:txBody>
              <a:bodyPr anchor="ctr" rtlCol="false" tIns="39791" lIns="39791" bIns="39791" rIns="39791"/>
              <a:lstStyle/>
              <a:p>
                <a:pPr algn="ctr">
                  <a:lnSpc>
                    <a:spcPts val="2380"/>
                  </a:lnSpc>
                </a:pPr>
              </a:p>
            </p:txBody>
          </p:sp>
        </p:grpSp>
        <p:sp>
          <p:nvSpPr>
            <p:cNvPr name="TextBox 55" id="55"/>
            <p:cNvSpPr txBox="true"/>
            <p:nvPr/>
          </p:nvSpPr>
          <p:spPr>
            <a:xfrm rot="0">
              <a:off x="439333" y="4253653"/>
              <a:ext cx="2969055" cy="760198"/>
            </a:xfrm>
            <a:prstGeom prst="rect">
              <a:avLst/>
            </a:prstGeom>
          </p:spPr>
          <p:txBody>
            <a:bodyPr anchor="t" rtlCol="false" tIns="0" lIns="0" bIns="0" rIns="0">
              <a:spAutoFit/>
            </a:bodyPr>
            <a:lstStyle/>
            <a:p>
              <a:pPr algn="ctr">
                <a:lnSpc>
                  <a:spcPts val="4147"/>
                </a:lnSpc>
              </a:pPr>
              <a:r>
                <a:rPr lang="en-US" b="true" sz="3770">
                  <a:solidFill>
                    <a:srgbClr val="C90000"/>
                  </a:solidFill>
                  <a:latin typeface="Poppins Bold"/>
                  <a:ea typeface="Poppins Bold"/>
                  <a:cs typeface="Poppins Bold"/>
                  <a:sym typeface="Poppins Bold"/>
                </a:rPr>
                <a:t>Jantung</a:t>
              </a:r>
            </a:p>
          </p:txBody>
        </p:sp>
        <p:sp>
          <p:nvSpPr>
            <p:cNvPr name="TextBox 56" id="56"/>
            <p:cNvSpPr txBox="true"/>
            <p:nvPr/>
          </p:nvSpPr>
          <p:spPr>
            <a:xfrm rot="0">
              <a:off x="4996303" y="4253653"/>
              <a:ext cx="2741041" cy="760198"/>
            </a:xfrm>
            <a:prstGeom prst="rect">
              <a:avLst/>
            </a:prstGeom>
          </p:spPr>
          <p:txBody>
            <a:bodyPr anchor="t" rtlCol="false" tIns="0" lIns="0" bIns="0" rIns="0">
              <a:spAutoFit/>
            </a:bodyPr>
            <a:lstStyle/>
            <a:p>
              <a:pPr algn="ctr">
                <a:lnSpc>
                  <a:spcPts val="4147"/>
                </a:lnSpc>
              </a:pPr>
              <a:r>
                <a:rPr lang="en-US" sz="3770" b="true">
                  <a:solidFill>
                    <a:srgbClr val="C90000"/>
                  </a:solidFill>
                  <a:latin typeface="Poppins Bold"/>
                  <a:ea typeface="Poppins Bold"/>
                  <a:cs typeface="Poppins Bold"/>
                  <a:sym typeface="Poppins Bold"/>
                </a:rPr>
                <a:t>Ginjal</a:t>
              </a:r>
            </a:p>
          </p:txBody>
        </p:sp>
        <p:sp>
          <p:nvSpPr>
            <p:cNvPr name="TextBox 57" id="57"/>
            <p:cNvSpPr txBox="true"/>
            <p:nvPr/>
          </p:nvSpPr>
          <p:spPr>
            <a:xfrm rot="0">
              <a:off x="9667451" y="4253653"/>
              <a:ext cx="2059169" cy="760198"/>
            </a:xfrm>
            <a:prstGeom prst="rect">
              <a:avLst/>
            </a:prstGeom>
          </p:spPr>
          <p:txBody>
            <a:bodyPr anchor="t" rtlCol="false" tIns="0" lIns="0" bIns="0" rIns="0">
              <a:spAutoFit/>
            </a:bodyPr>
            <a:lstStyle/>
            <a:p>
              <a:pPr algn="ctr">
                <a:lnSpc>
                  <a:spcPts val="4147"/>
                </a:lnSpc>
              </a:pPr>
              <a:r>
                <a:rPr lang="en-US" sz="3770" b="true">
                  <a:solidFill>
                    <a:srgbClr val="C90000"/>
                  </a:solidFill>
                  <a:latin typeface="Poppins Bold"/>
                  <a:ea typeface="Poppins Bold"/>
                  <a:cs typeface="Poppins Bold"/>
                  <a:sym typeface="Poppins Bold"/>
                </a:rPr>
                <a:t>Mata</a:t>
              </a:r>
            </a:p>
          </p:txBody>
        </p:sp>
        <p:sp>
          <p:nvSpPr>
            <p:cNvPr name="TextBox 58" id="58"/>
            <p:cNvSpPr txBox="true"/>
            <p:nvPr/>
          </p:nvSpPr>
          <p:spPr>
            <a:xfrm rot="0">
              <a:off x="14066160" y="4225739"/>
              <a:ext cx="1922174" cy="760198"/>
            </a:xfrm>
            <a:prstGeom prst="rect">
              <a:avLst/>
            </a:prstGeom>
          </p:spPr>
          <p:txBody>
            <a:bodyPr anchor="t" rtlCol="false" tIns="0" lIns="0" bIns="0" rIns="0">
              <a:spAutoFit/>
            </a:bodyPr>
            <a:lstStyle/>
            <a:p>
              <a:pPr algn="ctr">
                <a:lnSpc>
                  <a:spcPts val="4147"/>
                </a:lnSpc>
              </a:pPr>
              <a:r>
                <a:rPr lang="en-US" sz="3770" b="true">
                  <a:solidFill>
                    <a:srgbClr val="C90000"/>
                  </a:solidFill>
                  <a:latin typeface="Poppins Bold"/>
                  <a:ea typeface="Poppins Bold"/>
                  <a:cs typeface="Poppins Bold"/>
                  <a:sym typeface="Poppins Bold"/>
                </a:rPr>
                <a:t>Saraf</a:t>
              </a:r>
            </a:p>
          </p:txBody>
        </p:sp>
        <p:sp>
          <p:nvSpPr>
            <p:cNvPr name="TextBox 59" id="59"/>
            <p:cNvSpPr txBox="true"/>
            <p:nvPr/>
          </p:nvSpPr>
          <p:spPr>
            <a:xfrm rot="0">
              <a:off x="18398908" y="4225739"/>
              <a:ext cx="1922174" cy="760198"/>
            </a:xfrm>
            <a:prstGeom prst="rect">
              <a:avLst/>
            </a:prstGeom>
          </p:spPr>
          <p:txBody>
            <a:bodyPr anchor="t" rtlCol="false" tIns="0" lIns="0" bIns="0" rIns="0">
              <a:spAutoFit/>
            </a:bodyPr>
            <a:lstStyle/>
            <a:p>
              <a:pPr algn="ctr">
                <a:lnSpc>
                  <a:spcPts val="4147"/>
                </a:lnSpc>
              </a:pPr>
              <a:r>
                <a:rPr lang="en-US" sz="3770" b="true">
                  <a:solidFill>
                    <a:srgbClr val="C90000"/>
                  </a:solidFill>
                  <a:latin typeface="Poppins Bold"/>
                  <a:ea typeface="Poppins Bold"/>
                  <a:cs typeface="Poppins Bold"/>
                  <a:sym typeface="Poppins Bold"/>
                </a:rPr>
                <a:t>Kulit</a:t>
              </a:r>
            </a:p>
          </p:txBody>
        </p:sp>
      </p:grpSp>
      <p:grpSp>
        <p:nvGrpSpPr>
          <p:cNvPr name="Group 60" id="60"/>
          <p:cNvGrpSpPr/>
          <p:nvPr/>
        </p:nvGrpSpPr>
        <p:grpSpPr>
          <a:xfrm rot="5400000">
            <a:off x="2916446" y="-3969355"/>
            <a:ext cx="2507456" cy="11029754"/>
            <a:chOff x="0" y="0"/>
            <a:chExt cx="660400" cy="2904956"/>
          </a:xfrm>
        </p:grpSpPr>
        <p:sp>
          <p:nvSpPr>
            <p:cNvPr name="Freeform 61" id="61"/>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457A00"/>
            </a:solidFill>
            <a:ln w="66675" cap="sq">
              <a:solidFill>
                <a:srgbClr val="FFCE32"/>
              </a:solidFill>
              <a:prstDash val="solid"/>
              <a:miter/>
            </a:ln>
          </p:spPr>
        </p:sp>
        <p:sp>
          <p:nvSpPr>
            <p:cNvPr name="TextBox 62" id="62"/>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grpSp>
        <p:nvGrpSpPr>
          <p:cNvPr name="Group 63" id="63"/>
          <p:cNvGrpSpPr/>
          <p:nvPr/>
        </p:nvGrpSpPr>
        <p:grpSpPr>
          <a:xfrm rot="0">
            <a:off x="9928132" y="367623"/>
            <a:ext cx="10518768" cy="782054"/>
            <a:chOff x="0" y="0"/>
            <a:chExt cx="4462095" cy="331750"/>
          </a:xfrm>
        </p:grpSpPr>
        <p:sp>
          <p:nvSpPr>
            <p:cNvPr name="Freeform 64" id="64"/>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65" id="65"/>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66" id="66"/>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8"/>
            <a:stretch>
              <a:fillRect l="0" t="-3206" r="0" b="-3206"/>
            </a:stretch>
          </a:blipFill>
        </p:spPr>
      </p:sp>
      <p:sp>
        <p:nvSpPr>
          <p:cNvPr name="Freeform 67" id="67"/>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9"/>
            <a:stretch>
              <a:fillRect l="0" t="-3206" r="0" b="-3206"/>
            </a:stretch>
          </a:blipFill>
        </p:spPr>
      </p:sp>
      <p:sp>
        <p:nvSpPr>
          <p:cNvPr name="Freeform 68" id="68"/>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10"/>
            <a:stretch>
              <a:fillRect l="0" t="-3206" r="0" b="-3206"/>
            </a:stretch>
          </a:blipFill>
        </p:spPr>
      </p:sp>
      <p:sp>
        <p:nvSpPr>
          <p:cNvPr name="Freeform 69" id="69"/>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1"/>
            <a:stretch>
              <a:fillRect l="0" t="-3206" r="0" b="-3206"/>
            </a:stretch>
          </a:blipFill>
        </p:spPr>
      </p:sp>
      <p:sp>
        <p:nvSpPr>
          <p:cNvPr name="Freeform 70" id="70"/>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12"/>
            <a:stretch>
              <a:fillRect l="-1233" t="0" r="-1233" b="-1399"/>
            </a:stretch>
          </a:blipFill>
        </p:spPr>
      </p:sp>
      <p:sp>
        <p:nvSpPr>
          <p:cNvPr name="Freeform 71" id="71"/>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13"/>
            <a:stretch>
              <a:fillRect l="-76" t="0" r="-76" b="-692"/>
            </a:stretch>
          </a:blipFill>
        </p:spPr>
      </p:sp>
      <p:sp>
        <p:nvSpPr>
          <p:cNvPr name="Freeform 72" id="72"/>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14"/>
            <a:stretch>
              <a:fillRect l="0" t="-7113" r="-5929" b="-7113"/>
            </a:stretch>
          </a:blipFill>
        </p:spPr>
      </p:sp>
      <p:grpSp>
        <p:nvGrpSpPr>
          <p:cNvPr name="Group 73" id="73"/>
          <p:cNvGrpSpPr/>
          <p:nvPr/>
        </p:nvGrpSpPr>
        <p:grpSpPr>
          <a:xfrm rot="0">
            <a:off x="852411" y="8026058"/>
            <a:ext cx="16089660" cy="950421"/>
            <a:chOff x="0" y="0"/>
            <a:chExt cx="4237606" cy="250317"/>
          </a:xfrm>
        </p:grpSpPr>
        <p:sp>
          <p:nvSpPr>
            <p:cNvPr name="Freeform 74" id="74"/>
            <p:cNvSpPr/>
            <p:nvPr/>
          </p:nvSpPr>
          <p:spPr>
            <a:xfrm flipH="false" flipV="false" rot="0">
              <a:off x="0" y="0"/>
              <a:ext cx="4237606" cy="250317"/>
            </a:xfrm>
            <a:custGeom>
              <a:avLst/>
              <a:gdLst/>
              <a:ahLst/>
              <a:cxnLst/>
              <a:rect r="r" b="b" t="t" l="l"/>
              <a:pathLst>
                <a:path h="250317" w="4237606">
                  <a:moveTo>
                    <a:pt x="0" y="0"/>
                  </a:moveTo>
                  <a:lnTo>
                    <a:pt x="4237606" y="0"/>
                  </a:lnTo>
                  <a:lnTo>
                    <a:pt x="4237606" y="250317"/>
                  </a:lnTo>
                  <a:lnTo>
                    <a:pt x="0" y="250317"/>
                  </a:lnTo>
                  <a:close/>
                </a:path>
              </a:pathLst>
            </a:custGeom>
            <a:solidFill>
              <a:srgbClr val="FFFFFF"/>
            </a:solidFill>
          </p:spPr>
        </p:sp>
        <p:sp>
          <p:nvSpPr>
            <p:cNvPr name="TextBox 75" id="75"/>
            <p:cNvSpPr txBox="true"/>
            <p:nvPr/>
          </p:nvSpPr>
          <p:spPr>
            <a:xfrm>
              <a:off x="0" y="-28575"/>
              <a:ext cx="4237606" cy="278892"/>
            </a:xfrm>
            <a:prstGeom prst="rect">
              <a:avLst/>
            </a:prstGeom>
          </p:spPr>
          <p:txBody>
            <a:bodyPr anchor="ctr" rtlCol="false" tIns="50800" lIns="50800" bIns="50800" rIns="50800"/>
            <a:lstStyle/>
            <a:p>
              <a:pPr algn="ctr">
                <a:lnSpc>
                  <a:spcPts val="2380"/>
                </a:lnSpc>
              </a:pPr>
            </a:p>
          </p:txBody>
        </p:sp>
      </p:grpSp>
      <p:sp>
        <p:nvSpPr>
          <p:cNvPr name="TextBox 76" id="76"/>
          <p:cNvSpPr txBox="true"/>
          <p:nvPr/>
        </p:nvSpPr>
        <p:spPr>
          <a:xfrm rot="0">
            <a:off x="852411" y="8190496"/>
            <a:ext cx="16089660" cy="621545"/>
          </a:xfrm>
          <a:prstGeom prst="rect">
            <a:avLst/>
          </a:prstGeom>
        </p:spPr>
        <p:txBody>
          <a:bodyPr anchor="t" rtlCol="false" tIns="0" lIns="0" bIns="0" rIns="0">
            <a:spAutoFit/>
          </a:bodyPr>
          <a:lstStyle/>
          <a:p>
            <a:pPr algn="ctr">
              <a:lnSpc>
                <a:spcPts val="4499"/>
              </a:lnSpc>
            </a:pPr>
            <a:r>
              <a:rPr lang="en-US" sz="4090" b="true">
                <a:solidFill>
                  <a:srgbClr val="CD0606"/>
                </a:solidFill>
                <a:latin typeface="Poppins Bold"/>
                <a:ea typeface="Poppins Bold"/>
                <a:cs typeface="Poppins Bold"/>
                <a:sym typeface="Poppins Bold"/>
              </a:rPr>
              <a:t>Menyebabkan kematian secara tiba-tiba          </a:t>
            </a:r>
            <a:r>
              <a:rPr lang="en-US" b="true" sz="4090" i="true">
                <a:solidFill>
                  <a:srgbClr val="CD0606"/>
                </a:solidFill>
                <a:latin typeface="Poppins Bold Italics"/>
                <a:ea typeface="Poppins Bold Italics"/>
                <a:cs typeface="Poppins Bold Italics"/>
                <a:sym typeface="Poppins Bold Italics"/>
              </a:rPr>
              <a:t>Silent Killer</a:t>
            </a:r>
          </a:p>
        </p:txBody>
      </p:sp>
      <p:sp>
        <p:nvSpPr>
          <p:cNvPr name="Freeform 77" id="77"/>
          <p:cNvSpPr/>
          <p:nvPr/>
        </p:nvSpPr>
        <p:spPr>
          <a:xfrm flipH="false" flipV="false" rot="0">
            <a:off x="12534922" y="8384435"/>
            <a:ext cx="832050" cy="233667"/>
          </a:xfrm>
          <a:custGeom>
            <a:avLst/>
            <a:gdLst/>
            <a:ahLst/>
            <a:cxnLst/>
            <a:rect r="r" b="b" t="t" l="l"/>
            <a:pathLst>
              <a:path h="233667" w="832050">
                <a:moveTo>
                  <a:pt x="0" y="0"/>
                </a:moveTo>
                <a:lnTo>
                  <a:pt x="832049" y="0"/>
                </a:lnTo>
                <a:lnTo>
                  <a:pt x="832049" y="233667"/>
                </a:lnTo>
                <a:lnTo>
                  <a:pt x="0" y="23366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78" id="78"/>
          <p:cNvSpPr txBox="true"/>
          <p:nvPr/>
        </p:nvSpPr>
        <p:spPr>
          <a:xfrm rot="0">
            <a:off x="1614421" y="2927966"/>
            <a:ext cx="15059157" cy="696055"/>
          </a:xfrm>
          <a:prstGeom prst="rect">
            <a:avLst/>
          </a:prstGeom>
        </p:spPr>
        <p:txBody>
          <a:bodyPr anchor="t" rtlCol="false" tIns="0" lIns="0" bIns="0" rIns="0">
            <a:spAutoFit/>
          </a:bodyPr>
          <a:lstStyle/>
          <a:p>
            <a:pPr algn="ctr">
              <a:lnSpc>
                <a:spcPts val="5013"/>
              </a:lnSpc>
            </a:pPr>
            <a:r>
              <a:rPr lang="en-US" sz="4557" b="true">
                <a:solidFill>
                  <a:srgbClr val="910608"/>
                </a:solidFill>
                <a:latin typeface="Poppins Bold"/>
                <a:ea typeface="Poppins Bold"/>
                <a:cs typeface="Poppins Bold"/>
                <a:sym typeface="Poppins Bold"/>
              </a:rPr>
              <a:t>Stadium lanjut</a:t>
            </a:r>
            <a:r>
              <a:rPr lang="en-US" sz="4557" b="true">
                <a:solidFill>
                  <a:srgbClr val="457A00"/>
                </a:solidFill>
                <a:latin typeface="Poppins Bold"/>
                <a:ea typeface="Poppins Bold"/>
                <a:cs typeface="Poppins Bold"/>
                <a:sym typeface="Poppins Bold"/>
              </a:rPr>
              <a:t> diabetes dan komplikasi:</a:t>
            </a:r>
          </a:p>
        </p:txBody>
      </p:sp>
      <p:sp>
        <p:nvSpPr>
          <p:cNvPr name="TextBox 79" id="79"/>
          <p:cNvSpPr txBox="true"/>
          <p:nvPr/>
        </p:nvSpPr>
        <p:spPr>
          <a:xfrm rot="0">
            <a:off x="3367514" y="9141717"/>
            <a:ext cx="11552972" cy="648306"/>
          </a:xfrm>
          <a:prstGeom prst="rect">
            <a:avLst/>
          </a:prstGeom>
        </p:spPr>
        <p:txBody>
          <a:bodyPr anchor="t" rtlCol="false" tIns="0" lIns="0" bIns="0" rIns="0">
            <a:spAutoFit/>
          </a:bodyPr>
          <a:lstStyle/>
          <a:p>
            <a:pPr algn="ctr">
              <a:lnSpc>
                <a:spcPts val="2527"/>
              </a:lnSpc>
            </a:pPr>
            <a:r>
              <a:rPr lang="en-US" sz="2297">
                <a:solidFill>
                  <a:srgbClr val="23221A"/>
                </a:solidFill>
                <a:latin typeface="Poppins"/>
                <a:ea typeface="Poppins"/>
                <a:cs typeface="Poppins"/>
                <a:sym typeface="Poppins"/>
              </a:rPr>
              <a:t>(Petry </a:t>
            </a:r>
            <a:r>
              <a:rPr lang="en-US" sz="2297" i="true">
                <a:solidFill>
                  <a:srgbClr val="23221A"/>
                </a:solidFill>
                <a:latin typeface="Poppins Italics"/>
                <a:ea typeface="Poppins Italics"/>
                <a:cs typeface="Poppins Italics"/>
                <a:sym typeface="Poppins Italics"/>
              </a:rPr>
              <a:t>et</a:t>
            </a:r>
            <a:r>
              <a:rPr lang="en-US" sz="2297">
                <a:solidFill>
                  <a:srgbClr val="23221A"/>
                </a:solidFill>
                <a:latin typeface="Poppins"/>
                <a:ea typeface="Poppins"/>
                <a:cs typeface="Poppins"/>
                <a:sym typeface="Poppins"/>
              </a:rPr>
              <a:t> </a:t>
            </a:r>
            <a:r>
              <a:rPr lang="en-US" sz="2297" i="true">
                <a:solidFill>
                  <a:srgbClr val="23221A"/>
                </a:solidFill>
                <a:latin typeface="Poppins Italics"/>
                <a:ea typeface="Poppins Italics"/>
                <a:cs typeface="Poppins Italics"/>
                <a:sym typeface="Poppins Italics"/>
              </a:rPr>
              <a:t>al</a:t>
            </a:r>
            <a:r>
              <a:rPr lang="en-US" sz="2297">
                <a:solidFill>
                  <a:srgbClr val="23221A"/>
                </a:solidFill>
                <a:latin typeface="Poppins"/>
                <a:ea typeface="Poppins"/>
                <a:cs typeface="Poppins"/>
                <a:sym typeface="Poppins"/>
              </a:rPr>
              <a:t>., 2025 ; Prasad, R., 2025)</a:t>
            </a:r>
          </a:p>
          <a:p>
            <a:pPr algn="ctr">
              <a:lnSpc>
                <a:spcPts val="2527"/>
              </a:lnSpc>
            </a:pPr>
          </a:p>
        </p:txBody>
      </p:sp>
      <p:sp>
        <p:nvSpPr>
          <p:cNvPr name="TextBox 80" id="80"/>
          <p:cNvSpPr txBox="true"/>
          <p:nvPr/>
        </p:nvSpPr>
        <p:spPr>
          <a:xfrm rot="0">
            <a:off x="1028700" y="569590"/>
            <a:ext cx="9007299" cy="1951863"/>
          </a:xfrm>
          <a:prstGeom prst="rect">
            <a:avLst/>
          </a:prstGeom>
        </p:spPr>
        <p:txBody>
          <a:bodyPr anchor="t" rtlCol="false" tIns="0" lIns="0" bIns="0" rIns="0">
            <a:spAutoFit/>
          </a:bodyPr>
          <a:lstStyle/>
          <a:p>
            <a:pPr algn="l">
              <a:lnSpc>
                <a:spcPts val="7358"/>
              </a:lnSpc>
            </a:pPr>
            <a:r>
              <a:rPr lang="en-US" sz="6689" b="true">
                <a:solidFill>
                  <a:srgbClr val="FFFFFC"/>
                </a:solidFill>
                <a:latin typeface="Poppins Bold"/>
                <a:ea typeface="Poppins Bold"/>
                <a:cs typeface="Poppins Bold"/>
                <a:sym typeface="Poppins Bold"/>
              </a:rPr>
              <a:t>Urgensi </a:t>
            </a:r>
            <a:r>
              <a:rPr lang="en-US" sz="6689" b="true">
                <a:solidFill>
                  <a:srgbClr val="FFCE32"/>
                </a:solidFill>
                <a:latin typeface="Poppins Bold"/>
                <a:ea typeface="Poppins Bold"/>
                <a:cs typeface="Poppins Bold"/>
                <a:sym typeface="Poppins Bold"/>
              </a:rPr>
              <a:t>Deteksi</a:t>
            </a:r>
            <a:r>
              <a:rPr lang="en-US" sz="6689" b="true">
                <a:solidFill>
                  <a:srgbClr val="FFFFFC"/>
                </a:solidFill>
                <a:latin typeface="Poppins Bold"/>
                <a:ea typeface="Poppins Bold"/>
                <a:cs typeface="Poppins Bold"/>
                <a:sym typeface="Poppins Bold"/>
              </a:rPr>
              <a:t> </a:t>
            </a:r>
          </a:p>
          <a:p>
            <a:pPr algn="l">
              <a:lnSpc>
                <a:spcPts val="7358"/>
              </a:lnSpc>
            </a:pPr>
            <a:r>
              <a:rPr lang="en-US" sz="6689" b="true">
                <a:solidFill>
                  <a:srgbClr val="FFD21F"/>
                </a:solidFill>
                <a:latin typeface="Poppins Bold"/>
                <a:ea typeface="Poppins Bold"/>
                <a:cs typeface="Poppins Bold"/>
                <a:sym typeface="Poppins Bold"/>
              </a:rPr>
              <a:t>Dini</a:t>
            </a:r>
            <a:r>
              <a:rPr lang="en-US" sz="6689" b="true">
                <a:solidFill>
                  <a:srgbClr val="FFFFFC"/>
                </a:solidFill>
                <a:latin typeface="Poppins Bold"/>
                <a:ea typeface="Poppins Bold"/>
                <a:cs typeface="Poppins Bold"/>
                <a:sym typeface="Poppins Bold"/>
              </a:rPr>
              <a:t> Prediabetes</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A8E16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74506" y="1435603"/>
            <a:ext cx="18462506" cy="12117128"/>
          </a:xfrm>
          <a:custGeom>
            <a:avLst/>
            <a:gdLst/>
            <a:ahLst/>
            <a:cxnLst/>
            <a:rect r="r" b="b" t="t" l="l"/>
            <a:pathLst>
              <a:path h="12117128" w="18462506">
                <a:moveTo>
                  <a:pt x="0" y="0"/>
                </a:moveTo>
                <a:lnTo>
                  <a:pt x="18462506" y="0"/>
                </a:lnTo>
                <a:lnTo>
                  <a:pt x="18462506" y="12117128"/>
                </a:lnTo>
                <a:lnTo>
                  <a:pt x="0" y="12117128"/>
                </a:lnTo>
                <a:lnTo>
                  <a:pt x="0" y="0"/>
                </a:lnTo>
                <a:close/>
              </a:path>
            </a:pathLst>
          </a:custGeom>
          <a:blipFill>
            <a:blip r:embed="rId2">
              <a:alphaModFix amt="13000"/>
            </a:blip>
            <a:stretch>
              <a:fillRect l="-16658" t="-1374" r="-15712" b="-11571"/>
            </a:stretch>
          </a:blipFill>
        </p:spPr>
      </p:sp>
      <p:grpSp>
        <p:nvGrpSpPr>
          <p:cNvPr name="Group 3" id="3"/>
          <p:cNvGrpSpPr/>
          <p:nvPr/>
        </p:nvGrpSpPr>
        <p:grpSpPr>
          <a:xfrm rot="0">
            <a:off x="0" y="9423688"/>
            <a:ext cx="18742908" cy="1239467"/>
            <a:chOff x="0" y="0"/>
            <a:chExt cx="3949066" cy="261151"/>
          </a:xfrm>
        </p:grpSpPr>
        <p:sp>
          <p:nvSpPr>
            <p:cNvPr name="Freeform 4" id="4"/>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5" id="5"/>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0">
            <a:off x="-391165" y="-50690"/>
            <a:ext cx="19134073" cy="1486293"/>
            <a:chOff x="0" y="0"/>
            <a:chExt cx="5039427" cy="391452"/>
          </a:xfrm>
        </p:grpSpPr>
        <p:sp>
          <p:nvSpPr>
            <p:cNvPr name="Freeform 31" id="31"/>
            <p:cNvSpPr/>
            <p:nvPr/>
          </p:nvSpPr>
          <p:spPr>
            <a:xfrm flipH="false" flipV="false" rot="0">
              <a:off x="0" y="0"/>
              <a:ext cx="5039427" cy="391452"/>
            </a:xfrm>
            <a:custGeom>
              <a:avLst/>
              <a:gdLst/>
              <a:ahLst/>
              <a:cxnLst/>
              <a:rect r="r" b="b" t="t" l="l"/>
              <a:pathLst>
                <a:path h="391452" w="5039427">
                  <a:moveTo>
                    <a:pt x="0" y="0"/>
                  </a:moveTo>
                  <a:lnTo>
                    <a:pt x="5039427" y="0"/>
                  </a:lnTo>
                  <a:lnTo>
                    <a:pt x="5039427" y="391452"/>
                  </a:lnTo>
                  <a:lnTo>
                    <a:pt x="0" y="391452"/>
                  </a:lnTo>
                  <a:close/>
                </a:path>
              </a:pathLst>
            </a:custGeom>
            <a:solidFill>
              <a:srgbClr val="CBE3AC"/>
            </a:solidFill>
            <a:ln cap="sq">
              <a:noFill/>
              <a:prstDash val="solid"/>
              <a:miter/>
            </a:ln>
          </p:spPr>
        </p:sp>
        <p:sp>
          <p:nvSpPr>
            <p:cNvPr name="TextBox 32" id="32"/>
            <p:cNvSpPr txBox="true"/>
            <p:nvPr/>
          </p:nvSpPr>
          <p:spPr>
            <a:xfrm>
              <a:off x="0" y="-28575"/>
              <a:ext cx="5039427" cy="420027"/>
            </a:xfrm>
            <a:prstGeom prst="rect">
              <a:avLst/>
            </a:prstGeom>
          </p:spPr>
          <p:txBody>
            <a:bodyPr anchor="ctr" rtlCol="false" tIns="50800" lIns="50800" bIns="50800" rIns="50800"/>
            <a:lstStyle/>
            <a:p>
              <a:pPr algn="ctr">
                <a:lnSpc>
                  <a:spcPts val="2380"/>
                </a:lnSpc>
              </a:pPr>
            </a:p>
          </p:txBody>
        </p:sp>
      </p:grpSp>
      <p:grpSp>
        <p:nvGrpSpPr>
          <p:cNvPr name="Group 33" id="33"/>
          <p:cNvGrpSpPr/>
          <p:nvPr/>
        </p:nvGrpSpPr>
        <p:grpSpPr>
          <a:xfrm rot="0">
            <a:off x="9928132" y="367623"/>
            <a:ext cx="10518768" cy="782054"/>
            <a:chOff x="0" y="0"/>
            <a:chExt cx="4462095" cy="331750"/>
          </a:xfrm>
        </p:grpSpPr>
        <p:sp>
          <p:nvSpPr>
            <p:cNvPr name="Freeform 34" id="34"/>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5" id="35"/>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36" id="36"/>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37" id="37"/>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38" id="38"/>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39" id="39"/>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40" id="40"/>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41" id="41"/>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42" id="42"/>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grpSp>
        <p:nvGrpSpPr>
          <p:cNvPr name="Group 43" id="43"/>
          <p:cNvGrpSpPr/>
          <p:nvPr/>
        </p:nvGrpSpPr>
        <p:grpSpPr>
          <a:xfrm rot="5400000">
            <a:off x="2916446" y="-3969355"/>
            <a:ext cx="2507456" cy="11029754"/>
            <a:chOff x="0" y="0"/>
            <a:chExt cx="660400" cy="2904956"/>
          </a:xfrm>
        </p:grpSpPr>
        <p:sp>
          <p:nvSpPr>
            <p:cNvPr name="Freeform 44" id="44"/>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910608"/>
            </a:solidFill>
            <a:ln w="66675" cap="sq">
              <a:solidFill>
                <a:srgbClr val="FFFFFF"/>
              </a:solidFill>
              <a:prstDash val="solid"/>
              <a:miter/>
            </a:ln>
          </p:spPr>
        </p:sp>
        <p:sp>
          <p:nvSpPr>
            <p:cNvPr name="TextBox 45" id="45"/>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grpSp>
        <p:nvGrpSpPr>
          <p:cNvPr name="Group 46" id="46"/>
          <p:cNvGrpSpPr/>
          <p:nvPr/>
        </p:nvGrpSpPr>
        <p:grpSpPr>
          <a:xfrm rot="0">
            <a:off x="636512" y="3081475"/>
            <a:ext cx="6964103" cy="473148"/>
            <a:chOff x="0" y="0"/>
            <a:chExt cx="1834167" cy="124615"/>
          </a:xfrm>
        </p:grpSpPr>
        <p:sp>
          <p:nvSpPr>
            <p:cNvPr name="Freeform 47" id="47"/>
            <p:cNvSpPr/>
            <p:nvPr/>
          </p:nvSpPr>
          <p:spPr>
            <a:xfrm flipH="false" flipV="false" rot="0">
              <a:off x="0" y="0"/>
              <a:ext cx="1834167" cy="124615"/>
            </a:xfrm>
            <a:custGeom>
              <a:avLst/>
              <a:gdLst/>
              <a:ahLst/>
              <a:cxnLst/>
              <a:rect r="r" b="b" t="t" l="l"/>
              <a:pathLst>
                <a:path h="124615" w="1834167">
                  <a:moveTo>
                    <a:pt x="0" y="0"/>
                  </a:moveTo>
                  <a:lnTo>
                    <a:pt x="1834167" y="0"/>
                  </a:lnTo>
                  <a:lnTo>
                    <a:pt x="1834167" y="124615"/>
                  </a:lnTo>
                  <a:lnTo>
                    <a:pt x="0" y="124615"/>
                  </a:lnTo>
                  <a:close/>
                </a:path>
              </a:pathLst>
            </a:custGeom>
            <a:solidFill>
              <a:srgbClr val="FFFFFC"/>
            </a:solidFill>
          </p:spPr>
        </p:sp>
        <p:sp>
          <p:nvSpPr>
            <p:cNvPr name="TextBox 48" id="48"/>
            <p:cNvSpPr txBox="true"/>
            <p:nvPr/>
          </p:nvSpPr>
          <p:spPr>
            <a:xfrm>
              <a:off x="0" y="-28575"/>
              <a:ext cx="1834167" cy="153190"/>
            </a:xfrm>
            <a:prstGeom prst="rect">
              <a:avLst/>
            </a:prstGeom>
          </p:spPr>
          <p:txBody>
            <a:bodyPr anchor="ctr" rtlCol="false" tIns="50800" lIns="50800" bIns="50800" rIns="50800"/>
            <a:lstStyle/>
            <a:p>
              <a:pPr algn="ctr">
                <a:lnSpc>
                  <a:spcPts val="2380"/>
                </a:lnSpc>
              </a:pPr>
            </a:p>
          </p:txBody>
        </p:sp>
      </p:grpSp>
      <p:grpSp>
        <p:nvGrpSpPr>
          <p:cNvPr name="Group 49" id="49"/>
          <p:cNvGrpSpPr/>
          <p:nvPr/>
        </p:nvGrpSpPr>
        <p:grpSpPr>
          <a:xfrm rot="0">
            <a:off x="636512" y="4671066"/>
            <a:ext cx="3744958" cy="4374072"/>
            <a:chOff x="0" y="0"/>
            <a:chExt cx="986326" cy="1152019"/>
          </a:xfrm>
        </p:grpSpPr>
        <p:sp>
          <p:nvSpPr>
            <p:cNvPr name="Freeform 50" id="50"/>
            <p:cNvSpPr/>
            <p:nvPr/>
          </p:nvSpPr>
          <p:spPr>
            <a:xfrm flipH="false" flipV="false" rot="0">
              <a:off x="0" y="0"/>
              <a:ext cx="986326" cy="1152019"/>
            </a:xfrm>
            <a:custGeom>
              <a:avLst/>
              <a:gdLst/>
              <a:ahLst/>
              <a:cxnLst/>
              <a:rect r="r" b="b" t="t" l="l"/>
              <a:pathLst>
                <a:path h="1152019" w="986326">
                  <a:moveTo>
                    <a:pt x="33077" y="0"/>
                  </a:moveTo>
                  <a:lnTo>
                    <a:pt x="953250" y="0"/>
                  </a:lnTo>
                  <a:cubicBezTo>
                    <a:pt x="971518" y="0"/>
                    <a:pt x="986326" y="14809"/>
                    <a:pt x="986326" y="33077"/>
                  </a:cubicBezTo>
                  <a:lnTo>
                    <a:pt x="986326" y="1118942"/>
                  </a:lnTo>
                  <a:cubicBezTo>
                    <a:pt x="986326" y="1127715"/>
                    <a:pt x="982842" y="1136128"/>
                    <a:pt x="976638" y="1142331"/>
                  </a:cubicBezTo>
                  <a:cubicBezTo>
                    <a:pt x="970435" y="1148534"/>
                    <a:pt x="962022" y="1152019"/>
                    <a:pt x="953250" y="1152019"/>
                  </a:cubicBezTo>
                  <a:lnTo>
                    <a:pt x="33077" y="1152019"/>
                  </a:lnTo>
                  <a:cubicBezTo>
                    <a:pt x="24304" y="1152019"/>
                    <a:pt x="15891" y="1148534"/>
                    <a:pt x="9688" y="1142331"/>
                  </a:cubicBezTo>
                  <a:cubicBezTo>
                    <a:pt x="3485" y="1136128"/>
                    <a:pt x="0" y="1127715"/>
                    <a:pt x="0" y="1118942"/>
                  </a:cubicBezTo>
                  <a:lnTo>
                    <a:pt x="0" y="33077"/>
                  </a:lnTo>
                  <a:cubicBezTo>
                    <a:pt x="0" y="24304"/>
                    <a:pt x="3485" y="15891"/>
                    <a:pt x="9688" y="9688"/>
                  </a:cubicBezTo>
                  <a:cubicBezTo>
                    <a:pt x="15891" y="3485"/>
                    <a:pt x="24304" y="0"/>
                    <a:pt x="33077" y="0"/>
                  </a:cubicBezTo>
                  <a:close/>
                </a:path>
              </a:pathLst>
            </a:custGeom>
            <a:solidFill>
              <a:srgbClr val="FFF4C7"/>
            </a:solidFill>
            <a:ln w="38100" cap="sq">
              <a:solidFill>
                <a:srgbClr val="910608"/>
              </a:solidFill>
              <a:prstDash val="dash"/>
              <a:miter/>
            </a:ln>
          </p:spPr>
        </p:sp>
        <p:sp>
          <p:nvSpPr>
            <p:cNvPr name="TextBox 51" id="51"/>
            <p:cNvSpPr txBox="true"/>
            <p:nvPr/>
          </p:nvSpPr>
          <p:spPr>
            <a:xfrm>
              <a:off x="0" y="-28575"/>
              <a:ext cx="986326" cy="1180594"/>
            </a:xfrm>
            <a:prstGeom prst="rect">
              <a:avLst/>
            </a:prstGeom>
          </p:spPr>
          <p:txBody>
            <a:bodyPr anchor="ctr" rtlCol="false" tIns="50800" lIns="50800" bIns="50800" rIns="50800"/>
            <a:lstStyle/>
            <a:p>
              <a:pPr algn="ctr">
                <a:lnSpc>
                  <a:spcPts val="2380"/>
                </a:lnSpc>
              </a:pPr>
            </a:p>
          </p:txBody>
        </p:sp>
      </p:grpSp>
      <p:grpSp>
        <p:nvGrpSpPr>
          <p:cNvPr name="Group 52" id="52"/>
          <p:cNvGrpSpPr/>
          <p:nvPr/>
        </p:nvGrpSpPr>
        <p:grpSpPr>
          <a:xfrm rot="0">
            <a:off x="5908926" y="4671066"/>
            <a:ext cx="4956223" cy="4374072"/>
            <a:chOff x="0" y="0"/>
            <a:chExt cx="1305343" cy="1152019"/>
          </a:xfrm>
        </p:grpSpPr>
        <p:sp>
          <p:nvSpPr>
            <p:cNvPr name="Freeform 53" id="53"/>
            <p:cNvSpPr/>
            <p:nvPr/>
          </p:nvSpPr>
          <p:spPr>
            <a:xfrm flipH="false" flipV="false" rot="0">
              <a:off x="0" y="0"/>
              <a:ext cx="1305343" cy="1152019"/>
            </a:xfrm>
            <a:custGeom>
              <a:avLst/>
              <a:gdLst/>
              <a:ahLst/>
              <a:cxnLst/>
              <a:rect r="r" b="b" t="t" l="l"/>
              <a:pathLst>
                <a:path h="1152019" w="1305343">
                  <a:moveTo>
                    <a:pt x="24993" y="0"/>
                  </a:moveTo>
                  <a:lnTo>
                    <a:pt x="1280350" y="0"/>
                  </a:lnTo>
                  <a:cubicBezTo>
                    <a:pt x="1286978" y="0"/>
                    <a:pt x="1293335" y="2633"/>
                    <a:pt x="1298023" y="7320"/>
                  </a:cubicBezTo>
                  <a:cubicBezTo>
                    <a:pt x="1302710" y="12007"/>
                    <a:pt x="1305343" y="18364"/>
                    <a:pt x="1305343" y="24993"/>
                  </a:cubicBezTo>
                  <a:lnTo>
                    <a:pt x="1305343" y="1127026"/>
                  </a:lnTo>
                  <a:cubicBezTo>
                    <a:pt x="1305343" y="1140829"/>
                    <a:pt x="1294153" y="1152019"/>
                    <a:pt x="1280350" y="1152019"/>
                  </a:cubicBezTo>
                  <a:lnTo>
                    <a:pt x="24993" y="1152019"/>
                  </a:lnTo>
                  <a:cubicBezTo>
                    <a:pt x="18364" y="1152019"/>
                    <a:pt x="12007" y="1149386"/>
                    <a:pt x="7320" y="1144699"/>
                  </a:cubicBezTo>
                  <a:cubicBezTo>
                    <a:pt x="2633" y="1140012"/>
                    <a:pt x="0" y="1133655"/>
                    <a:pt x="0" y="1127026"/>
                  </a:cubicBezTo>
                  <a:lnTo>
                    <a:pt x="0" y="24993"/>
                  </a:lnTo>
                  <a:cubicBezTo>
                    <a:pt x="0" y="18364"/>
                    <a:pt x="2633" y="12007"/>
                    <a:pt x="7320" y="7320"/>
                  </a:cubicBezTo>
                  <a:cubicBezTo>
                    <a:pt x="12007" y="2633"/>
                    <a:pt x="18364" y="0"/>
                    <a:pt x="24993" y="0"/>
                  </a:cubicBezTo>
                  <a:close/>
                </a:path>
              </a:pathLst>
            </a:custGeom>
            <a:solidFill>
              <a:srgbClr val="F2FFE2"/>
            </a:solidFill>
            <a:ln w="38100" cap="sq">
              <a:solidFill>
                <a:srgbClr val="910608"/>
              </a:solidFill>
              <a:prstDash val="dash"/>
              <a:miter/>
            </a:ln>
          </p:spPr>
        </p:sp>
        <p:sp>
          <p:nvSpPr>
            <p:cNvPr name="TextBox 54" id="54"/>
            <p:cNvSpPr txBox="true"/>
            <p:nvPr/>
          </p:nvSpPr>
          <p:spPr>
            <a:xfrm>
              <a:off x="0" y="-28575"/>
              <a:ext cx="1305343" cy="1180594"/>
            </a:xfrm>
            <a:prstGeom prst="rect">
              <a:avLst/>
            </a:prstGeom>
          </p:spPr>
          <p:txBody>
            <a:bodyPr anchor="ctr" rtlCol="false" tIns="50800" lIns="50800" bIns="50800" rIns="50800"/>
            <a:lstStyle/>
            <a:p>
              <a:pPr algn="ctr">
                <a:lnSpc>
                  <a:spcPts val="2380"/>
                </a:lnSpc>
              </a:pPr>
            </a:p>
          </p:txBody>
        </p:sp>
      </p:grpSp>
      <p:sp>
        <p:nvSpPr>
          <p:cNvPr name="Freeform 55" id="55"/>
          <p:cNvSpPr/>
          <p:nvPr/>
        </p:nvSpPr>
        <p:spPr>
          <a:xfrm flipH="false" flipV="false" rot="0">
            <a:off x="976799" y="5143500"/>
            <a:ext cx="898139" cy="911817"/>
          </a:xfrm>
          <a:custGeom>
            <a:avLst/>
            <a:gdLst/>
            <a:ahLst/>
            <a:cxnLst/>
            <a:rect r="r" b="b" t="t" l="l"/>
            <a:pathLst>
              <a:path h="911817" w="898139">
                <a:moveTo>
                  <a:pt x="0" y="0"/>
                </a:moveTo>
                <a:lnTo>
                  <a:pt x="898139" y="0"/>
                </a:lnTo>
                <a:lnTo>
                  <a:pt x="898139" y="911817"/>
                </a:lnTo>
                <a:lnTo>
                  <a:pt x="0" y="9118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6" id="56"/>
          <p:cNvSpPr/>
          <p:nvPr/>
        </p:nvSpPr>
        <p:spPr>
          <a:xfrm flipH="false" flipV="false" rot="0">
            <a:off x="966142" y="6551817"/>
            <a:ext cx="908796" cy="799740"/>
          </a:xfrm>
          <a:custGeom>
            <a:avLst/>
            <a:gdLst/>
            <a:ahLst/>
            <a:cxnLst/>
            <a:rect r="r" b="b" t="t" l="l"/>
            <a:pathLst>
              <a:path h="799740" w="908796">
                <a:moveTo>
                  <a:pt x="0" y="0"/>
                </a:moveTo>
                <a:lnTo>
                  <a:pt x="908796" y="0"/>
                </a:lnTo>
                <a:lnTo>
                  <a:pt x="908796" y="799740"/>
                </a:lnTo>
                <a:lnTo>
                  <a:pt x="0" y="7997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7" id="57"/>
          <p:cNvSpPr/>
          <p:nvPr/>
        </p:nvSpPr>
        <p:spPr>
          <a:xfrm flipH="false" flipV="false" rot="0">
            <a:off x="1049831" y="7875432"/>
            <a:ext cx="696402" cy="947486"/>
          </a:xfrm>
          <a:custGeom>
            <a:avLst/>
            <a:gdLst/>
            <a:ahLst/>
            <a:cxnLst/>
            <a:rect r="r" b="b" t="t" l="l"/>
            <a:pathLst>
              <a:path h="947486" w="696402">
                <a:moveTo>
                  <a:pt x="0" y="0"/>
                </a:moveTo>
                <a:lnTo>
                  <a:pt x="696402" y="0"/>
                </a:lnTo>
                <a:lnTo>
                  <a:pt x="696402" y="947486"/>
                </a:lnTo>
                <a:lnTo>
                  <a:pt x="0" y="9474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8" id="58"/>
          <p:cNvGrpSpPr/>
          <p:nvPr/>
        </p:nvGrpSpPr>
        <p:grpSpPr>
          <a:xfrm rot="0">
            <a:off x="4381470" y="5246040"/>
            <a:ext cx="1555912" cy="809277"/>
            <a:chOff x="0" y="0"/>
            <a:chExt cx="1425143" cy="741260"/>
          </a:xfrm>
        </p:grpSpPr>
        <p:sp>
          <p:nvSpPr>
            <p:cNvPr name="Freeform 59" id="59"/>
            <p:cNvSpPr/>
            <p:nvPr/>
          </p:nvSpPr>
          <p:spPr>
            <a:xfrm flipH="false" flipV="false" rot="0">
              <a:off x="0" y="0"/>
              <a:ext cx="1425143" cy="741260"/>
            </a:xfrm>
            <a:custGeom>
              <a:avLst/>
              <a:gdLst/>
              <a:ahLst/>
              <a:cxnLst/>
              <a:rect r="r" b="b" t="t" l="l"/>
              <a:pathLst>
                <a:path h="741260" w="1425143">
                  <a:moveTo>
                    <a:pt x="1425143" y="370630"/>
                  </a:moveTo>
                  <a:lnTo>
                    <a:pt x="1018743" y="0"/>
                  </a:lnTo>
                  <a:lnTo>
                    <a:pt x="1018743" y="203200"/>
                  </a:lnTo>
                  <a:lnTo>
                    <a:pt x="0" y="203200"/>
                  </a:lnTo>
                  <a:lnTo>
                    <a:pt x="0" y="538060"/>
                  </a:lnTo>
                  <a:lnTo>
                    <a:pt x="1018743" y="538060"/>
                  </a:lnTo>
                  <a:lnTo>
                    <a:pt x="1018743" y="741260"/>
                  </a:lnTo>
                  <a:lnTo>
                    <a:pt x="1425143" y="370630"/>
                  </a:lnTo>
                  <a:close/>
                </a:path>
              </a:pathLst>
            </a:custGeom>
            <a:solidFill>
              <a:srgbClr val="FFCE32"/>
            </a:solidFill>
          </p:spPr>
        </p:sp>
        <p:sp>
          <p:nvSpPr>
            <p:cNvPr name="TextBox 60" id="60"/>
            <p:cNvSpPr txBox="true"/>
            <p:nvPr/>
          </p:nvSpPr>
          <p:spPr>
            <a:xfrm>
              <a:off x="0" y="174625"/>
              <a:ext cx="1323543" cy="363435"/>
            </a:xfrm>
            <a:prstGeom prst="rect">
              <a:avLst/>
            </a:prstGeom>
          </p:spPr>
          <p:txBody>
            <a:bodyPr anchor="ctr" rtlCol="false" tIns="50800" lIns="50800" bIns="50800" rIns="50800"/>
            <a:lstStyle/>
            <a:p>
              <a:pPr algn="ctr">
                <a:lnSpc>
                  <a:spcPts val="2380"/>
                </a:lnSpc>
              </a:pPr>
            </a:p>
          </p:txBody>
        </p:sp>
      </p:grpSp>
      <p:sp>
        <p:nvSpPr>
          <p:cNvPr name="TextBox 61" id="61"/>
          <p:cNvSpPr txBox="true"/>
          <p:nvPr/>
        </p:nvSpPr>
        <p:spPr>
          <a:xfrm rot="0">
            <a:off x="2421086" y="6503557"/>
            <a:ext cx="2297131" cy="896261"/>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Tanpa gejala</a:t>
            </a:r>
          </a:p>
        </p:txBody>
      </p:sp>
      <p:sp>
        <p:nvSpPr>
          <p:cNvPr name="TextBox 62" id="62"/>
          <p:cNvSpPr txBox="true"/>
          <p:nvPr/>
        </p:nvSpPr>
        <p:spPr>
          <a:xfrm rot="0">
            <a:off x="2421086" y="7875432"/>
            <a:ext cx="2297131" cy="896261"/>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Limbah</a:t>
            </a:r>
          </a:p>
          <a:p>
            <a:pPr algn="l">
              <a:lnSpc>
                <a:spcPts val="3378"/>
              </a:lnSpc>
            </a:pPr>
            <a:r>
              <a:rPr lang="en-US" sz="3071" b="true">
                <a:solidFill>
                  <a:srgbClr val="910608"/>
                </a:solidFill>
                <a:latin typeface="Poppins Bold"/>
                <a:ea typeface="Poppins Bold"/>
                <a:cs typeface="Poppins Bold"/>
                <a:sym typeface="Poppins Bold"/>
              </a:rPr>
              <a:t>medis</a:t>
            </a:r>
          </a:p>
        </p:txBody>
      </p:sp>
      <p:grpSp>
        <p:nvGrpSpPr>
          <p:cNvPr name="Group 63" id="63"/>
          <p:cNvGrpSpPr/>
          <p:nvPr/>
        </p:nvGrpSpPr>
        <p:grpSpPr>
          <a:xfrm rot="0">
            <a:off x="4381470" y="6591099"/>
            <a:ext cx="1555912" cy="809277"/>
            <a:chOff x="0" y="0"/>
            <a:chExt cx="1425143" cy="741260"/>
          </a:xfrm>
        </p:grpSpPr>
        <p:sp>
          <p:nvSpPr>
            <p:cNvPr name="Freeform 64" id="64"/>
            <p:cNvSpPr/>
            <p:nvPr/>
          </p:nvSpPr>
          <p:spPr>
            <a:xfrm flipH="false" flipV="false" rot="0">
              <a:off x="0" y="0"/>
              <a:ext cx="1425143" cy="741260"/>
            </a:xfrm>
            <a:custGeom>
              <a:avLst/>
              <a:gdLst/>
              <a:ahLst/>
              <a:cxnLst/>
              <a:rect r="r" b="b" t="t" l="l"/>
              <a:pathLst>
                <a:path h="741260" w="1425143">
                  <a:moveTo>
                    <a:pt x="1425143" y="370630"/>
                  </a:moveTo>
                  <a:lnTo>
                    <a:pt x="1018743" y="0"/>
                  </a:lnTo>
                  <a:lnTo>
                    <a:pt x="1018743" y="203200"/>
                  </a:lnTo>
                  <a:lnTo>
                    <a:pt x="0" y="203200"/>
                  </a:lnTo>
                  <a:lnTo>
                    <a:pt x="0" y="538060"/>
                  </a:lnTo>
                  <a:lnTo>
                    <a:pt x="1018743" y="538060"/>
                  </a:lnTo>
                  <a:lnTo>
                    <a:pt x="1018743" y="741260"/>
                  </a:lnTo>
                  <a:lnTo>
                    <a:pt x="1425143" y="370630"/>
                  </a:lnTo>
                  <a:close/>
                </a:path>
              </a:pathLst>
            </a:custGeom>
            <a:solidFill>
              <a:srgbClr val="FFCE32"/>
            </a:solidFill>
          </p:spPr>
        </p:sp>
        <p:sp>
          <p:nvSpPr>
            <p:cNvPr name="TextBox 65" id="65"/>
            <p:cNvSpPr txBox="true"/>
            <p:nvPr/>
          </p:nvSpPr>
          <p:spPr>
            <a:xfrm>
              <a:off x="0" y="174625"/>
              <a:ext cx="1323543" cy="363435"/>
            </a:xfrm>
            <a:prstGeom prst="rect">
              <a:avLst/>
            </a:prstGeom>
          </p:spPr>
          <p:txBody>
            <a:bodyPr anchor="ctr" rtlCol="false" tIns="50800" lIns="50800" bIns="50800" rIns="50800"/>
            <a:lstStyle/>
            <a:p>
              <a:pPr algn="ctr">
                <a:lnSpc>
                  <a:spcPts val="2380"/>
                </a:lnSpc>
              </a:pPr>
            </a:p>
          </p:txBody>
        </p:sp>
      </p:grpSp>
      <p:grpSp>
        <p:nvGrpSpPr>
          <p:cNvPr name="Group 66" id="66"/>
          <p:cNvGrpSpPr/>
          <p:nvPr/>
        </p:nvGrpSpPr>
        <p:grpSpPr>
          <a:xfrm rot="0">
            <a:off x="4381470" y="7936157"/>
            <a:ext cx="1555912" cy="809277"/>
            <a:chOff x="0" y="0"/>
            <a:chExt cx="1425143" cy="741260"/>
          </a:xfrm>
        </p:grpSpPr>
        <p:sp>
          <p:nvSpPr>
            <p:cNvPr name="Freeform 67" id="67"/>
            <p:cNvSpPr/>
            <p:nvPr/>
          </p:nvSpPr>
          <p:spPr>
            <a:xfrm flipH="false" flipV="false" rot="0">
              <a:off x="0" y="0"/>
              <a:ext cx="1425143" cy="741260"/>
            </a:xfrm>
            <a:custGeom>
              <a:avLst/>
              <a:gdLst/>
              <a:ahLst/>
              <a:cxnLst/>
              <a:rect r="r" b="b" t="t" l="l"/>
              <a:pathLst>
                <a:path h="741260" w="1425143">
                  <a:moveTo>
                    <a:pt x="1425143" y="370630"/>
                  </a:moveTo>
                  <a:lnTo>
                    <a:pt x="1018743" y="0"/>
                  </a:lnTo>
                  <a:lnTo>
                    <a:pt x="1018743" y="203200"/>
                  </a:lnTo>
                  <a:lnTo>
                    <a:pt x="0" y="203200"/>
                  </a:lnTo>
                  <a:lnTo>
                    <a:pt x="0" y="538060"/>
                  </a:lnTo>
                  <a:lnTo>
                    <a:pt x="1018743" y="538060"/>
                  </a:lnTo>
                  <a:lnTo>
                    <a:pt x="1018743" y="741260"/>
                  </a:lnTo>
                  <a:lnTo>
                    <a:pt x="1425143" y="370630"/>
                  </a:lnTo>
                  <a:close/>
                </a:path>
              </a:pathLst>
            </a:custGeom>
            <a:solidFill>
              <a:srgbClr val="FFCE32"/>
            </a:solidFill>
          </p:spPr>
        </p:sp>
        <p:sp>
          <p:nvSpPr>
            <p:cNvPr name="TextBox 68" id="68"/>
            <p:cNvSpPr txBox="true"/>
            <p:nvPr/>
          </p:nvSpPr>
          <p:spPr>
            <a:xfrm>
              <a:off x="0" y="174625"/>
              <a:ext cx="1323543" cy="363435"/>
            </a:xfrm>
            <a:prstGeom prst="rect">
              <a:avLst/>
            </a:prstGeom>
          </p:spPr>
          <p:txBody>
            <a:bodyPr anchor="ctr" rtlCol="false" tIns="50800" lIns="50800" bIns="50800" rIns="50800"/>
            <a:lstStyle/>
            <a:p>
              <a:pPr algn="ctr">
                <a:lnSpc>
                  <a:spcPts val="2380"/>
                </a:lnSpc>
              </a:pPr>
            </a:p>
          </p:txBody>
        </p:sp>
      </p:grpSp>
      <p:sp>
        <p:nvSpPr>
          <p:cNvPr name="TextBox 69" id="69"/>
          <p:cNvSpPr txBox="true"/>
          <p:nvPr/>
        </p:nvSpPr>
        <p:spPr>
          <a:xfrm rot="0">
            <a:off x="6887846" y="4956651"/>
            <a:ext cx="3824153" cy="1324886"/>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Ketidaknyamanan</a:t>
            </a:r>
          </a:p>
          <a:p>
            <a:pPr algn="l">
              <a:lnSpc>
                <a:spcPts val="3378"/>
              </a:lnSpc>
            </a:pPr>
            <a:r>
              <a:rPr lang="en-US" sz="3071" b="true">
                <a:solidFill>
                  <a:srgbClr val="910608"/>
                </a:solidFill>
                <a:latin typeface="Poppins Bold"/>
                <a:ea typeface="Poppins Bold"/>
                <a:cs typeface="Poppins Bold"/>
                <a:sym typeface="Poppins Bold"/>
              </a:rPr>
              <a:t>dan ketakutan penderita</a:t>
            </a:r>
          </a:p>
        </p:txBody>
      </p:sp>
      <p:sp>
        <p:nvSpPr>
          <p:cNvPr name="Freeform 70" id="70"/>
          <p:cNvSpPr/>
          <p:nvPr/>
        </p:nvSpPr>
        <p:spPr>
          <a:xfrm flipH="false" flipV="false" rot="0">
            <a:off x="6177427" y="5415491"/>
            <a:ext cx="470375" cy="470375"/>
          </a:xfrm>
          <a:custGeom>
            <a:avLst/>
            <a:gdLst/>
            <a:ahLst/>
            <a:cxnLst/>
            <a:rect r="r" b="b" t="t" l="l"/>
            <a:pathLst>
              <a:path h="470375" w="470375">
                <a:moveTo>
                  <a:pt x="0" y="0"/>
                </a:moveTo>
                <a:lnTo>
                  <a:pt x="470375" y="0"/>
                </a:lnTo>
                <a:lnTo>
                  <a:pt x="470375" y="470375"/>
                </a:lnTo>
                <a:lnTo>
                  <a:pt x="0" y="4703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71" id="71"/>
          <p:cNvSpPr txBox="true"/>
          <p:nvPr/>
        </p:nvSpPr>
        <p:spPr>
          <a:xfrm rot="0">
            <a:off x="16799642" y="9421254"/>
            <a:ext cx="284857"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7</a:t>
            </a:r>
          </a:p>
        </p:txBody>
      </p:sp>
      <p:sp>
        <p:nvSpPr>
          <p:cNvPr name="TextBox 72" id="72"/>
          <p:cNvSpPr txBox="true"/>
          <p:nvPr/>
        </p:nvSpPr>
        <p:spPr>
          <a:xfrm rot="0">
            <a:off x="12389149" y="7643699"/>
            <a:ext cx="5687372" cy="879834"/>
          </a:xfrm>
          <a:prstGeom prst="rect">
            <a:avLst/>
          </a:prstGeom>
        </p:spPr>
        <p:txBody>
          <a:bodyPr anchor="t" rtlCol="false" tIns="0" lIns="0" bIns="0" rIns="0">
            <a:spAutoFit/>
          </a:bodyPr>
          <a:lstStyle/>
          <a:p>
            <a:pPr algn="ctr">
              <a:lnSpc>
                <a:spcPts val="3480"/>
              </a:lnSpc>
            </a:pPr>
            <a:r>
              <a:rPr lang="en-US" sz="2485">
                <a:solidFill>
                  <a:srgbClr val="000000"/>
                </a:solidFill>
                <a:latin typeface="Poppins"/>
                <a:ea typeface="Poppins"/>
                <a:cs typeface="Poppins"/>
                <a:sym typeface="Poppins"/>
              </a:rPr>
              <a:t>(Ferdina </a:t>
            </a:r>
            <a:r>
              <a:rPr lang="en-US" sz="2485" i="true">
                <a:solidFill>
                  <a:srgbClr val="000000"/>
                </a:solidFill>
                <a:latin typeface="Poppins Italics"/>
                <a:ea typeface="Poppins Italics"/>
                <a:cs typeface="Poppins Italics"/>
                <a:sym typeface="Poppins Italics"/>
              </a:rPr>
              <a:t>et al</a:t>
            </a:r>
            <a:r>
              <a:rPr lang="en-US" sz="2485">
                <a:solidFill>
                  <a:srgbClr val="000000"/>
                </a:solidFill>
                <a:latin typeface="Poppins"/>
                <a:ea typeface="Poppins"/>
                <a:cs typeface="Poppins"/>
                <a:sym typeface="Poppins"/>
              </a:rPr>
              <a:t>, 2025; Petry </a:t>
            </a:r>
            <a:r>
              <a:rPr lang="en-US" sz="2485" i="true">
                <a:solidFill>
                  <a:srgbClr val="000000"/>
                </a:solidFill>
                <a:latin typeface="Poppins Italics"/>
                <a:ea typeface="Poppins Italics"/>
                <a:cs typeface="Poppins Italics"/>
                <a:sym typeface="Poppins Italics"/>
              </a:rPr>
              <a:t>et al., </a:t>
            </a:r>
            <a:r>
              <a:rPr lang="en-US" sz="2485">
                <a:solidFill>
                  <a:srgbClr val="000000"/>
                </a:solidFill>
                <a:latin typeface="Poppins"/>
                <a:ea typeface="Poppins"/>
                <a:cs typeface="Poppins"/>
                <a:sym typeface="Poppins"/>
              </a:rPr>
              <a:t>2025 ; Prasad, R., 2025)</a:t>
            </a:r>
          </a:p>
        </p:txBody>
      </p:sp>
      <p:sp>
        <p:nvSpPr>
          <p:cNvPr name="TextBox 73" id="73"/>
          <p:cNvSpPr txBox="true"/>
          <p:nvPr/>
        </p:nvSpPr>
        <p:spPr>
          <a:xfrm rot="0">
            <a:off x="636512" y="569590"/>
            <a:ext cx="9007299" cy="1951863"/>
          </a:xfrm>
          <a:prstGeom prst="rect">
            <a:avLst/>
          </a:prstGeom>
        </p:spPr>
        <p:txBody>
          <a:bodyPr anchor="t" rtlCol="false" tIns="0" lIns="0" bIns="0" rIns="0">
            <a:spAutoFit/>
          </a:bodyPr>
          <a:lstStyle/>
          <a:p>
            <a:pPr algn="l">
              <a:lnSpc>
                <a:spcPts val="7358"/>
              </a:lnSpc>
            </a:pPr>
            <a:r>
              <a:rPr lang="en-US" sz="6689" b="true">
                <a:solidFill>
                  <a:srgbClr val="CBE3AC"/>
                </a:solidFill>
                <a:latin typeface="Poppins Bold"/>
                <a:ea typeface="Poppins Bold"/>
                <a:cs typeface="Poppins Bold"/>
                <a:sym typeface="Poppins Bold"/>
              </a:rPr>
              <a:t>Tantangan</a:t>
            </a:r>
            <a:r>
              <a:rPr lang="en-US" sz="6689" b="true">
                <a:solidFill>
                  <a:srgbClr val="FFFFFC"/>
                </a:solidFill>
                <a:latin typeface="Poppins Bold"/>
                <a:ea typeface="Poppins Bold"/>
                <a:cs typeface="Poppins Bold"/>
                <a:sym typeface="Poppins Bold"/>
              </a:rPr>
              <a:t> </a:t>
            </a:r>
            <a:r>
              <a:rPr lang="en-US" sz="6689" b="true">
                <a:solidFill>
                  <a:srgbClr val="FDFDFD"/>
                </a:solidFill>
                <a:latin typeface="Poppins Bold"/>
                <a:ea typeface="Poppins Bold"/>
                <a:cs typeface="Poppins Bold"/>
                <a:sym typeface="Poppins Bold"/>
              </a:rPr>
              <a:t>Deteksi </a:t>
            </a:r>
          </a:p>
          <a:p>
            <a:pPr algn="l">
              <a:lnSpc>
                <a:spcPts val="7358"/>
              </a:lnSpc>
            </a:pPr>
            <a:r>
              <a:rPr lang="en-US" sz="6689" b="true">
                <a:solidFill>
                  <a:srgbClr val="FDFDFD"/>
                </a:solidFill>
                <a:latin typeface="Poppins Bold"/>
                <a:ea typeface="Poppins Bold"/>
                <a:cs typeface="Poppins Bold"/>
                <a:sym typeface="Poppins Bold"/>
              </a:rPr>
              <a:t>Dini Prediabetes</a:t>
            </a:r>
          </a:p>
        </p:txBody>
      </p:sp>
      <p:sp>
        <p:nvSpPr>
          <p:cNvPr name="TextBox 74" id="74"/>
          <p:cNvSpPr txBox="true"/>
          <p:nvPr/>
        </p:nvSpPr>
        <p:spPr>
          <a:xfrm rot="0">
            <a:off x="798475" y="3048013"/>
            <a:ext cx="6761035" cy="536690"/>
          </a:xfrm>
          <a:prstGeom prst="rect">
            <a:avLst/>
          </a:prstGeom>
        </p:spPr>
        <p:txBody>
          <a:bodyPr anchor="t" rtlCol="false" tIns="0" lIns="0" bIns="0" rIns="0">
            <a:spAutoFit/>
          </a:bodyPr>
          <a:lstStyle/>
          <a:p>
            <a:pPr algn="l">
              <a:lnSpc>
                <a:spcPts val="3928"/>
              </a:lnSpc>
            </a:pPr>
            <a:r>
              <a:rPr lang="en-US" sz="3571" b="true">
                <a:solidFill>
                  <a:srgbClr val="910608"/>
                </a:solidFill>
                <a:latin typeface="Poppins Bold"/>
                <a:ea typeface="Poppins Bold"/>
                <a:cs typeface="Poppins Bold"/>
                <a:sym typeface="Poppins Bold"/>
              </a:rPr>
              <a:t>Masalah deteksi dini saat ini</a:t>
            </a:r>
          </a:p>
        </p:txBody>
      </p:sp>
      <p:sp>
        <p:nvSpPr>
          <p:cNvPr name="TextBox 75" id="75"/>
          <p:cNvSpPr txBox="true"/>
          <p:nvPr/>
        </p:nvSpPr>
        <p:spPr>
          <a:xfrm rot="0">
            <a:off x="1425868" y="3724978"/>
            <a:ext cx="2361797" cy="805814"/>
          </a:xfrm>
          <a:prstGeom prst="rect">
            <a:avLst/>
          </a:prstGeom>
        </p:spPr>
        <p:txBody>
          <a:bodyPr anchor="t" rtlCol="false" tIns="0" lIns="0" bIns="0" rIns="0">
            <a:spAutoFit/>
          </a:bodyPr>
          <a:lstStyle/>
          <a:p>
            <a:pPr algn="l">
              <a:lnSpc>
                <a:spcPts val="5822"/>
              </a:lnSpc>
            </a:pPr>
            <a:r>
              <a:rPr lang="en-US" b="true" sz="5293">
                <a:solidFill>
                  <a:srgbClr val="FFD21F"/>
                </a:solidFill>
                <a:latin typeface="Poppins Bold"/>
                <a:ea typeface="Poppins Bold"/>
                <a:cs typeface="Poppins Bold"/>
                <a:sym typeface="Poppins Bold"/>
              </a:rPr>
              <a:t>Sebab</a:t>
            </a:r>
          </a:p>
        </p:txBody>
      </p:sp>
      <p:sp>
        <p:nvSpPr>
          <p:cNvPr name="TextBox 76" id="76"/>
          <p:cNvSpPr txBox="true"/>
          <p:nvPr/>
        </p:nvSpPr>
        <p:spPr>
          <a:xfrm rot="0">
            <a:off x="7180241" y="3724978"/>
            <a:ext cx="2413593" cy="805814"/>
          </a:xfrm>
          <a:prstGeom prst="rect">
            <a:avLst/>
          </a:prstGeom>
        </p:spPr>
        <p:txBody>
          <a:bodyPr anchor="t" rtlCol="false" tIns="0" lIns="0" bIns="0" rIns="0">
            <a:spAutoFit/>
          </a:bodyPr>
          <a:lstStyle/>
          <a:p>
            <a:pPr algn="l">
              <a:lnSpc>
                <a:spcPts val="5822"/>
              </a:lnSpc>
            </a:pPr>
            <a:r>
              <a:rPr lang="en-US" sz="5293" b="true">
                <a:solidFill>
                  <a:srgbClr val="FFD21F"/>
                </a:solidFill>
                <a:latin typeface="Poppins Bold"/>
                <a:ea typeface="Poppins Bold"/>
                <a:cs typeface="Poppins Bold"/>
                <a:sym typeface="Poppins Bold"/>
              </a:rPr>
              <a:t>Akibat</a:t>
            </a:r>
          </a:p>
        </p:txBody>
      </p:sp>
      <p:sp>
        <p:nvSpPr>
          <p:cNvPr name="TextBox 77" id="77"/>
          <p:cNvSpPr txBox="true"/>
          <p:nvPr/>
        </p:nvSpPr>
        <p:spPr>
          <a:xfrm rot="0">
            <a:off x="2421086" y="5170963"/>
            <a:ext cx="2297131" cy="896261"/>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Bersifat</a:t>
            </a:r>
          </a:p>
          <a:p>
            <a:pPr algn="l">
              <a:lnSpc>
                <a:spcPts val="3378"/>
              </a:lnSpc>
            </a:pPr>
            <a:r>
              <a:rPr lang="en-US" sz="3071" b="true">
                <a:solidFill>
                  <a:srgbClr val="910608"/>
                </a:solidFill>
                <a:latin typeface="Poppins Bold"/>
                <a:ea typeface="Poppins Bold"/>
                <a:cs typeface="Poppins Bold"/>
                <a:sym typeface="Poppins Bold"/>
              </a:rPr>
              <a:t>invasif</a:t>
            </a:r>
          </a:p>
        </p:txBody>
      </p:sp>
      <p:sp>
        <p:nvSpPr>
          <p:cNvPr name="TextBox 78" id="78"/>
          <p:cNvSpPr txBox="true"/>
          <p:nvPr/>
        </p:nvSpPr>
        <p:spPr>
          <a:xfrm rot="0">
            <a:off x="6887846" y="6671426"/>
            <a:ext cx="3824153" cy="896261"/>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Penderita kurang menyadari</a:t>
            </a:r>
          </a:p>
        </p:txBody>
      </p:sp>
      <p:sp>
        <p:nvSpPr>
          <p:cNvPr name="TextBox 79" id="79"/>
          <p:cNvSpPr txBox="true"/>
          <p:nvPr/>
        </p:nvSpPr>
        <p:spPr>
          <a:xfrm rot="0">
            <a:off x="6887846" y="7916983"/>
            <a:ext cx="3824153" cy="896261"/>
          </a:xfrm>
          <a:prstGeom prst="rect">
            <a:avLst/>
          </a:prstGeom>
        </p:spPr>
        <p:txBody>
          <a:bodyPr anchor="t" rtlCol="false" tIns="0" lIns="0" bIns="0" rIns="0">
            <a:spAutoFit/>
          </a:bodyPr>
          <a:lstStyle/>
          <a:p>
            <a:pPr algn="l">
              <a:lnSpc>
                <a:spcPts val="3378"/>
              </a:lnSpc>
            </a:pPr>
            <a:r>
              <a:rPr lang="en-US" sz="3071" b="true">
                <a:solidFill>
                  <a:srgbClr val="910608"/>
                </a:solidFill>
                <a:latin typeface="Poppins Bold"/>
                <a:ea typeface="Poppins Bold"/>
                <a:cs typeface="Poppins Bold"/>
                <a:sym typeface="Poppins Bold"/>
              </a:rPr>
              <a:t>Tidak sejalan </a:t>
            </a:r>
            <a:r>
              <a:rPr lang="en-US" b="true" sz="3071" i="true">
                <a:solidFill>
                  <a:srgbClr val="910608"/>
                </a:solidFill>
                <a:latin typeface="Poppins Bold Italics"/>
                <a:ea typeface="Poppins Bold Italics"/>
                <a:cs typeface="Poppins Bold Italics"/>
                <a:sym typeface="Poppins Bold Italics"/>
              </a:rPr>
              <a:t>green</a:t>
            </a:r>
            <a:r>
              <a:rPr lang="en-US" sz="3071" b="true">
                <a:solidFill>
                  <a:srgbClr val="910608"/>
                </a:solidFill>
                <a:latin typeface="Poppins Bold"/>
                <a:ea typeface="Poppins Bold"/>
                <a:cs typeface="Poppins Bold"/>
                <a:sym typeface="Poppins Bold"/>
              </a:rPr>
              <a:t> </a:t>
            </a:r>
            <a:r>
              <a:rPr lang="en-US" b="true" sz="3071" i="true">
                <a:solidFill>
                  <a:srgbClr val="910608"/>
                </a:solidFill>
                <a:latin typeface="Poppins Bold Italics"/>
                <a:ea typeface="Poppins Bold Italics"/>
                <a:cs typeface="Poppins Bold Italics"/>
                <a:sym typeface="Poppins Bold Italics"/>
              </a:rPr>
              <a:t>dentistry</a:t>
            </a:r>
          </a:p>
        </p:txBody>
      </p:sp>
      <p:sp>
        <p:nvSpPr>
          <p:cNvPr name="Freeform 80" id="80"/>
          <p:cNvSpPr/>
          <p:nvPr/>
        </p:nvSpPr>
        <p:spPr>
          <a:xfrm flipH="false" flipV="false" rot="0">
            <a:off x="6177427" y="6809791"/>
            <a:ext cx="470375" cy="470375"/>
          </a:xfrm>
          <a:custGeom>
            <a:avLst/>
            <a:gdLst/>
            <a:ahLst/>
            <a:cxnLst/>
            <a:rect r="r" b="b" t="t" l="l"/>
            <a:pathLst>
              <a:path h="470375" w="470375">
                <a:moveTo>
                  <a:pt x="0" y="0"/>
                </a:moveTo>
                <a:lnTo>
                  <a:pt x="470375" y="0"/>
                </a:lnTo>
                <a:lnTo>
                  <a:pt x="470375" y="470374"/>
                </a:lnTo>
                <a:lnTo>
                  <a:pt x="0" y="47037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81" id="81"/>
          <p:cNvSpPr/>
          <p:nvPr/>
        </p:nvSpPr>
        <p:spPr>
          <a:xfrm flipH="false" flipV="false" rot="0">
            <a:off x="6177427" y="8204090"/>
            <a:ext cx="470375" cy="470375"/>
          </a:xfrm>
          <a:custGeom>
            <a:avLst/>
            <a:gdLst/>
            <a:ahLst/>
            <a:cxnLst/>
            <a:rect r="r" b="b" t="t" l="l"/>
            <a:pathLst>
              <a:path h="470375" w="470375">
                <a:moveTo>
                  <a:pt x="0" y="0"/>
                </a:moveTo>
                <a:lnTo>
                  <a:pt x="470375" y="0"/>
                </a:lnTo>
                <a:lnTo>
                  <a:pt x="470375" y="470375"/>
                </a:lnTo>
                <a:lnTo>
                  <a:pt x="0" y="4703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82" id="82"/>
          <p:cNvGrpSpPr/>
          <p:nvPr/>
        </p:nvGrpSpPr>
        <p:grpSpPr>
          <a:xfrm rot="0">
            <a:off x="12421061" y="2521453"/>
            <a:ext cx="5281340" cy="4878922"/>
            <a:chOff x="0" y="0"/>
            <a:chExt cx="1390970" cy="1284984"/>
          </a:xfrm>
        </p:grpSpPr>
        <p:sp>
          <p:nvSpPr>
            <p:cNvPr name="Freeform 83" id="83"/>
            <p:cNvSpPr/>
            <p:nvPr/>
          </p:nvSpPr>
          <p:spPr>
            <a:xfrm flipH="false" flipV="false" rot="0">
              <a:off x="0" y="0"/>
              <a:ext cx="1390970" cy="1284984"/>
            </a:xfrm>
            <a:custGeom>
              <a:avLst/>
              <a:gdLst/>
              <a:ahLst/>
              <a:cxnLst/>
              <a:rect r="r" b="b" t="t" l="l"/>
              <a:pathLst>
                <a:path h="1284984" w="1390970">
                  <a:moveTo>
                    <a:pt x="23454" y="0"/>
                  </a:moveTo>
                  <a:lnTo>
                    <a:pt x="1367516" y="0"/>
                  </a:lnTo>
                  <a:cubicBezTo>
                    <a:pt x="1373736" y="0"/>
                    <a:pt x="1379702" y="2471"/>
                    <a:pt x="1384101" y="6870"/>
                  </a:cubicBezTo>
                  <a:cubicBezTo>
                    <a:pt x="1388499" y="11268"/>
                    <a:pt x="1390970" y="17234"/>
                    <a:pt x="1390970" y="23454"/>
                  </a:cubicBezTo>
                  <a:lnTo>
                    <a:pt x="1390970" y="1261529"/>
                  </a:lnTo>
                  <a:cubicBezTo>
                    <a:pt x="1390970" y="1267750"/>
                    <a:pt x="1388499" y="1273715"/>
                    <a:pt x="1384101" y="1278114"/>
                  </a:cubicBezTo>
                  <a:cubicBezTo>
                    <a:pt x="1379702" y="1282513"/>
                    <a:pt x="1373736" y="1284984"/>
                    <a:pt x="1367516" y="1284984"/>
                  </a:cubicBezTo>
                  <a:lnTo>
                    <a:pt x="23454" y="1284984"/>
                  </a:lnTo>
                  <a:cubicBezTo>
                    <a:pt x="17234" y="1284984"/>
                    <a:pt x="11268" y="1282513"/>
                    <a:pt x="6870" y="1278114"/>
                  </a:cubicBezTo>
                  <a:cubicBezTo>
                    <a:pt x="2471" y="1273715"/>
                    <a:pt x="0" y="1267750"/>
                    <a:pt x="0" y="1261529"/>
                  </a:cubicBezTo>
                  <a:lnTo>
                    <a:pt x="0" y="23454"/>
                  </a:lnTo>
                  <a:cubicBezTo>
                    <a:pt x="0" y="17234"/>
                    <a:pt x="2471" y="11268"/>
                    <a:pt x="6870" y="6870"/>
                  </a:cubicBezTo>
                  <a:cubicBezTo>
                    <a:pt x="11268" y="2471"/>
                    <a:pt x="17234" y="0"/>
                    <a:pt x="23454" y="0"/>
                  </a:cubicBezTo>
                  <a:close/>
                </a:path>
              </a:pathLst>
            </a:custGeom>
            <a:solidFill>
              <a:srgbClr val="F2FFE2"/>
            </a:solidFill>
            <a:ln w="38100" cap="sq">
              <a:solidFill>
                <a:srgbClr val="910608"/>
              </a:solidFill>
              <a:prstDash val="dash"/>
              <a:miter/>
            </a:ln>
          </p:spPr>
        </p:sp>
        <p:sp>
          <p:nvSpPr>
            <p:cNvPr name="TextBox 84" id="84"/>
            <p:cNvSpPr txBox="true"/>
            <p:nvPr/>
          </p:nvSpPr>
          <p:spPr>
            <a:xfrm>
              <a:off x="0" y="-28575"/>
              <a:ext cx="1390970" cy="1313559"/>
            </a:xfrm>
            <a:prstGeom prst="rect">
              <a:avLst/>
            </a:prstGeom>
          </p:spPr>
          <p:txBody>
            <a:bodyPr anchor="ctr" rtlCol="false" tIns="50800" lIns="50800" bIns="50800" rIns="50800"/>
            <a:lstStyle/>
            <a:p>
              <a:pPr algn="ctr">
                <a:lnSpc>
                  <a:spcPts val="2380"/>
                </a:lnSpc>
              </a:pPr>
            </a:p>
          </p:txBody>
        </p:sp>
      </p:grpSp>
      <p:grpSp>
        <p:nvGrpSpPr>
          <p:cNvPr name="Group 85" id="85"/>
          <p:cNvGrpSpPr/>
          <p:nvPr/>
        </p:nvGrpSpPr>
        <p:grpSpPr>
          <a:xfrm rot="0">
            <a:off x="10865149" y="5214455"/>
            <a:ext cx="1555912" cy="809277"/>
            <a:chOff x="0" y="0"/>
            <a:chExt cx="1425143" cy="741260"/>
          </a:xfrm>
        </p:grpSpPr>
        <p:sp>
          <p:nvSpPr>
            <p:cNvPr name="Freeform 86" id="86"/>
            <p:cNvSpPr/>
            <p:nvPr/>
          </p:nvSpPr>
          <p:spPr>
            <a:xfrm flipH="false" flipV="false" rot="0">
              <a:off x="0" y="0"/>
              <a:ext cx="1425143" cy="741260"/>
            </a:xfrm>
            <a:custGeom>
              <a:avLst/>
              <a:gdLst/>
              <a:ahLst/>
              <a:cxnLst/>
              <a:rect r="r" b="b" t="t" l="l"/>
              <a:pathLst>
                <a:path h="741260" w="1425143">
                  <a:moveTo>
                    <a:pt x="1425143" y="370630"/>
                  </a:moveTo>
                  <a:lnTo>
                    <a:pt x="1018743" y="0"/>
                  </a:lnTo>
                  <a:lnTo>
                    <a:pt x="1018743" y="203200"/>
                  </a:lnTo>
                  <a:lnTo>
                    <a:pt x="0" y="203200"/>
                  </a:lnTo>
                  <a:lnTo>
                    <a:pt x="0" y="538060"/>
                  </a:lnTo>
                  <a:lnTo>
                    <a:pt x="1018743" y="538060"/>
                  </a:lnTo>
                  <a:lnTo>
                    <a:pt x="1018743" y="741260"/>
                  </a:lnTo>
                  <a:lnTo>
                    <a:pt x="1425143" y="370630"/>
                  </a:lnTo>
                  <a:close/>
                </a:path>
              </a:pathLst>
            </a:custGeom>
            <a:solidFill>
              <a:srgbClr val="FFCE32"/>
            </a:solidFill>
          </p:spPr>
        </p:sp>
        <p:sp>
          <p:nvSpPr>
            <p:cNvPr name="TextBox 87" id="87"/>
            <p:cNvSpPr txBox="true"/>
            <p:nvPr/>
          </p:nvSpPr>
          <p:spPr>
            <a:xfrm>
              <a:off x="0" y="174625"/>
              <a:ext cx="1323543" cy="363435"/>
            </a:xfrm>
            <a:prstGeom prst="rect">
              <a:avLst/>
            </a:prstGeom>
          </p:spPr>
          <p:txBody>
            <a:bodyPr anchor="ctr" rtlCol="false" tIns="50800" lIns="50800" bIns="50800" rIns="50800"/>
            <a:lstStyle/>
            <a:p>
              <a:pPr algn="ctr">
                <a:lnSpc>
                  <a:spcPts val="2380"/>
                </a:lnSpc>
              </a:pPr>
            </a:p>
          </p:txBody>
        </p:sp>
      </p:grpSp>
      <p:sp>
        <p:nvSpPr>
          <p:cNvPr name="TextBox 88" id="88"/>
          <p:cNvSpPr txBox="true"/>
          <p:nvPr/>
        </p:nvSpPr>
        <p:spPr>
          <a:xfrm rot="0">
            <a:off x="13030691" y="3242022"/>
            <a:ext cx="4084467" cy="4008037"/>
          </a:xfrm>
          <a:prstGeom prst="rect">
            <a:avLst/>
          </a:prstGeom>
        </p:spPr>
        <p:txBody>
          <a:bodyPr anchor="t" rtlCol="false" tIns="0" lIns="0" bIns="0" rIns="0">
            <a:spAutoFit/>
          </a:bodyPr>
          <a:lstStyle/>
          <a:p>
            <a:pPr algn="ctr">
              <a:lnSpc>
                <a:spcPts val="3952"/>
              </a:lnSpc>
            </a:pPr>
            <a:r>
              <a:rPr lang="en-US" b="true" sz="3593">
                <a:solidFill>
                  <a:srgbClr val="910608"/>
                </a:solidFill>
                <a:latin typeface="Poppins Bold"/>
                <a:ea typeface="Poppins Bold"/>
                <a:cs typeface="Poppins Bold"/>
                <a:sym typeface="Poppins Bold"/>
              </a:rPr>
              <a:t>TINGGINYA ANGKA DIABETES</a:t>
            </a:r>
          </a:p>
          <a:p>
            <a:pPr algn="ctr">
              <a:lnSpc>
                <a:spcPts val="3952"/>
              </a:lnSpc>
            </a:pPr>
            <a:r>
              <a:rPr lang="en-US" b="true" sz="3593">
                <a:solidFill>
                  <a:srgbClr val="910608"/>
                </a:solidFill>
                <a:latin typeface="Poppins Bold"/>
                <a:ea typeface="Poppins Bold"/>
                <a:cs typeface="Poppins Bold"/>
                <a:sym typeface="Poppins Bold"/>
              </a:rPr>
              <a:t>SEHINGGA</a:t>
            </a:r>
          </a:p>
          <a:p>
            <a:pPr algn="ctr">
              <a:lnSpc>
                <a:spcPts val="3952"/>
              </a:lnSpc>
            </a:pPr>
            <a:r>
              <a:rPr lang="en-US" b="true" sz="3593">
                <a:solidFill>
                  <a:srgbClr val="910608"/>
                </a:solidFill>
                <a:latin typeface="Poppins Bold"/>
                <a:ea typeface="Poppins Bold"/>
                <a:cs typeface="Poppins Bold"/>
                <a:sym typeface="Poppins Bold"/>
              </a:rPr>
              <a:t>BEBAN</a:t>
            </a:r>
          </a:p>
          <a:p>
            <a:pPr algn="ctr">
              <a:lnSpc>
                <a:spcPts val="3952"/>
              </a:lnSpc>
            </a:pPr>
            <a:r>
              <a:rPr lang="en-US" b="true" sz="3593">
                <a:solidFill>
                  <a:srgbClr val="910608"/>
                </a:solidFill>
                <a:latin typeface="Poppins Bold"/>
                <a:ea typeface="Poppins Bold"/>
                <a:cs typeface="Poppins Bold"/>
                <a:sym typeface="Poppins Bold"/>
              </a:rPr>
              <a:t>KESEHATAN DAN EKONOMI</a:t>
            </a:r>
          </a:p>
          <a:p>
            <a:pPr algn="ctr">
              <a:lnSpc>
                <a:spcPts val="3952"/>
              </a:lnSpc>
            </a:pPr>
            <a:r>
              <a:rPr lang="en-US" b="true" sz="3593">
                <a:solidFill>
                  <a:srgbClr val="910608"/>
                </a:solidFill>
                <a:latin typeface="Poppins Bold"/>
                <a:ea typeface="Poppins Bold"/>
                <a:cs typeface="Poppins Bold"/>
                <a:sym typeface="Poppins Bold"/>
              </a:rPr>
              <a:t>MELONJAK</a:t>
            </a:r>
          </a:p>
          <a:p>
            <a:pPr algn="ctr">
              <a:lnSpc>
                <a:spcPts val="3952"/>
              </a:lnSpc>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3266"/>
            <a:ext cx="18311584" cy="10300266"/>
          </a:xfrm>
          <a:custGeom>
            <a:avLst/>
            <a:gdLst/>
            <a:ahLst/>
            <a:cxnLst/>
            <a:rect r="r" b="b" t="t" l="l"/>
            <a:pathLst>
              <a:path h="10300266" w="18311584">
                <a:moveTo>
                  <a:pt x="0" y="0"/>
                </a:moveTo>
                <a:lnTo>
                  <a:pt x="18311584" y="0"/>
                </a:lnTo>
                <a:lnTo>
                  <a:pt x="18311584" y="10300266"/>
                </a:lnTo>
                <a:lnTo>
                  <a:pt x="0" y="10300266"/>
                </a:lnTo>
                <a:lnTo>
                  <a:pt x="0" y="0"/>
                </a:lnTo>
                <a:close/>
              </a:path>
            </a:pathLst>
          </a:custGeom>
          <a:blipFill>
            <a:blip r:embed="rId2">
              <a:alphaModFix amt="23000"/>
            </a:blip>
            <a:stretch>
              <a:fillRect l="0" t="0" r="0" b="0"/>
            </a:stretch>
          </a:blipFill>
        </p:spPr>
      </p:sp>
      <p:sp>
        <p:nvSpPr>
          <p:cNvPr name="Freeform 3" id="3"/>
          <p:cNvSpPr/>
          <p:nvPr/>
        </p:nvSpPr>
        <p:spPr>
          <a:xfrm flipH="false" flipV="false" rot="0">
            <a:off x="0" y="1183803"/>
            <a:ext cx="3994096" cy="4942423"/>
          </a:xfrm>
          <a:custGeom>
            <a:avLst/>
            <a:gdLst/>
            <a:ahLst/>
            <a:cxnLst/>
            <a:rect r="r" b="b" t="t" l="l"/>
            <a:pathLst>
              <a:path h="4942423" w="3994096">
                <a:moveTo>
                  <a:pt x="0" y="0"/>
                </a:moveTo>
                <a:lnTo>
                  <a:pt x="3994096" y="0"/>
                </a:lnTo>
                <a:lnTo>
                  <a:pt x="3994096" y="4942424"/>
                </a:lnTo>
                <a:lnTo>
                  <a:pt x="0" y="4942424"/>
                </a:lnTo>
                <a:lnTo>
                  <a:pt x="0" y="0"/>
                </a:lnTo>
                <a:close/>
              </a:path>
            </a:pathLst>
          </a:custGeom>
          <a:blipFill>
            <a:blip r:embed="rId3"/>
            <a:stretch>
              <a:fillRect l="0" t="0" r="0" b="0"/>
            </a:stretch>
          </a:blipFill>
          <a:ln cap="sq">
            <a:noFill/>
            <a:prstDash val="solid"/>
            <a:miter/>
          </a:ln>
        </p:spPr>
      </p:sp>
      <p:sp>
        <p:nvSpPr>
          <p:cNvPr name="Freeform 4" id="4"/>
          <p:cNvSpPr/>
          <p:nvPr/>
        </p:nvSpPr>
        <p:spPr>
          <a:xfrm flipH="false" flipV="false" rot="0">
            <a:off x="4361354" y="-38350"/>
            <a:ext cx="4099612" cy="5076919"/>
          </a:xfrm>
          <a:custGeom>
            <a:avLst/>
            <a:gdLst/>
            <a:ahLst/>
            <a:cxnLst/>
            <a:rect r="r" b="b" t="t" l="l"/>
            <a:pathLst>
              <a:path h="5076919" w="4099612">
                <a:moveTo>
                  <a:pt x="0" y="0"/>
                </a:moveTo>
                <a:lnTo>
                  <a:pt x="4099612" y="0"/>
                </a:lnTo>
                <a:lnTo>
                  <a:pt x="4099612" y="5076919"/>
                </a:lnTo>
                <a:lnTo>
                  <a:pt x="0" y="5076919"/>
                </a:lnTo>
                <a:lnTo>
                  <a:pt x="0" y="0"/>
                </a:lnTo>
                <a:close/>
              </a:path>
            </a:pathLst>
          </a:custGeom>
          <a:blipFill>
            <a:blip r:embed="rId4"/>
            <a:stretch>
              <a:fillRect l="0" t="0" r="0" b="0"/>
            </a:stretch>
          </a:blipFill>
          <a:ln cap="sq">
            <a:noFill/>
            <a:prstDash val="solid"/>
            <a:miter/>
          </a:ln>
        </p:spPr>
      </p:sp>
      <p:sp>
        <p:nvSpPr>
          <p:cNvPr name="Freeform 5" id="5"/>
          <p:cNvSpPr/>
          <p:nvPr/>
        </p:nvSpPr>
        <p:spPr>
          <a:xfrm flipH="false" flipV="false" rot="0">
            <a:off x="754203" y="6466897"/>
            <a:ext cx="5026590" cy="7640206"/>
          </a:xfrm>
          <a:custGeom>
            <a:avLst/>
            <a:gdLst/>
            <a:ahLst/>
            <a:cxnLst/>
            <a:rect r="r" b="b" t="t" l="l"/>
            <a:pathLst>
              <a:path h="7640206" w="5026590">
                <a:moveTo>
                  <a:pt x="0" y="0"/>
                </a:moveTo>
                <a:lnTo>
                  <a:pt x="5026590" y="0"/>
                </a:lnTo>
                <a:lnTo>
                  <a:pt x="5026590" y="7640206"/>
                </a:lnTo>
                <a:lnTo>
                  <a:pt x="0" y="7640206"/>
                </a:lnTo>
                <a:lnTo>
                  <a:pt x="0" y="0"/>
                </a:lnTo>
                <a:close/>
              </a:path>
            </a:pathLst>
          </a:custGeom>
          <a:blipFill>
            <a:blip r:embed="rId5"/>
            <a:stretch>
              <a:fillRect l="0" t="0" r="0" b="0"/>
            </a:stretch>
          </a:blipFill>
        </p:spPr>
      </p:sp>
      <p:sp>
        <p:nvSpPr>
          <p:cNvPr name="Freeform 6" id="6"/>
          <p:cNvSpPr/>
          <p:nvPr/>
        </p:nvSpPr>
        <p:spPr>
          <a:xfrm flipH="false" flipV="false" rot="0">
            <a:off x="6223385" y="5369761"/>
            <a:ext cx="6358589" cy="6968317"/>
          </a:xfrm>
          <a:custGeom>
            <a:avLst/>
            <a:gdLst/>
            <a:ahLst/>
            <a:cxnLst/>
            <a:rect r="r" b="b" t="t" l="l"/>
            <a:pathLst>
              <a:path h="6968317" w="6358589">
                <a:moveTo>
                  <a:pt x="0" y="0"/>
                </a:moveTo>
                <a:lnTo>
                  <a:pt x="6358589" y="0"/>
                </a:lnTo>
                <a:lnTo>
                  <a:pt x="6358589" y="6968317"/>
                </a:lnTo>
                <a:lnTo>
                  <a:pt x="0" y="6968317"/>
                </a:lnTo>
                <a:lnTo>
                  <a:pt x="0" y="0"/>
                </a:lnTo>
                <a:close/>
              </a:path>
            </a:pathLst>
          </a:custGeom>
          <a:blipFill>
            <a:blip r:embed="rId6"/>
            <a:stretch>
              <a:fillRect l="0" t="0" r="0" b="0"/>
            </a:stretch>
          </a:blipFill>
        </p:spPr>
      </p:sp>
      <p:sp>
        <p:nvSpPr>
          <p:cNvPr name="Freeform 7" id="7"/>
          <p:cNvSpPr/>
          <p:nvPr/>
        </p:nvSpPr>
        <p:spPr>
          <a:xfrm flipH="false" flipV="false" rot="0">
            <a:off x="13232144" y="5369761"/>
            <a:ext cx="5079440" cy="6652065"/>
          </a:xfrm>
          <a:custGeom>
            <a:avLst/>
            <a:gdLst/>
            <a:ahLst/>
            <a:cxnLst/>
            <a:rect r="r" b="b" t="t" l="l"/>
            <a:pathLst>
              <a:path h="6652065" w="5079440">
                <a:moveTo>
                  <a:pt x="0" y="0"/>
                </a:moveTo>
                <a:lnTo>
                  <a:pt x="5079440" y="0"/>
                </a:lnTo>
                <a:lnTo>
                  <a:pt x="5079440" y="6652065"/>
                </a:lnTo>
                <a:lnTo>
                  <a:pt x="0" y="6652065"/>
                </a:lnTo>
                <a:lnTo>
                  <a:pt x="0" y="0"/>
                </a:lnTo>
                <a:close/>
              </a:path>
            </a:pathLst>
          </a:custGeom>
          <a:blipFill>
            <a:blip r:embed="rId7"/>
            <a:stretch>
              <a:fillRect l="0" t="-2752" r="0" b="-2752"/>
            </a:stretch>
          </a:blipFill>
        </p:spPr>
      </p:sp>
      <p:grpSp>
        <p:nvGrpSpPr>
          <p:cNvPr name="Group 8" id="8"/>
          <p:cNvGrpSpPr/>
          <p:nvPr/>
        </p:nvGrpSpPr>
        <p:grpSpPr>
          <a:xfrm rot="0">
            <a:off x="16443867" y="9362871"/>
            <a:ext cx="996408" cy="1848257"/>
            <a:chOff x="0" y="0"/>
            <a:chExt cx="438186" cy="812800"/>
          </a:xfrm>
        </p:grpSpPr>
        <p:sp>
          <p:nvSpPr>
            <p:cNvPr name="Freeform 9" id="9"/>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10" id="10"/>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11" id="11"/>
          <p:cNvSpPr/>
          <p:nvPr/>
        </p:nvSpPr>
        <p:spPr>
          <a:xfrm flipH="false" flipV="false" rot="0">
            <a:off x="8828224" y="3353546"/>
            <a:ext cx="9459776" cy="1685023"/>
          </a:xfrm>
          <a:custGeom>
            <a:avLst/>
            <a:gdLst/>
            <a:ahLst/>
            <a:cxnLst/>
            <a:rect r="r" b="b" t="t" l="l"/>
            <a:pathLst>
              <a:path h="1685023" w="9459776">
                <a:moveTo>
                  <a:pt x="0" y="0"/>
                </a:moveTo>
                <a:lnTo>
                  <a:pt x="9459776" y="0"/>
                </a:lnTo>
                <a:lnTo>
                  <a:pt x="9459776" y="1685023"/>
                </a:lnTo>
                <a:lnTo>
                  <a:pt x="0" y="1685023"/>
                </a:lnTo>
                <a:lnTo>
                  <a:pt x="0" y="0"/>
                </a:lnTo>
                <a:close/>
              </a:path>
            </a:pathLst>
          </a:custGeom>
          <a:blipFill>
            <a:blip r:embed="rId8"/>
            <a:stretch>
              <a:fillRect l="0" t="0" r="0" b="0"/>
            </a:stretch>
          </a:blipFill>
        </p:spPr>
      </p:sp>
      <p:sp>
        <p:nvSpPr>
          <p:cNvPr name="Freeform 12" id="12"/>
          <p:cNvSpPr/>
          <p:nvPr/>
        </p:nvSpPr>
        <p:spPr>
          <a:xfrm flipH="false" flipV="false" rot="0">
            <a:off x="9155792" y="414171"/>
            <a:ext cx="8108388" cy="2367607"/>
          </a:xfrm>
          <a:custGeom>
            <a:avLst/>
            <a:gdLst/>
            <a:ahLst/>
            <a:cxnLst/>
            <a:rect r="r" b="b" t="t" l="l"/>
            <a:pathLst>
              <a:path h="2367607" w="8108388">
                <a:moveTo>
                  <a:pt x="0" y="0"/>
                </a:moveTo>
                <a:lnTo>
                  <a:pt x="8108388" y="0"/>
                </a:lnTo>
                <a:lnTo>
                  <a:pt x="8108388" y="2367607"/>
                </a:lnTo>
                <a:lnTo>
                  <a:pt x="0" y="2367607"/>
                </a:lnTo>
                <a:lnTo>
                  <a:pt x="0" y="0"/>
                </a:lnTo>
                <a:close/>
              </a:path>
            </a:pathLst>
          </a:custGeom>
          <a:blipFill>
            <a:blip r:embed="rId9"/>
            <a:stretch>
              <a:fillRect l="0" t="0" r="0" b="0"/>
            </a:stretch>
          </a:blipFill>
        </p:spPr>
      </p:sp>
      <p:sp>
        <p:nvSpPr>
          <p:cNvPr name="Freeform 13" id="13"/>
          <p:cNvSpPr/>
          <p:nvPr/>
        </p:nvSpPr>
        <p:spPr>
          <a:xfrm flipH="false" flipV="false" rot="0">
            <a:off x="3351411" y="367356"/>
            <a:ext cx="461541" cy="461541"/>
          </a:xfrm>
          <a:custGeom>
            <a:avLst/>
            <a:gdLst/>
            <a:ahLst/>
            <a:cxnLst/>
            <a:rect r="r" b="b" t="t" l="l"/>
            <a:pathLst>
              <a:path h="461541" w="461541">
                <a:moveTo>
                  <a:pt x="0" y="0"/>
                </a:moveTo>
                <a:lnTo>
                  <a:pt x="461541" y="0"/>
                </a:lnTo>
                <a:lnTo>
                  <a:pt x="461541" y="461541"/>
                </a:lnTo>
                <a:lnTo>
                  <a:pt x="0" y="461541"/>
                </a:lnTo>
                <a:lnTo>
                  <a:pt x="0" y="0"/>
                </a:lnTo>
                <a:close/>
              </a:path>
            </a:pathLst>
          </a:custGeom>
          <a:blipFill>
            <a:blip r:embed="rId10"/>
            <a:stretch>
              <a:fillRect l="0" t="0" r="0" b="0"/>
            </a:stretch>
          </a:blipFill>
        </p:spPr>
      </p:sp>
      <p:sp>
        <p:nvSpPr>
          <p:cNvPr name="TextBox 14" id="14"/>
          <p:cNvSpPr txBox="true"/>
          <p:nvPr/>
        </p:nvSpPr>
        <p:spPr>
          <a:xfrm rot="0">
            <a:off x="16769505" y="9421254"/>
            <a:ext cx="345132"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8</a:t>
            </a:r>
          </a:p>
        </p:txBody>
      </p:sp>
      <p:grpSp>
        <p:nvGrpSpPr>
          <p:cNvPr name="Group 15" id="15"/>
          <p:cNvGrpSpPr/>
          <p:nvPr/>
        </p:nvGrpSpPr>
        <p:grpSpPr>
          <a:xfrm rot="0">
            <a:off x="9928132" y="367623"/>
            <a:ext cx="10518768" cy="782054"/>
            <a:chOff x="0" y="0"/>
            <a:chExt cx="4462095" cy="331750"/>
          </a:xfrm>
        </p:grpSpPr>
        <p:sp>
          <p:nvSpPr>
            <p:cNvPr name="Freeform 16" id="16"/>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17" id="17"/>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18" id="18"/>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11"/>
            <a:stretch>
              <a:fillRect l="0" t="-3206" r="0" b="-3206"/>
            </a:stretch>
          </a:blipFill>
        </p:spPr>
      </p:sp>
      <p:sp>
        <p:nvSpPr>
          <p:cNvPr name="Freeform 19" id="19"/>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2"/>
            <a:stretch>
              <a:fillRect l="0" t="-3206" r="0" b="-3206"/>
            </a:stretch>
          </a:blipFill>
        </p:spPr>
      </p:sp>
      <p:sp>
        <p:nvSpPr>
          <p:cNvPr name="Freeform 20" id="20"/>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13"/>
            <a:stretch>
              <a:fillRect l="0" t="-3206" r="0" b="-3206"/>
            </a:stretch>
          </a:blipFill>
        </p:spPr>
      </p:sp>
      <p:sp>
        <p:nvSpPr>
          <p:cNvPr name="Freeform 21" id="21"/>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4"/>
            <a:stretch>
              <a:fillRect l="0" t="-3206" r="0" b="-3206"/>
            </a:stretch>
          </a:blipFill>
        </p:spPr>
      </p:sp>
      <p:sp>
        <p:nvSpPr>
          <p:cNvPr name="Freeform 22" id="22"/>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10"/>
            <a:stretch>
              <a:fillRect l="-1233" t="0" r="-1233" b="-1399"/>
            </a:stretch>
          </a:blipFill>
        </p:spPr>
      </p:sp>
      <p:sp>
        <p:nvSpPr>
          <p:cNvPr name="Freeform 23" id="23"/>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15"/>
            <a:stretch>
              <a:fillRect l="-76" t="0" r="-76" b="-692"/>
            </a:stretch>
          </a:blipFill>
        </p:spPr>
      </p:sp>
      <p:sp>
        <p:nvSpPr>
          <p:cNvPr name="Freeform 24" id="24"/>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16"/>
            <a:stretch>
              <a:fillRect l="0" t="-7113" r="-5929" b="-7113"/>
            </a:stretch>
          </a:blipFill>
        </p:spPr>
      </p:sp>
    </p:spTree>
  </p:cSld>
  <p:clrMapOvr>
    <a:masterClrMapping/>
  </p:clrMapOvr>
  <p:transition spd="fast">
    <p:cover dir="d"/>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3266"/>
            <a:ext cx="18311584" cy="10300266"/>
          </a:xfrm>
          <a:custGeom>
            <a:avLst/>
            <a:gdLst/>
            <a:ahLst/>
            <a:cxnLst/>
            <a:rect r="r" b="b" t="t" l="l"/>
            <a:pathLst>
              <a:path h="10300266" w="18311584">
                <a:moveTo>
                  <a:pt x="0" y="0"/>
                </a:moveTo>
                <a:lnTo>
                  <a:pt x="18311584" y="0"/>
                </a:lnTo>
                <a:lnTo>
                  <a:pt x="18311584" y="10300266"/>
                </a:lnTo>
                <a:lnTo>
                  <a:pt x="0" y="10300266"/>
                </a:lnTo>
                <a:lnTo>
                  <a:pt x="0" y="0"/>
                </a:lnTo>
                <a:close/>
              </a:path>
            </a:pathLst>
          </a:custGeom>
          <a:blipFill>
            <a:blip r:embed="rId2">
              <a:alphaModFix amt="23000"/>
            </a:blip>
            <a:stretch>
              <a:fillRect l="0" t="0" r="0" b="0"/>
            </a:stretch>
          </a:blipFill>
        </p:spPr>
      </p:sp>
      <p:sp>
        <p:nvSpPr>
          <p:cNvPr name="Freeform 3" id="3"/>
          <p:cNvSpPr/>
          <p:nvPr/>
        </p:nvSpPr>
        <p:spPr>
          <a:xfrm flipH="false" flipV="false" rot="0">
            <a:off x="0" y="1183803"/>
            <a:ext cx="3994096" cy="4942423"/>
          </a:xfrm>
          <a:custGeom>
            <a:avLst/>
            <a:gdLst/>
            <a:ahLst/>
            <a:cxnLst/>
            <a:rect r="r" b="b" t="t" l="l"/>
            <a:pathLst>
              <a:path h="4942423" w="3994096">
                <a:moveTo>
                  <a:pt x="0" y="0"/>
                </a:moveTo>
                <a:lnTo>
                  <a:pt x="3994096" y="0"/>
                </a:lnTo>
                <a:lnTo>
                  <a:pt x="3994096" y="4942424"/>
                </a:lnTo>
                <a:lnTo>
                  <a:pt x="0" y="4942424"/>
                </a:lnTo>
                <a:lnTo>
                  <a:pt x="0" y="0"/>
                </a:lnTo>
                <a:close/>
              </a:path>
            </a:pathLst>
          </a:custGeom>
          <a:blipFill>
            <a:blip r:embed="rId3"/>
            <a:stretch>
              <a:fillRect l="0" t="0" r="0" b="0"/>
            </a:stretch>
          </a:blipFill>
          <a:ln cap="sq">
            <a:noFill/>
            <a:prstDash val="solid"/>
            <a:miter/>
          </a:ln>
        </p:spPr>
      </p:sp>
      <p:sp>
        <p:nvSpPr>
          <p:cNvPr name="Freeform 4" id="4"/>
          <p:cNvSpPr/>
          <p:nvPr/>
        </p:nvSpPr>
        <p:spPr>
          <a:xfrm flipH="false" flipV="false" rot="0">
            <a:off x="4361354" y="-38350"/>
            <a:ext cx="4099612" cy="5076919"/>
          </a:xfrm>
          <a:custGeom>
            <a:avLst/>
            <a:gdLst/>
            <a:ahLst/>
            <a:cxnLst/>
            <a:rect r="r" b="b" t="t" l="l"/>
            <a:pathLst>
              <a:path h="5076919" w="4099612">
                <a:moveTo>
                  <a:pt x="0" y="0"/>
                </a:moveTo>
                <a:lnTo>
                  <a:pt x="4099612" y="0"/>
                </a:lnTo>
                <a:lnTo>
                  <a:pt x="4099612" y="5076919"/>
                </a:lnTo>
                <a:lnTo>
                  <a:pt x="0" y="5076919"/>
                </a:lnTo>
                <a:lnTo>
                  <a:pt x="0" y="0"/>
                </a:lnTo>
                <a:close/>
              </a:path>
            </a:pathLst>
          </a:custGeom>
          <a:blipFill>
            <a:blip r:embed="rId4"/>
            <a:stretch>
              <a:fillRect l="0" t="0" r="0" b="0"/>
            </a:stretch>
          </a:blipFill>
          <a:ln cap="sq">
            <a:noFill/>
            <a:prstDash val="solid"/>
            <a:miter/>
          </a:ln>
        </p:spPr>
      </p:sp>
      <p:sp>
        <p:nvSpPr>
          <p:cNvPr name="Freeform 5" id="5"/>
          <p:cNvSpPr/>
          <p:nvPr/>
        </p:nvSpPr>
        <p:spPr>
          <a:xfrm flipH="false" flipV="false" rot="0">
            <a:off x="754203" y="6466897"/>
            <a:ext cx="5026590" cy="7640206"/>
          </a:xfrm>
          <a:custGeom>
            <a:avLst/>
            <a:gdLst/>
            <a:ahLst/>
            <a:cxnLst/>
            <a:rect r="r" b="b" t="t" l="l"/>
            <a:pathLst>
              <a:path h="7640206" w="5026590">
                <a:moveTo>
                  <a:pt x="0" y="0"/>
                </a:moveTo>
                <a:lnTo>
                  <a:pt x="5026590" y="0"/>
                </a:lnTo>
                <a:lnTo>
                  <a:pt x="5026590" y="7640206"/>
                </a:lnTo>
                <a:lnTo>
                  <a:pt x="0" y="7640206"/>
                </a:lnTo>
                <a:lnTo>
                  <a:pt x="0" y="0"/>
                </a:lnTo>
                <a:close/>
              </a:path>
            </a:pathLst>
          </a:custGeom>
          <a:blipFill>
            <a:blip r:embed="rId5"/>
            <a:stretch>
              <a:fillRect l="0" t="0" r="0" b="0"/>
            </a:stretch>
          </a:blipFill>
        </p:spPr>
      </p:sp>
      <p:sp>
        <p:nvSpPr>
          <p:cNvPr name="Freeform 6" id="6"/>
          <p:cNvSpPr/>
          <p:nvPr/>
        </p:nvSpPr>
        <p:spPr>
          <a:xfrm flipH="false" flipV="false" rot="0">
            <a:off x="6223385" y="5369761"/>
            <a:ext cx="6358589" cy="6968317"/>
          </a:xfrm>
          <a:custGeom>
            <a:avLst/>
            <a:gdLst/>
            <a:ahLst/>
            <a:cxnLst/>
            <a:rect r="r" b="b" t="t" l="l"/>
            <a:pathLst>
              <a:path h="6968317" w="6358589">
                <a:moveTo>
                  <a:pt x="0" y="0"/>
                </a:moveTo>
                <a:lnTo>
                  <a:pt x="6358589" y="0"/>
                </a:lnTo>
                <a:lnTo>
                  <a:pt x="6358589" y="6968317"/>
                </a:lnTo>
                <a:lnTo>
                  <a:pt x="0" y="6968317"/>
                </a:lnTo>
                <a:lnTo>
                  <a:pt x="0" y="0"/>
                </a:lnTo>
                <a:close/>
              </a:path>
            </a:pathLst>
          </a:custGeom>
          <a:blipFill>
            <a:blip r:embed="rId6"/>
            <a:stretch>
              <a:fillRect l="0" t="0" r="0" b="0"/>
            </a:stretch>
          </a:blipFill>
        </p:spPr>
      </p:sp>
      <p:sp>
        <p:nvSpPr>
          <p:cNvPr name="Freeform 7" id="7"/>
          <p:cNvSpPr/>
          <p:nvPr/>
        </p:nvSpPr>
        <p:spPr>
          <a:xfrm flipH="false" flipV="false" rot="0">
            <a:off x="13232144" y="5369761"/>
            <a:ext cx="5079440" cy="6652065"/>
          </a:xfrm>
          <a:custGeom>
            <a:avLst/>
            <a:gdLst/>
            <a:ahLst/>
            <a:cxnLst/>
            <a:rect r="r" b="b" t="t" l="l"/>
            <a:pathLst>
              <a:path h="6652065" w="5079440">
                <a:moveTo>
                  <a:pt x="0" y="0"/>
                </a:moveTo>
                <a:lnTo>
                  <a:pt x="5079440" y="0"/>
                </a:lnTo>
                <a:lnTo>
                  <a:pt x="5079440" y="6652065"/>
                </a:lnTo>
                <a:lnTo>
                  <a:pt x="0" y="6652065"/>
                </a:lnTo>
                <a:lnTo>
                  <a:pt x="0" y="0"/>
                </a:lnTo>
                <a:close/>
              </a:path>
            </a:pathLst>
          </a:custGeom>
          <a:blipFill>
            <a:blip r:embed="rId7"/>
            <a:stretch>
              <a:fillRect l="0" t="-2752" r="0" b="-2752"/>
            </a:stretch>
          </a:blipFill>
        </p:spPr>
      </p:sp>
      <p:grpSp>
        <p:nvGrpSpPr>
          <p:cNvPr name="Group 8" id="8"/>
          <p:cNvGrpSpPr/>
          <p:nvPr/>
        </p:nvGrpSpPr>
        <p:grpSpPr>
          <a:xfrm rot="0">
            <a:off x="16443867" y="9362871"/>
            <a:ext cx="996408" cy="1848257"/>
            <a:chOff x="0" y="0"/>
            <a:chExt cx="438186" cy="812800"/>
          </a:xfrm>
        </p:grpSpPr>
        <p:sp>
          <p:nvSpPr>
            <p:cNvPr name="Freeform 9" id="9"/>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10" id="10"/>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11" id="11"/>
          <p:cNvSpPr/>
          <p:nvPr/>
        </p:nvSpPr>
        <p:spPr>
          <a:xfrm flipH="false" flipV="false" rot="0">
            <a:off x="8828224" y="3353546"/>
            <a:ext cx="9459776" cy="1685023"/>
          </a:xfrm>
          <a:custGeom>
            <a:avLst/>
            <a:gdLst/>
            <a:ahLst/>
            <a:cxnLst/>
            <a:rect r="r" b="b" t="t" l="l"/>
            <a:pathLst>
              <a:path h="1685023" w="9459776">
                <a:moveTo>
                  <a:pt x="0" y="0"/>
                </a:moveTo>
                <a:lnTo>
                  <a:pt x="9459776" y="0"/>
                </a:lnTo>
                <a:lnTo>
                  <a:pt x="9459776" y="1685023"/>
                </a:lnTo>
                <a:lnTo>
                  <a:pt x="0" y="1685023"/>
                </a:lnTo>
                <a:lnTo>
                  <a:pt x="0" y="0"/>
                </a:lnTo>
                <a:close/>
              </a:path>
            </a:pathLst>
          </a:custGeom>
          <a:blipFill>
            <a:blip r:embed="rId8"/>
            <a:stretch>
              <a:fillRect l="0" t="0" r="0" b="0"/>
            </a:stretch>
          </a:blipFill>
        </p:spPr>
      </p:sp>
      <p:sp>
        <p:nvSpPr>
          <p:cNvPr name="Freeform 12" id="12"/>
          <p:cNvSpPr/>
          <p:nvPr/>
        </p:nvSpPr>
        <p:spPr>
          <a:xfrm flipH="false" flipV="false" rot="0">
            <a:off x="9155792" y="414171"/>
            <a:ext cx="8108388" cy="2367607"/>
          </a:xfrm>
          <a:custGeom>
            <a:avLst/>
            <a:gdLst/>
            <a:ahLst/>
            <a:cxnLst/>
            <a:rect r="r" b="b" t="t" l="l"/>
            <a:pathLst>
              <a:path h="2367607" w="8108388">
                <a:moveTo>
                  <a:pt x="0" y="0"/>
                </a:moveTo>
                <a:lnTo>
                  <a:pt x="8108388" y="0"/>
                </a:lnTo>
                <a:lnTo>
                  <a:pt x="8108388" y="2367607"/>
                </a:lnTo>
                <a:lnTo>
                  <a:pt x="0" y="2367607"/>
                </a:lnTo>
                <a:lnTo>
                  <a:pt x="0" y="0"/>
                </a:lnTo>
                <a:close/>
              </a:path>
            </a:pathLst>
          </a:custGeom>
          <a:blipFill>
            <a:blip r:embed="rId9"/>
            <a:stretch>
              <a:fillRect l="0" t="0" r="0" b="0"/>
            </a:stretch>
          </a:blipFill>
        </p:spPr>
      </p:sp>
      <p:sp>
        <p:nvSpPr>
          <p:cNvPr name="Freeform 13" id="13"/>
          <p:cNvSpPr/>
          <p:nvPr/>
        </p:nvSpPr>
        <p:spPr>
          <a:xfrm flipH="false" flipV="false" rot="0">
            <a:off x="3351411" y="367356"/>
            <a:ext cx="461541" cy="461541"/>
          </a:xfrm>
          <a:custGeom>
            <a:avLst/>
            <a:gdLst/>
            <a:ahLst/>
            <a:cxnLst/>
            <a:rect r="r" b="b" t="t" l="l"/>
            <a:pathLst>
              <a:path h="461541" w="461541">
                <a:moveTo>
                  <a:pt x="0" y="0"/>
                </a:moveTo>
                <a:lnTo>
                  <a:pt x="461541" y="0"/>
                </a:lnTo>
                <a:lnTo>
                  <a:pt x="461541" y="461541"/>
                </a:lnTo>
                <a:lnTo>
                  <a:pt x="0" y="461541"/>
                </a:lnTo>
                <a:lnTo>
                  <a:pt x="0" y="0"/>
                </a:lnTo>
                <a:close/>
              </a:path>
            </a:pathLst>
          </a:custGeom>
          <a:blipFill>
            <a:blip r:embed="rId10"/>
            <a:stretch>
              <a:fillRect l="0" t="0" r="0" b="0"/>
            </a:stretch>
          </a:blipFill>
        </p:spPr>
      </p:sp>
      <p:grpSp>
        <p:nvGrpSpPr>
          <p:cNvPr name="Group 14" id="14"/>
          <p:cNvGrpSpPr/>
          <p:nvPr/>
        </p:nvGrpSpPr>
        <p:grpSpPr>
          <a:xfrm rot="0">
            <a:off x="2264139" y="3869640"/>
            <a:ext cx="13759723" cy="3000241"/>
            <a:chOff x="0" y="0"/>
            <a:chExt cx="3623960" cy="790187"/>
          </a:xfrm>
        </p:grpSpPr>
        <p:sp>
          <p:nvSpPr>
            <p:cNvPr name="Freeform 15" id="15"/>
            <p:cNvSpPr/>
            <p:nvPr/>
          </p:nvSpPr>
          <p:spPr>
            <a:xfrm flipH="false" flipV="false" rot="0">
              <a:off x="0" y="0"/>
              <a:ext cx="3623960" cy="790187"/>
            </a:xfrm>
            <a:custGeom>
              <a:avLst/>
              <a:gdLst/>
              <a:ahLst/>
              <a:cxnLst/>
              <a:rect r="r" b="b" t="t" l="l"/>
              <a:pathLst>
                <a:path h="790187" w="3623960">
                  <a:moveTo>
                    <a:pt x="0" y="0"/>
                  </a:moveTo>
                  <a:lnTo>
                    <a:pt x="3623960" y="0"/>
                  </a:lnTo>
                  <a:lnTo>
                    <a:pt x="3623960" y="790187"/>
                  </a:lnTo>
                  <a:lnTo>
                    <a:pt x="0" y="790187"/>
                  </a:lnTo>
                  <a:close/>
                </a:path>
              </a:pathLst>
            </a:custGeom>
            <a:solidFill>
              <a:srgbClr val="C90000"/>
            </a:solidFill>
          </p:spPr>
        </p:sp>
        <p:sp>
          <p:nvSpPr>
            <p:cNvPr name="TextBox 16" id="16"/>
            <p:cNvSpPr txBox="true"/>
            <p:nvPr/>
          </p:nvSpPr>
          <p:spPr>
            <a:xfrm>
              <a:off x="0" y="-28575"/>
              <a:ext cx="3623960" cy="818762"/>
            </a:xfrm>
            <a:prstGeom prst="rect">
              <a:avLst/>
            </a:prstGeom>
          </p:spPr>
          <p:txBody>
            <a:bodyPr anchor="ctr" rtlCol="false" tIns="50800" lIns="50800" bIns="50800" rIns="50800"/>
            <a:lstStyle/>
            <a:p>
              <a:pPr algn="ctr">
                <a:lnSpc>
                  <a:spcPts val="2380"/>
                </a:lnSpc>
              </a:pPr>
            </a:p>
          </p:txBody>
        </p:sp>
      </p:grpSp>
      <p:sp>
        <p:nvSpPr>
          <p:cNvPr name="TextBox 17" id="17"/>
          <p:cNvSpPr txBox="true"/>
          <p:nvPr/>
        </p:nvSpPr>
        <p:spPr>
          <a:xfrm rot="0">
            <a:off x="16769505" y="9421254"/>
            <a:ext cx="345132"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8</a:t>
            </a:r>
          </a:p>
        </p:txBody>
      </p:sp>
      <p:sp>
        <p:nvSpPr>
          <p:cNvPr name="TextBox 18" id="18"/>
          <p:cNvSpPr txBox="true"/>
          <p:nvPr/>
        </p:nvSpPr>
        <p:spPr>
          <a:xfrm rot="0">
            <a:off x="2624661" y="4256742"/>
            <a:ext cx="13038679" cy="2235563"/>
          </a:xfrm>
          <a:prstGeom prst="rect">
            <a:avLst/>
          </a:prstGeom>
        </p:spPr>
        <p:txBody>
          <a:bodyPr anchor="t" rtlCol="false" tIns="0" lIns="0" bIns="0" rIns="0">
            <a:spAutoFit/>
          </a:bodyPr>
          <a:lstStyle/>
          <a:p>
            <a:pPr algn="ctr">
              <a:lnSpc>
                <a:spcPts val="5796"/>
              </a:lnSpc>
            </a:pPr>
            <a:r>
              <a:rPr lang="en-US" b="true" sz="5269">
                <a:gradFill>
                  <a:gsLst>
                    <a:gs pos="0">
                      <a:srgbClr val="FFD21F">
                        <a:alpha val="100000"/>
                      </a:srgbClr>
                    </a:gs>
                    <a:gs pos="100000">
                      <a:srgbClr val="FFFFFF">
                        <a:alpha val="100000"/>
                      </a:srgbClr>
                    </a:gs>
                  </a:gsLst>
                  <a:lin ang="0"/>
                </a:gradFill>
                <a:latin typeface="Poppins Bold"/>
                <a:ea typeface="Poppins Bold"/>
                <a:cs typeface="Poppins Bold"/>
                <a:sym typeface="Poppins Bold"/>
              </a:rPr>
              <a:t>BEBAN KESEHATAN YANG MELONJAK TIDAK SEJALAN DENGAN SDGS 3 : </a:t>
            </a:r>
            <a:r>
              <a:rPr lang="en-US" b="true" sz="5269" i="true">
                <a:gradFill>
                  <a:gsLst>
                    <a:gs pos="0">
                      <a:srgbClr val="FFD21F">
                        <a:alpha val="100000"/>
                      </a:srgbClr>
                    </a:gs>
                    <a:gs pos="100000">
                      <a:srgbClr val="FFFFFF">
                        <a:alpha val="100000"/>
                      </a:srgbClr>
                    </a:gs>
                  </a:gsLst>
                  <a:lin ang="0"/>
                </a:gradFill>
                <a:latin typeface="Poppins Bold Italics"/>
                <a:ea typeface="Poppins Bold Italics"/>
                <a:cs typeface="Poppins Bold Italics"/>
                <a:sym typeface="Poppins Bold Italics"/>
              </a:rPr>
              <a:t>GOOD</a:t>
            </a:r>
            <a:r>
              <a:rPr lang="en-US" b="true" sz="5269">
                <a:gradFill>
                  <a:gsLst>
                    <a:gs pos="0">
                      <a:srgbClr val="FFD21F">
                        <a:alpha val="100000"/>
                      </a:srgbClr>
                    </a:gs>
                    <a:gs pos="100000">
                      <a:srgbClr val="FFFFFF">
                        <a:alpha val="100000"/>
                      </a:srgbClr>
                    </a:gs>
                  </a:gsLst>
                  <a:lin ang="0"/>
                </a:gradFill>
                <a:latin typeface="Poppins Bold"/>
                <a:ea typeface="Poppins Bold"/>
                <a:cs typeface="Poppins Bold"/>
                <a:sym typeface="Poppins Bold"/>
              </a:rPr>
              <a:t> </a:t>
            </a:r>
            <a:r>
              <a:rPr lang="en-US" b="true" sz="5269" i="true">
                <a:gradFill>
                  <a:gsLst>
                    <a:gs pos="0">
                      <a:srgbClr val="FFD21F">
                        <a:alpha val="100000"/>
                      </a:srgbClr>
                    </a:gs>
                    <a:gs pos="100000">
                      <a:srgbClr val="FFFFFF">
                        <a:alpha val="100000"/>
                      </a:srgbClr>
                    </a:gs>
                  </a:gsLst>
                  <a:lin ang="0"/>
                </a:gradFill>
                <a:latin typeface="Poppins Bold Italics"/>
                <a:ea typeface="Poppins Bold Italics"/>
                <a:cs typeface="Poppins Bold Italics"/>
                <a:sym typeface="Poppins Bold Italics"/>
              </a:rPr>
              <a:t>HEALTH</a:t>
            </a:r>
            <a:r>
              <a:rPr lang="en-US" b="true" sz="5269">
                <a:gradFill>
                  <a:gsLst>
                    <a:gs pos="0">
                      <a:srgbClr val="FFD21F">
                        <a:alpha val="100000"/>
                      </a:srgbClr>
                    </a:gs>
                    <a:gs pos="100000">
                      <a:srgbClr val="FFFFFF">
                        <a:alpha val="100000"/>
                      </a:srgbClr>
                    </a:gs>
                  </a:gsLst>
                  <a:lin ang="0"/>
                </a:gradFill>
                <a:latin typeface="Poppins Bold"/>
                <a:ea typeface="Poppins Bold"/>
                <a:cs typeface="Poppins Bold"/>
                <a:sym typeface="Poppins Bold"/>
              </a:rPr>
              <a:t> </a:t>
            </a:r>
            <a:r>
              <a:rPr lang="en-US" b="true" sz="5269" i="true">
                <a:gradFill>
                  <a:gsLst>
                    <a:gs pos="0">
                      <a:srgbClr val="FFD21F">
                        <a:alpha val="100000"/>
                      </a:srgbClr>
                    </a:gs>
                    <a:gs pos="100000">
                      <a:srgbClr val="FFFFFF">
                        <a:alpha val="100000"/>
                      </a:srgbClr>
                    </a:gs>
                  </a:gsLst>
                  <a:lin ang="0"/>
                </a:gradFill>
                <a:latin typeface="Poppins Bold Italics"/>
                <a:ea typeface="Poppins Bold Italics"/>
                <a:cs typeface="Poppins Bold Italics"/>
                <a:sym typeface="Poppins Bold Italics"/>
              </a:rPr>
              <a:t>AND</a:t>
            </a:r>
            <a:r>
              <a:rPr lang="en-US" b="true" sz="5269">
                <a:gradFill>
                  <a:gsLst>
                    <a:gs pos="0">
                      <a:srgbClr val="FFD21F">
                        <a:alpha val="100000"/>
                      </a:srgbClr>
                    </a:gs>
                    <a:gs pos="100000">
                      <a:srgbClr val="FFFFFF">
                        <a:alpha val="100000"/>
                      </a:srgbClr>
                    </a:gs>
                  </a:gsLst>
                  <a:lin ang="0"/>
                </a:gradFill>
                <a:latin typeface="Poppins Bold"/>
                <a:ea typeface="Poppins Bold"/>
                <a:cs typeface="Poppins Bold"/>
                <a:sym typeface="Poppins Bold"/>
              </a:rPr>
              <a:t> </a:t>
            </a:r>
            <a:r>
              <a:rPr lang="en-US" b="true" sz="5269" i="true">
                <a:gradFill>
                  <a:gsLst>
                    <a:gs pos="0">
                      <a:srgbClr val="FFD21F">
                        <a:alpha val="100000"/>
                      </a:srgbClr>
                    </a:gs>
                    <a:gs pos="100000">
                      <a:srgbClr val="FFFFFF">
                        <a:alpha val="100000"/>
                      </a:srgbClr>
                    </a:gs>
                  </a:gsLst>
                  <a:lin ang="0"/>
                </a:gradFill>
                <a:latin typeface="Poppins Bold Italics"/>
                <a:ea typeface="Poppins Bold Italics"/>
                <a:cs typeface="Poppins Bold Italics"/>
                <a:sym typeface="Poppins Bold Italics"/>
              </a:rPr>
              <a:t>WELL</a:t>
            </a:r>
            <a:r>
              <a:rPr lang="en-US" b="true" sz="5269">
                <a:gradFill>
                  <a:gsLst>
                    <a:gs pos="0">
                      <a:srgbClr val="FFD21F">
                        <a:alpha val="100000"/>
                      </a:srgbClr>
                    </a:gs>
                    <a:gs pos="100000">
                      <a:srgbClr val="FFFFFF">
                        <a:alpha val="100000"/>
                      </a:srgbClr>
                    </a:gs>
                  </a:gsLst>
                  <a:lin ang="0"/>
                </a:gradFill>
                <a:latin typeface="Poppins Bold"/>
                <a:ea typeface="Poppins Bold"/>
                <a:cs typeface="Poppins Bold"/>
                <a:sym typeface="Poppins Bold"/>
              </a:rPr>
              <a:t> </a:t>
            </a:r>
            <a:r>
              <a:rPr lang="en-US" b="true" sz="5269" i="true">
                <a:gradFill>
                  <a:gsLst>
                    <a:gs pos="0">
                      <a:srgbClr val="FFD21F">
                        <a:alpha val="100000"/>
                      </a:srgbClr>
                    </a:gs>
                    <a:gs pos="100000">
                      <a:srgbClr val="FFFFFF">
                        <a:alpha val="100000"/>
                      </a:srgbClr>
                    </a:gs>
                  </a:gsLst>
                  <a:lin ang="0"/>
                </a:gradFill>
                <a:latin typeface="Poppins Bold Italics"/>
                <a:ea typeface="Poppins Bold Italics"/>
                <a:cs typeface="Poppins Bold Italics"/>
                <a:sym typeface="Poppins Bold Italics"/>
              </a:rPr>
              <a:t>BEING</a:t>
            </a:r>
          </a:p>
        </p:txBody>
      </p:sp>
      <p:grpSp>
        <p:nvGrpSpPr>
          <p:cNvPr name="Group 19" id="19"/>
          <p:cNvGrpSpPr/>
          <p:nvPr/>
        </p:nvGrpSpPr>
        <p:grpSpPr>
          <a:xfrm rot="0">
            <a:off x="9928132" y="367623"/>
            <a:ext cx="10518768" cy="782054"/>
            <a:chOff x="0" y="0"/>
            <a:chExt cx="4462095" cy="331750"/>
          </a:xfrm>
        </p:grpSpPr>
        <p:sp>
          <p:nvSpPr>
            <p:cNvPr name="Freeform 20" id="20"/>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21" id="21"/>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22" id="22"/>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11"/>
            <a:stretch>
              <a:fillRect l="0" t="-3206" r="0" b="-3206"/>
            </a:stretch>
          </a:blipFill>
        </p:spPr>
      </p:sp>
      <p:sp>
        <p:nvSpPr>
          <p:cNvPr name="Freeform 23" id="23"/>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2"/>
            <a:stretch>
              <a:fillRect l="0" t="-3206" r="0" b="-3206"/>
            </a:stretch>
          </a:blipFill>
        </p:spPr>
      </p:sp>
      <p:sp>
        <p:nvSpPr>
          <p:cNvPr name="Freeform 24" id="24"/>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13"/>
            <a:stretch>
              <a:fillRect l="0" t="-3206" r="0" b="-3206"/>
            </a:stretch>
          </a:blipFill>
        </p:spPr>
      </p:sp>
      <p:sp>
        <p:nvSpPr>
          <p:cNvPr name="Freeform 25" id="25"/>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4"/>
            <a:stretch>
              <a:fillRect l="0" t="-3206" r="0" b="-3206"/>
            </a:stretch>
          </a:blipFill>
        </p:spPr>
      </p:sp>
      <p:sp>
        <p:nvSpPr>
          <p:cNvPr name="Freeform 26" id="26"/>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10"/>
            <a:stretch>
              <a:fillRect l="-1233" t="0" r="-1233" b="-1399"/>
            </a:stretch>
          </a:blipFill>
        </p:spPr>
      </p:sp>
      <p:sp>
        <p:nvSpPr>
          <p:cNvPr name="Freeform 27" id="27"/>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15"/>
            <a:stretch>
              <a:fillRect l="-76" t="0" r="-76" b="-692"/>
            </a:stretch>
          </a:blipFill>
        </p:spPr>
      </p:sp>
      <p:sp>
        <p:nvSpPr>
          <p:cNvPr name="Freeform 28" id="28"/>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16"/>
            <a:stretch>
              <a:fillRect l="0" t="-7113" r="-5929" b="-7113"/>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3266"/>
            <a:ext cx="18311584" cy="10300266"/>
          </a:xfrm>
          <a:custGeom>
            <a:avLst/>
            <a:gdLst/>
            <a:ahLst/>
            <a:cxnLst/>
            <a:rect r="r" b="b" t="t" l="l"/>
            <a:pathLst>
              <a:path h="10300266" w="18311584">
                <a:moveTo>
                  <a:pt x="0" y="0"/>
                </a:moveTo>
                <a:lnTo>
                  <a:pt x="18311584" y="0"/>
                </a:lnTo>
                <a:lnTo>
                  <a:pt x="18311584" y="10300266"/>
                </a:lnTo>
                <a:lnTo>
                  <a:pt x="0" y="10300266"/>
                </a:lnTo>
                <a:lnTo>
                  <a:pt x="0" y="0"/>
                </a:lnTo>
                <a:close/>
              </a:path>
            </a:pathLst>
          </a:custGeom>
          <a:blipFill>
            <a:blip r:embed="rId2">
              <a:alphaModFix amt="23000"/>
            </a:blip>
            <a:stretch>
              <a:fillRect l="0" t="0" r="0" b="0"/>
            </a:stretch>
          </a:blipFill>
        </p:spPr>
      </p:sp>
      <p:sp>
        <p:nvSpPr>
          <p:cNvPr name="Freeform 3" id="3"/>
          <p:cNvSpPr/>
          <p:nvPr/>
        </p:nvSpPr>
        <p:spPr>
          <a:xfrm flipH="false" flipV="false" rot="0">
            <a:off x="0" y="1183803"/>
            <a:ext cx="3994096" cy="4942423"/>
          </a:xfrm>
          <a:custGeom>
            <a:avLst/>
            <a:gdLst/>
            <a:ahLst/>
            <a:cxnLst/>
            <a:rect r="r" b="b" t="t" l="l"/>
            <a:pathLst>
              <a:path h="4942423" w="3994096">
                <a:moveTo>
                  <a:pt x="0" y="0"/>
                </a:moveTo>
                <a:lnTo>
                  <a:pt x="3994096" y="0"/>
                </a:lnTo>
                <a:lnTo>
                  <a:pt x="3994096" y="4942424"/>
                </a:lnTo>
                <a:lnTo>
                  <a:pt x="0" y="4942424"/>
                </a:lnTo>
                <a:lnTo>
                  <a:pt x="0" y="0"/>
                </a:lnTo>
                <a:close/>
              </a:path>
            </a:pathLst>
          </a:custGeom>
          <a:blipFill>
            <a:blip r:embed="rId3"/>
            <a:stretch>
              <a:fillRect l="0" t="0" r="0" b="0"/>
            </a:stretch>
          </a:blipFill>
          <a:ln cap="sq">
            <a:noFill/>
            <a:prstDash val="solid"/>
            <a:miter/>
          </a:ln>
        </p:spPr>
      </p:sp>
      <p:sp>
        <p:nvSpPr>
          <p:cNvPr name="Freeform 4" id="4"/>
          <p:cNvSpPr/>
          <p:nvPr/>
        </p:nvSpPr>
        <p:spPr>
          <a:xfrm flipH="false" flipV="false" rot="0">
            <a:off x="4361354" y="-38350"/>
            <a:ext cx="4099612" cy="5076919"/>
          </a:xfrm>
          <a:custGeom>
            <a:avLst/>
            <a:gdLst/>
            <a:ahLst/>
            <a:cxnLst/>
            <a:rect r="r" b="b" t="t" l="l"/>
            <a:pathLst>
              <a:path h="5076919" w="4099612">
                <a:moveTo>
                  <a:pt x="0" y="0"/>
                </a:moveTo>
                <a:lnTo>
                  <a:pt x="4099612" y="0"/>
                </a:lnTo>
                <a:lnTo>
                  <a:pt x="4099612" y="5076919"/>
                </a:lnTo>
                <a:lnTo>
                  <a:pt x="0" y="5076919"/>
                </a:lnTo>
                <a:lnTo>
                  <a:pt x="0" y="0"/>
                </a:lnTo>
                <a:close/>
              </a:path>
            </a:pathLst>
          </a:custGeom>
          <a:blipFill>
            <a:blip r:embed="rId4"/>
            <a:stretch>
              <a:fillRect l="0" t="0" r="0" b="0"/>
            </a:stretch>
          </a:blipFill>
          <a:ln cap="sq">
            <a:noFill/>
            <a:prstDash val="solid"/>
            <a:miter/>
          </a:ln>
        </p:spPr>
      </p:sp>
      <p:sp>
        <p:nvSpPr>
          <p:cNvPr name="Freeform 5" id="5"/>
          <p:cNvSpPr/>
          <p:nvPr/>
        </p:nvSpPr>
        <p:spPr>
          <a:xfrm flipH="false" flipV="false" rot="0">
            <a:off x="754203" y="6466897"/>
            <a:ext cx="5026590" cy="7640206"/>
          </a:xfrm>
          <a:custGeom>
            <a:avLst/>
            <a:gdLst/>
            <a:ahLst/>
            <a:cxnLst/>
            <a:rect r="r" b="b" t="t" l="l"/>
            <a:pathLst>
              <a:path h="7640206" w="5026590">
                <a:moveTo>
                  <a:pt x="0" y="0"/>
                </a:moveTo>
                <a:lnTo>
                  <a:pt x="5026590" y="0"/>
                </a:lnTo>
                <a:lnTo>
                  <a:pt x="5026590" y="7640206"/>
                </a:lnTo>
                <a:lnTo>
                  <a:pt x="0" y="7640206"/>
                </a:lnTo>
                <a:lnTo>
                  <a:pt x="0" y="0"/>
                </a:lnTo>
                <a:close/>
              </a:path>
            </a:pathLst>
          </a:custGeom>
          <a:blipFill>
            <a:blip r:embed="rId5"/>
            <a:stretch>
              <a:fillRect l="0" t="0" r="0" b="0"/>
            </a:stretch>
          </a:blipFill>
        </p:spPr>
      </p:sp>
      <p:sp>
        <p:nvSpPr>
          <p:cNvPr name="Freeform 6" id="6"/>
          <p:cNvSpPr/>
          <p:nvPr/>
        </p:nvSpPr>
        <p:spPr>
          <a:xfrm flipH="false" flipV="false" rot="0">
            <a:off x="6223385" y="5369761"/>
            <a:ext cx="6358589" cy="6968317"/>
          </a:xfrm>
          <a:custGeom>
            <a:avLst/>
            <a:gdLst/>
            <a:ahLst/>
            <a:cxnLst/>
            <a:rect r="r" b="b" t="t" l="l"/>
            <a:pathLst>
              <a:path h="6968317" w="6358589">
                <a:moveTo>
                  <a:pt x="0" y="0"/>
                </a:moveTo>
                <a:lnTo>
                  <a:pt x="6358589" y="0"/>
                </a:lnTo>
                <a:lnTo>
                  <a:pt x="6358589" y="6968317"/>
                </a:lnTo>
                <a:lnTo>
                  <a:pt x="0" y="6968317"/>
                </a:lnTo>
                <a:lnTo>
                  <a:pt x="0" y="0"/>
                </a:lnTo>
                <a:close/>
              </a:path>
            </a:pathLst>
          </a:custGeom>
          <a:blipFill>
            <a:blip r:embed="rId6"/>
            <a:stretch>
              <a:fillRect l="0" t="0" r="0" b="0"/>
            </a:stretch>
          </a:blipFill>
        </p:spPr>
      </p:sp>
      <p:sp>
        <p:nvSpPr>
          <p:cNvPr name="Freeform 7" id="7"/>
          <p:cNvSpPr/>
          <p:nvPr/>
        </p:nvSpPr>
        <p:spPr>
          <a:xfrm flipH="false" flipV="false" rot="0">
            <a:off x="13232144" y="5369761"/>
            <a:ext cx="5079440" cy="6652065"/>
          </a:xfrm>
          <a:custGeom>
            <a:avLst/>
            <a:gdLst/>
            <a:ahLst/>
            <a:cxnLst/>
            <a:rect r="r" b="b" t="t" l="l"/>
            <a:pathLst>
              <a:path h="6652065" w="5079440">
                <a:moveTo>
                  <a:pt x="0" y="0"/>
                </a:moveTo>
                <a:lnTo>
                  <a:pt x="5079440" y="0"/>
                </a:lnTo>
                <a:lnTo>
                  <a:pt x="5079440" y="6652065"/>
                </a:lnTo>
                <a:lnTo>
                  <a:pt x="0" y="6652065"/>
                </a:lnTo>
                <a:lnTo>
                  <a:pt x="0" y="0"/>
                </a:lnTo>
                <a:close/>
              </a:path>
            </a:pathLst>
          </a:custGeom>
          <a:blipFill>
            <a:blip r:embed="rId7"/>
            <a:stretch>
              <a:fillRect l="0" t="-2752" r="0" b="-2752"/>
            </a:stretch>
          </a:blipFill>
        </p:spPr>
      </p:sp>
      <p:sp>
        <p:nvSpPr>
          <p:cNvPr name="Freeform 8" id="8"/>
          <p:cNvSpPr/>
          <p:nvPr/>
        </p:nvSpPr>
        <p:spPr>
          <a:xfrm flipH="false" flipV="false" rot="0">
            <a:off x="8828224" y="3353546"/>
            <a:ext cx="9459776" cy="1685023"/>
          </a:xfrm>
          <a:custGeom>
            <a:avLst/>
            <a:gdLst/>
            <a:ahLst/>
            <a:cxnLst/>
            <a:rect r="r" b="b" t="t" l="l"/>
            <a:pathLst>
              <a:path h="1685023" w="9459776">
                <a:moveTo>
                  <a:pt x="0" y="0"/>
                </a:moveTo>
                <a:lnTo>
                  <a:pt x="9459776" y="0"/>
                </a:lnTo>
                <a:lnTo>
                  <a:pt x="9459776" y="1685023"/>
                </a:lnTo>
                <a:lnTo>
                  <a:pt x="0" y="1685023"/>
                </a:lnTo>
                <a:lnTo>
                  <a:pt x="0" y="0"/>
                </a:lnTo>
                <a:close/>
              </a:path>
            </a:pathLst>
          </a:custGeom>
          <a:blipFill>
            <a:blip r:embed="rId8"/>
            <a:stretch>
              <a:fillRect l="0" t="0" r="0" b="0"/>
            </a:stretch>
          </a:blipFill>
        </p:spPr>
      </p:sp>
      <p:sp>
        <p:nvSpPr>
          <p:cNvPr name="Freeform 9" id="9"/>
          <p:cNvSpPr/>
          <p:nvPr/>
        </p:nvSpPr>
        <p:spPr>
          <a:xfrm flipH="false" flipV="false" rot="0">
            <a:off x="9155792" y="414171"/>
            <a:ext cx="8108388" cy="2367607"/>
          </a:xfrm>
          <a:custGeom>
            <a:avLst/>
            <a:gdLst/>
            <a:ahLst/>
            <a:cxnLst/>
            <a:rect r="r" b="b" t="t" l="l"/>
            <a:pathLst>
              <a:path h="2367607" w="8108388">
                <a:moveTo>
                  <a:pt x="0" y="0"/>
                </a:moveTo>
                <a:lnTo>
                  <a:pt x="8108388" y="0"/>
                </a:lnTo>
                <a:lnTo>
                  <a:pt x="8108388" y="2367607"/>
                </a:lnTo>
                <a:lnTo>
                  <a:pt x="0" y="2367607"/>
                </a:lnTo>
                <a:lnTo>
                  <a:pt x="0" y="0"/>
                </a:lnTo>
                <a:close/>
              </a:path>
            </a:pathLst>
          </a:custGeom>
          <a:blipFill>
            <a:blip r:embed="rId9"/>
            <a:stretch>
              <a:fillRect l="0" t="0" r="0" b="0"/>
            </a:stretch>
          </a:blipFill>
        </p:spPr>
      </p:sp>
      <p:sp>
        <p:nvSpPr>
          <p:cNvPr name="Freeform 10" id="10"/>
          <p:cNvSpPr/>
          <p:nvPr/>
        </p:nvSpPr>
        <p:spPr>
          <a:xfrm flipH="false" flipV="false" rot="0">
            <a:off x="3351411" y="367356"/>
            <a:ext cx="461541" cy="461541"/>
          </a:xfrm>
          <a:custGeom>
            <a:avLst/>
            <a:gdLst/>
            <a:ahLst/>
            <a:cxnLst/>
            <a:rect r="r" b="b" t="t" l="l"/>
            <a:pathLst>
              <a:path h="461541" w="461541">
                <a:moveTo>
                  <a:pt x="0" y="0"/>
                </a:moveTo>
                <a:lnTo>
                  <a:pt x="461541" y="0"/>
                </a:lnTo>
                <a:lnTo>
                  <a:pt x="461541" y="461541"/>
                </a:lnTo>
                <a:lnTo>
                  <a:pt x="0" y="461541"/>
                </a:lnTo>
                <a:lnTo>
                  <a:pt x="0" y="0"/>
                </a:lnTo>
                <a:close/>
              </a:path>
            </a:pathLst>
          </a:custGeom>
          <a:blipFill>
            <a:blip r:embed="rId10"/>
            <a:stretch>
              <a:fillRect l="0" t="0" r="0" b="0"/>
            </a:stretch>
          </a:blipFill>
        </p:spPr>
      </p:sp>
      <p:grpSp>
        <p:nvGrpSpPr>
          <p:cNvPr name="Group 11" id="11"/>
          <p:cNvGrpSpPr/>
          <p:nvPr/>
        </p:nvGrpSpPr>
        <p:grpSpPr>
          <a:xfrm rot="0">
            <a:off x="3137285" y="4589084"/>
            <a:ext cx="11766619" cy="2243734"/>
            <a:chOff x="0" y="0"/>
            <a:chExt cx="3099027" cy="590942"/>
          </a:xfrm>
        </p:grpSpPr>
        <p:sp>
          <p:nvSpPr>
            <p:cNvPr name="Freeform 12" id="12"/>
            <p:cNvSpPr/>
            <p:nvPr/>
          </p:nvSpPr>
          <p:spPr>
            <a:xfrm flipH="false" flipV="false" rot="0">
              <a:off x="0" y="0"/>
              <a:ext cx="3099027" cy="590942"/>
            </a:xfrm>
            <a:custGeom>
              <a:avLst/>
              <a:gdLst/>
              <a:ahLst/>
              <a:cxnLst/>
              <a:rect r="r" b="b" t="t" l="l"/>
              <a:pathLst>
                <a:path h="590942" w="3099027">
                  <a:moveTo>
                    <a:pt x="0" y="0"/>
                  </a:moveTo>
                  <a:lnTo>
                    <a:pt x="3099027" y="0"/>
                  </a:lnTo>
                  <a:lnTo>
                    <a:pt x="3099027" y="590942"/>
                  </a:lnTo>
                  <a:lnTo>
                    <a:pt x="0" y="590942"/>
                  </a:lnTo>
                  <a:close/>
                </a:path>
              </a:pathLst>
            </a:custGeom>
            <a:solidFill>
              <a:srgbClr val="C90000"/>
            </a:solidFill>
          </p:spPr>
        </p:sp>
        <p:sp>
          <p:nvSpPr>
            <p:cNvPr name="TextBox 13" id="13"/>
            <p:cNvSpPr txBox="true"/>
            <p:nvPr/>
          </p:nvSpPr>
          <p:spPr>
            <a:xfrm>
              <a:off x="0" y="-28575"/>
              <a:ext cx="3099027" cy="619517"/>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3461394" y="4753730"/>
            <a:ext cx="11118403" cy="1914442"/>
          </a:xfrm>
          <a:prstGeom prst="rect">
            <a:avLst/>
          </a:prstGeom>
        </p:spPr>
        <p:txBody>
          <a:bodyPr anchor="t" rtlCol="false" tIns="0" lIns="0" bIns="0" rIns="0">
            <a:spAutoFit/>
          </a:bodyPr>
          <a:lstStyle/>
          <a:p>
            <a:pPr algn="ctr">
              <a:lnSpc>
                <a:spcPts val="4942"/>
              </a:lnSpc>
            </a:pPr>
            <a:r>
              <a:rPr lang="en-US" b="true" sz="4493">
                <a:solidFill>
                  <a:srgbClr val="FFD21F"/>
                </a:solidFill>
                <a:latin typeface="Poppins Bold"/>
                <a:ea typeface="Poppins Bold"/>
                <a:cs typeface="Poppins Bold"/>
                <a:sym typeface="Poppins Bold"/>
              </a:rPr>
              <a:t>BEBAN KESEHATAN YANG MELONJAK TIDAK SEJALAN DENGAN SDGS 3 : GOOD HEALTH AND WELL BEING</a:t>
            </a:r>
          </a:p>
        </p:txBody>
      </p:sp>
      <p:grpSp>
        <p:nvGrpSpPr>
          <p:cNvPr name="Group 15" id="15"/>
          <p:cNvGrpSpPr/>
          <p:nvPr/>
        </p:nvGrpSpPr>
        <p:grpSpPr>
          <a:xfrm rot="0">
            <a:off x="9928132" y="164919"/>
            <a:ext cx="10518768" cy="1161528"/>
            <a:chOff x="0" y="0"/>
            <a:chExt cx="14025024" cy="1548704"/>
          </a:xfrm>
        </p:grpSpPr>
        <p:grpSp>
          <p:nvGrpSpPr>
            <p:cNvPr name="Group 16" id="16"/>
            <p:cNvGrpSpPr/>
            <p:nvPr/>
          </p:nvGrpSpPr>
          <p:grpSpPr>
            <a:xfrm rot="0">
              <a:off x="0" y="270272"/>
              <a:ext cx="14025024" cy="1042739"/>
              <a:chOff x="0" y="0"/>
              <a:chExt cx="4462095" cy="331750"/>
            </a:xfrm>
          </p:grpSpPr>
          <p:sp>
            <p:nvSpPr>
              <p:cNvPr name="Freeform 17" id="17"/>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18" id="18"/>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19" id="19"/>
            <p:cNvSpPr/>
            <p:nvPr/>
          </p:nvSpPr>
          <p:spPr>
            <a:xfrm flipH="false" flipV="false" rot="0">
              <a:off x="387880" y="409145"/>
              <a:ext cx="777252" cy="730415"/>
            </a:xfrm>
            <a:custGeom>
              <a:avLst/>
              <a:gdLst/>
              <a:ahLst/>
              <a:cxnLst/>
              <a:rect r="r" b="b" t="t" l="l"/>
              <a:pathLst>
                <a:path h="730415" w="777252">
                  <a:moveTo>
                    <a:pt x="0" y="0"/>
                  </a:moveTo>
                  <a:lnTo>
                    <a:pt x="777252" y="0"/>
                  </a:lnTo>
                  <a:lnTo>
                    <a:pt x="777252" y="730414"/>
                  </a:lnTo>
                  <a:lnTo>
                    <a:pt x="0" y="730414"/>
                  </a:lnTo>
                  <a:lnTo>
                    <a:pt x="0" y="0"/>
                  </a:lnTo>
                  <a:close/>
                </a:path>
              </a:pathLst>
            </a:custGeom>
            <a:blipFill>
              <a:blip r:embed="rId11"/>
              <a:stretch>
                <a:fillRect l="0" t="-3206" r="0" b="-3206"/>
              </a:stretch>
            </a:blipFill>
          </p:spPr>
        </p:sp>
        <p:sp>
          <p:nvSpPr>
            <p:cNvPr name="Freeform 20" id="20"/>
            <p:cNvSpPr/>
            <p:nvPr/>
          </p:nvSpPr>
          <p:spPr>
            <a:xfrm flipH="false" flipV="false" rot="0">
              <a:off x="6423731" y="0"/>
              <a:ext cx="1648012" cy="1548704"/>
            </a:xfrm>
            <a:custGeom>
              <a:avLst/>
              <a:gdLst/>
              <a:ahLst/>
              <a:cxnLst/>
              <a:rect r="r" b="b" t="t" l="l"/>
              <a:pathLst>
                <a:path h="1548704" w="1648012">
                  <a:moveTo>
                    <a:pt x="0" y="0"/>
                  </a:moveTo>
                  <a:lnTo>
                    <a:pt x="1648012" y="0"/>
                  </a:lnTo>
                  <a:lnTo>
                    <a:pt x="1648012" y="1548704"/>
                  </a:lnTo>
                  <a:lnTo>
                    <a:pt x="0" y="1548704"/>
                  </a:lnTo>
                  <a:lnTo>
                    <a:pt x="0" y="0"/>
                  </a:lnTo>
                  <a:close/>
                </a:path>
              </a:pathLst>
            </a:custGeom>
            <a:blipFill>
              <a:blip r:embed="rId12"/>
              <a:stretch>
                <a:fillRect l="0" t="-3206" r="0" b="-3206"/>
              </a:stretch>
            </a:blipFill>
          </p:spPr>
        </p:sp>
        <p:sp>
          <p:nvSpPr>
            <p:cNvPr name="Freeform 21" id="21"/>
            <p:cNvSpPr/>
            <p:nvPr/>
          </p:nvSpPr>
          <p:spPr>
            <a:xfrm flipH="false" flipV="false" rot="0">
              <a:off x="3325948" y="55510"/>
              <a:ext cx="1529874" cy="1437684"/>
            </a:xfrm>
            <a:custGeom>
              <a:avLst/>
              <a:gdLst/>
              <a:ahLst/>
              <a:cxnLst/>
              <a:rect r="r" b="b" t="t" l="l"/>
              <a:pathLst>
                <a:path h="1437684" w="1529874">
                  <a:moveTo>
                    <a:pt x="0" y="0"/>
                  </a:moveTo>
                  <a:lnTo>
                    <a:pt x="1529874" y="0"/>
                  </a:lnTo>
                  <a:lnTo>
                    <a:pt x="1529874" y="1437684"/>
                  </a:lnTo>
                  <a:lnTo>
                    <a:pt x="0" y="1437684"/>
                  </a:lnTo>
                  <a:lnTo>
                    <a:pt x="0" y="0"/>
                  </a:lnTo>
                  <a:close/>
                </a:path>
              </a:pathLst>
            </a:custGeom>
            <a:blipFill>
              <a:blip r:embed="rId13"/>
              <a:stretch>
                <a:fillRect l="0" t="-3206" r="0" b="-3206"/>
              </a:stretch>
            </a:blipFill>
          </p:spPr>
        </p:sp>
        <p:sp>
          <p:nvSpPr>
            <p:cNvPr name="Freeform 22" id="22"/>
            <p:cNvSpPr/>
            <p:nvPr/>
          </p:nvSpPr>
          <p:spPr>
            <a:xfrm flipH="false" flipV="false" rot="0">
              <a:off x="4838264" y="0"/>
              <a:ext cx="1648012" cy="1548704"/>
            </a:xfrm>
            <a:custGeom>
              <a:avLst/>
              <a:gdLst/>
              <a:ahLst/>
              <a:cxnLst/>
              <a:rect r="r" b="b" t="t" l="l"/>
              <a:pathLst>
                <a:path h="1548704" w="1648012">
                  <a:moveTo>
                    <a:pt x="0" y="0"/>
                  </a:moveTo>
                  <a:lnTo>
                    <a:pt x="1648013" y="0"/>
                  </a:lnTo>
                  <a:lnTo>
                    <a:pt x="1648013" y="1548704"/>
                  </a:lnTo>
                  <a:lnTo>
                    <a:pt x="0" y="1548704"/>
                  </a:lnTo>
                  <a:lnTo>
                    <a:pt x="0" y="0"/>
                  </a:lnTo>
                  <a:close/>
                </a:path>
              </a:pathLst>
            </a:custGeom>
            <a:blipFill>
              <a:blip r:embed="rId14"/>
              <a:stretch>
                <a:fillRect l="0" t="-3206" r="0" b="-3206"/>
              </a:stretch>
            </a:blipFill>
          </p:spPr>
        </p:sp>
        <p:sp>
          <p:nvSpPr>
            <p:cNvPr name="Freeform 23" id="23"/>
            <p:cNvSpPr/>
            <p:nvPr/>
          </p:nvSpPr>
          <p:spPr>
            <a:xfrm flipH="false" flipV="false" rot="0">
              <a:off x="7968732" y="348296"/>
              <a:ext cx="806983" cy="815476"/>
            </a:xfrm>
            <a:custGeom>
              <a:avLst/>
              <a:gdLst/>
              <a:ahLst/>
              <a:cxnLst/>
              <a:rect r="r" b="b" t="t" l="l"/>
              <a:pathLst>
                <a:path h="815476" w="806983">
                  <a:moveTo>
                    <a:pt x="0" y="0"/>
                  </a:moveTo>
                  <a:lnTo>
                    <a:pt x="806984" y="0"/>
                  </a:lnTo>
                  <a:lnTo>
                    <a:pt x="806984" y="815476"/>
                  </a:lnTo>
                  <a:lnTo>
                    <a:pt x="0" y="815476"/>
                  </a:lnTo>
                  <a:lnTo>
                    <a:pt x="0" y="0"/>
                  </a:lnTo>
                  <a:close/>
                </a:path>
              </a:pathLst>
            </a:custGeom>
            <a:blipFill>
              <a:blip r:embed="rId10"/>
              <a:stretch>
                <a:fillRect l="-1233" t="0" r="-1233" b="-1399"/>
              </a:stretch>
            </a:blipFill>
          </p:spPr>
        </p:sp>
        <p:sp>
          <p:nvSpPr>
            <p:cNvPr name="Freeform 24" id="24"/>
            <p:cNvSpPr/>
            <p:nvPr/>
          </p:nvSpPr>
          <p:spPr>
            <a:xfrm flipH="false" flipV="false" rot="0">
              <a:off x="1246121" y="479567"/>
              <a:ext cx="2110294" cy="619037"/>
            </a:xfrm>
            <a:custGeom>
              <a:avLst/>
              <a:gdLst/>
              <a:ahLst/>
              <a:cxnLst/>
              <a:rect r="r" b="b" t="t" l="l"/>
              <a:pathLst>
                <a:path h="619037" w="2110294">
                  <a:moveTo>
                    <a:pt x="0" y="0"/>
                  </a:moveTo>
                  <a:lnTo>
                    <a:pt x="2110295" y="0"/>
                  </a:lnTo>
                  <a:lnTo>
                    <a:pt x="2110295" y="619037"/>
                  </a:lnTo>
                  <a:lnTo>
                    <a:pt x="0" y="619037"/>
                  </a:lnTo>
                  <a:lnTo>
                    <a:pt x="0" y="0"/>
                  </a:lnTo>
                  <a:close/>
                </a:path>
              </a:pathLst>
            </a:custGeom>
            <a:blipFill>
              <a:blip r:embed="rId15"/>
              <a:stretch>
                <a:fillRect l="-76" t="0" r="-76" b="-692"/>
              </a:stretch>
            </a:blipFill>
          </p:spPr>
        </p:sp>
        <p:sp>
          <p:nvSpPr>
            <p:cNvPr name="Freeform 25" id="25"/>
            <p:cNvSpPr/>
            <p:nvPr/>
          </p:nvSpPr>
          <p:spPr>
            <a:xfrm flipH="false" flipV="false" rot="0">
              <a:off x="8775716" y="391660"/>
              <a:ext cx="2217143" cy="747900"/>
            </a:xfrm>
            <a:custGeom>
              <a:avLst/>
              <a:gdLst/>
              <a:ahLst/>
              <a:cxnLst/>
              <a:rect r="r" b="b" t="t" l="l"/>
              <a:pathLst>
                <a:path h="747900" w="2217143">
                  <a:moveTo>
                    <a:pt x="0" y="0"/>
                  </a:moveTo>
                  <a:lnTo>
                    <a:pt x="2217143" y="0"/>
                  </a:lnTo>
                  <a:lnTo>
                    <a:pt x="2217143" y="747899"/>
                  </a:lnTo>
                  <a:lnTo>
                    <a:pt x="0" y="747899"/>
                  </a:lnTo>
                  <a:lnTo>
                    <a:pt x="0" y="0"/>
                  </a:lnTo>
                  <a:close/>
                </a:path>
              </a:pathLst>
            </a:custGeom>
            <a:blipFill>
              <a:blip r:embed="rId16"/>
              <a:stretch>
                <a:fillRect l="0" t="-7113" r="-5929" b="-7113"/>
              </a:stretch>
            </a:blipFill>
          </p:spPr>
        </p:sp>
      </p:grpSp>
      <p:grpSp>
        <p:nvGrpSpPr>
          <p:cNvPr name="Group 26" id="26"/>
          <p:cNvGrpSpPr/>
          <p:nvPr/>
        </p:nvGrpSpPr>
        <p:grpSpPr>
          <a:xfrm rot="0">
            <a:off x="-715195" y="-475938"/>
            <a:ext cx="19375954" cy="11169704"/>
            <a:chOff x="0" y="0"/>
            <a:chExt cx="5103132" cy="2941815"/>
          </a:xfrm>
        </p:grpSpPr>
        <p:sp>
          <p:nvSpPr>
            <p:cNvPr name="Freeform 27" id="27"/>
            <p:cNvSpPr/>
            <p:nvPr/>
          </p:nvSpPr>
          <p:spPr>
            <a:xfrm flipH="false" flipV="false" rot="0">
              <a:off x="0" y="0"/>
              <a:ext cx="5103132" cy="2941815"/>
            </a:xfrm>
            <a:custGeom>
              <a:avLst/>
              <a:gdLst/>
              <a:ahLst/>
              <a:cxnLst/>
              <a:rect r="r" b="b" t="t" l="l"/>
              <a:pathLst>
                <a:path h="2941815" w="5103132">
                  <a:moveTo>
                    <a:pt x="0" y="0"/>
                  </a:moveTo>
                  <a:lnTo>
                    <a:pt x="5103132" y="0"/>
                  </a:lnTo>
                  <a:lnTo>
                    <a:pt x="5103132" y="2941815"/>
                  </a:lnTo>
                  <a:lnTo>
                    <a:pt x="0" y="2941815"/>
                  </a:lnTo>
                  <a:close/>
                </a:path>
              </a:pathLst>
            </a:custGeom>
            <a:solidFill>
              <a:srgbClr val="000000">
                <a:alpha val="74902"/>
              </a:srgbClr>
            </a:solidFill>
          </p:spPr>
        </p:sp>
        <p:sp>
          <p:nvSpPr>
            <p:cNvPr name="TextBox 28" id="28"/>
            <p:cNvSpPr txBox="true"/>
            <p:nvPr/>
          </p:nvSpPr>
          <p:spPr>
            <a:xfrm>
              <a:off x="0" y="-28575"/>
              <a:ext cx="5103132" cy="2970390"/>
            </a:xfrm>
            <a:prstGeom prst="rect">
              <a:avLst/>
            </a:prstGeom>
          </p:spPr>
          <p:txBody>
            <a:bodyPr anchor="ctr" rtlCol="false" tIns="50800" lIns="50800" bIns="50800" rIns="50800"/>
            <a:lstStyle/>
            <a:p>
              <a:pPr algn="ctr">
                <a:lnSpc>
                  <a:spcPts val="2380"/>
                </a:lnSpc>
              </a:pPr>
            </a:p>
          </p:txBody>
        </p:sp>
      </p:grpSp>
      <p:grpSp>
        <p:nvGrpSpPr>
          <p:cNvPr name="Group 29" id="29"/>
          <p:cNvGrpSpPr/>
          <p:nvPr/>
        </p:nvGrpSpPr>
        <p:grpSpPr>
          <a:xfrm rot="0">
            <a:off x="2701168" y="1941288"/>
            <a:ext cx="13070695" cy="6754506"/>
            <a:chOff x="0" y="0"/>
            <a:chExt cx="17427594" cy="9006008"/>
          </a:xfrm>
        </p:grpSpPr>
        <p:sp>
          <p:nvSpPr>
            <p:cNvPr name="Freeform 30" id="30"/>
            <p:cNvSpPr/>
            <p:nvPr/>
          </p:nvSpPr>
          <p:spPr>
            <a:xfrm flipH="false" flipV="false" rot="-307978">
              <a:off x="833579" y="688382"/>
              <a:ext cx="15730399" cy="7629244"/>
            </a:xfrm>
            <a:custGeom>
              <a:avLst/>
              <a:gdLst/>
              <a:ahLst/>
              <a:cxnLst/>
              <a:rect r="r" b="b" t="t" l="l"/>
              <a:pathLst>
                <a:path h="7629244" w="15730399">
                  <a:moveTo>
                    <a:pt x="0" y="0"/>
                  </a:moveTo>
                  <a:lnTo>
                    <a:pt x="15730400" y="0"/>
                  </a:lnTo>
                  <a:lnTo>
                    <a:pt x="15730400" y="7629244"/>
                  </a:lnTo>
                  <a:lnTo>
                    <a:pt x="0" y="76292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31" id="31"/>
            <p:cNvSpPr txBox="true"/>
            <p:nvPr/>
          </p:nvSpPr>
          <p:spPr>
            <a:xfrm rot="0">
              <a:off x="1127649" y="4612122"/>
              <a:ext cx="15172297" cy="1716519"/>
            </a:xfrm>
            <a:prstGeom prst="rect">
              <a:avLst/>
            </a:prstGeom>
          </p:spPr>
          <p:txBody>
            <a:bodyPr anchor="t" rtlCol="false" tIns="0" lIns="0" bIns="0" rIns="0">
              <a:spAutoFit/>
            </a:bodyPr>
            <a:lstStyle/>
            <a:p>
              <a:pPr algn="ctr">
                <a:lnSpc>
                  <a:spcPts val="10346"/>
                </a:lnSpc>
              </a:pPr>
              <a:r>
                <a:rPr lang="en-US" sz="7390" b="true">
                  <a:solidFill>
                    <a:srgbClr val="FF2A2A"/>
                  </a:solidFill>
                  <a:latin typeface="Poppins Bold"/>
                  <a:ea typeface="Poppins Bold"/>
                  <a:cs typeface="Poppins Bold"/>
                  <a:sym typeface="Poppins Bold"/>
                </a:rPr>
                <a:t> S</a:t>
              </a:r>
              <a:r>
                <a:rPr lang="en-US" b="true" sz="7390">
                  <a:solidFill>
                    <a:srgbClr val="FF2A2A"/>
                  </a:solidFill>
                  <a:latin typeface="Poppins Bold"/>
                  <a:ea typeface="Poppins Bold"/>
                  <a:cs typeface="Poppins Bold"/>
                  <a:sym typeface="Poppins Bold"/>
                </a:rPr>
                <a:t>emua ini bisa diatasi </a:t>
              </a:r>
            </a:p>
          </p:txBody>
        </p:sp>
        <p:sp>
          <p:nvSpPr>
            <p:cNvPr name="TextBox 32" id="32"/>
            <p:cNvSpPr txBox="true"/>
            <p:nvPr/>
          </p:nvSpPr>
          <p:spPr>
            <a:xfrm rot="0">
              <a:off x="0" y="1140074"/>
              <a:ext cx="17427594" cy="3691123"/>
            </a:xfrm>
            <a:prstGeom prst="rect">
              <a:avLst/>
            </a:prstGeom>
          </p:spPr>
          <p:txBody>
            <a:bodyPr anchor="t" rtlCol="false" tIns="0" lIns="0" bIns="0" rIns="0">
              <a:spAutoFit/>
            </a:bodyPr>
            <a:lstStyle/>
            <a:p>
              <a:pPr algn="ctr">
                <a:lnSpc>
                  <a:spcPts val="22323"/>
                </a:lnSpc>
              </a:pPr>
              <a:r>
                <a:rPr lang="en-US" b="true" sz="15945">
                  <a:solidFill>
                    <a:srgbClr val="C90000"/>
                  </a:solidFill>
                  <a:latin typeface="Poppins Bold"/>
                  <a:ea typeface="Poppins Bold"/>
                  <a:cs typeface="Poppins Bold"/>
                  <a:sym typeface="Poppins Bold"/>
                </a:rPr>
                <a:t>TENANG!</a:t>
              </a: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BE3AC"/>
        </a:solidFill>
      </p:bgPr>
    </p:bg>
    <p:spTree>
      <p:nvGrpSpPr>
        <p:cNvPr id="1" name=""/>
        <p:cNvGrpSpPr/>
        <p:nvPr/>
      </p:nvGrpSpPr>
      <p:grpSpPr>
        <a:xfrm>
          <a:off x="0" y="0"/>
          <a:ext cx="0" cy="0"/>
          <a:chOff x="0" y="0"/>
          <a:chExt cx="0" cy="0"/>
        </a:xfrm>
      </p:grpSpPr>
      <p:sp>
        <p:nvSpPr>
          <p:cNvPr name="Freeform 2" id="2"/>
          <p:cNvSpPr/>
          <p:nvPr/>
        </p:nvSpPr>
        <p:spPr>
          <a:xfrm flipH="false" flipV="false" rot="0">
            <a:off x="-243795" y="1910558"/>
            <a:ext cx="18775589" cy="8596947"/>
          </a:xfrm>
          <a:custGeom>
            <a:avLst/>
            <a:gdLst/>
            <a:ahLst/>
            <a:cxnLst/>
            <a:rect r="r" b="b" t="t" l="l"/>
            <a:pathLst>
              <a:path h="8596947" w="18775589">
                <a:moveTo>
                  <a:pt x="0" y="0"/>
                </a:moveTo>
                <a:lnTo>
                  <a:pt x="18775590" y="0"/>
                </a:lnTo>
                <a:lnTo>
                  <a:pt x="18775590" y="8596947"/>
                </a:lnTo>
                <a:lnTo>
                  <a:pt x="0" y="8596947"/>
                </a:lnTo>
                <a:lnTo>
                  <a:pt x="0" y="0"/>
                </a:lnTo>
                <a:close/>
              </a:path>
            </a:pathLst>
          </a:custGeom>
          <a:blipFill>
            <a:blip r:embed="rId2"/>
            <a:stretch>
              <a:fillRect l="-4313" t="-1592" r="-4313" b="-31262"/>
            </a:stretch>
          </a:blipFill>
        </p:spPr>
      </p:sp>
      <p:sp>
        <p:nvSpPr>
          <p:cNvPr name="AutoShape 3" id="3"/>
          <p:cNvSpPr/>
          <p:nvPr/>
        </p:nvSpPr>
        <p:spPr>
          <a:xfrm>
            <a:off x="-243795" y="9516504"/>
            <a:ext cx="19712387" cy="19050"/>
          </a:xfrm>
          <a:prstGeom prst="line">
            <a:avLst/>
          </a:prstGeom>
          <a:ln cap="flat" w="38100">
            <a:solidFill>
              <a:srgbClr val="000000"/>
            </a:solidFill>
            <a:prstDash val="sysDash"/>
            <a:headEnd type="none" len="sm" w="sm"/>
            <a:tailEnd type="none" len="sm" w="sm"/>
          </a:ln>
        </p:spPr>
      </p:sp>
      <p:grpSp>
        <p:nvGrpSpPr>
          <p:cNvPr name="Group 4" id="4"/>
          <p:cNvGrpSpPr/>
          <p:nvPr/>
        </p:nvGrpSpPr>
        <p:grpSpPr>
          <a:xfrm rot="0">
            <a:off x="0" y="0"/>
            <a:ext cx="18569836" cy="1961647"/>
            <a:chOff x="0" y="0"/>
            <a:chExt cx="4890821" cy="516648"/>
          </a:xfrm>
        </p:grpSpPr>
        <p:sp>
          <p:nvSpPr>
            <p:cNvPr name="Freeform 5" id="5"/>
            <p:cNvSpPr/>
            <p:nvPr/>
          </p:nvSpPr>
          <p:spPr>
            <a:xfrm flipH="false" flipV="false" rot="0">
              <a:off x="0" y="0"/>
              <a:ext cx="4890821" cy="516648"/>
            </a:xfrm>
            <a:custGeom>
              <a:avLst/>
              <a:gdLst/>
              <a:ahLst/>
              <a:cxnLst/>
              <a:rect r="r" b="b" t="t" l="l"/>
              <a:pathLst>
                <a:path h="516648" w="4890821">
                  <a:moveTo>
                    <a:pt x="0" y="0"/>
                  </a:moveTo>
                  <a:lnTo>
                    <a:pt x="4890821" y="0"/>
                  </a:lnTo>
                  <a:lnTo>
                    <a:pt x="4890821" y="516648"/>
                  </a:lnTo>
                  <a:lnTo>
                    <a:pt x="0" y="516648"/>
                  </a:lnTo>
                  <a:close/>
                </a:path>
              </a:pathLst>
            </a:custGeom>
            <a:gradFill rotWithShape="true">
              <a:gsLst>
                <a:gs pos="0">
                  <a:srgbClr val="3E701D">
                    <a:alpha val="100000"/>
                  </a:srgbClr>
                </a:gs>
                <a:gs pos="50000">
                  <a:srgbClr val="669435">
                    <a:alpha val="100000"/>
                  </a:srgbClr>
                </a:gs>
                <a:gs pos="100000">
                  <a:srgbClr val="8BC24B">
                    <a:alpha val="100000"/>
                  </a:srgbClr>
                </a:gs>
              </a:gsLst>
              <a:lin ang="0"/>
            </a:gradFill>
            <a:ln cap="sq">
              <a:noFill/>
              <a:prstDash val="solid"/>
              <a:miter/>
            </a:ln>
          </p:spPr>
        </p:sp>
        <p:sp>
          <p:nvSpPr>
            <p:cNvPr name="TextBox 6" id="6"/>
            <p:cNvSpPr txBox="true"/>
            <p:nvPr/>
          </p:nvSpPr>
          <p:spPr>
            <a:xfrm>
              <a:off x="0" y="-28575"/>
              <a:ext cx="4890821" cy="545223"/>
            </a:xfrm>
            <a:prstGeom prst="rect">
              <a:avLst/>
            </a:prstGeom>
          </p:spPr>
          <p:txBody>
            <a:bodyPr anchor="ctr" rtlCol="false" tIns="50800" lIns="50800" bIns="50800" rIns="50800"/>
            <a:lstStyle/>
            <a:p>
              <a:pPr algn="ctr">
                <a:lnSpc>
                  <a:spcPts val="2380"/>
                </a:lnSpc>
              </a:pPr>
            </a:p>
          </p:txBody>
        </p:sp>
      </p:grpSp>
      <p:grpSp>
        <p:nvGrpSpPr>
          <p:cNvPr name="Group 7" id="7"/>
          <p:cNvGrpSpPr/>
          <p:nvPr/>
        </p:nvGrpSpPr>
        <p:grpSpPr>
          <a:xfrm rot="0">
            <a:off x="0" y="1910558"/>
            <a:ext cx="19193257" cy="8376442"/>
            <a:chOff x="0" y="0"/>
            <a:chExt cx="5055014" cy="2206141"/>
          </a:xfrm>
        </p:grpSpPr>
        <p:sp>
          <p:nvSpPr>
            <p:cNvPr name="Freeform 8" id="8"/>
            <p:cNvSpPr/>
            <p:nvPr/>
          </p:nvSpPr>
          <p:spPr>
            <a:xfrm flipH="false" flipV="false" rot="0">
              <a:off x="0" y="0"/>
              <a:ext cx="5055014" cy="2206141"/>
            </a:xfrm>
            <a:custGeom>
              <a:avLst/>
              <a:gdLst/>
              <a:ahLst/>
              <a:cxnLst/>
              <a:rect r="r" b="b" t="t" l="l"/>
              <a:pathLst>
                <a:path h="2206141" w="5055014">
                  <a:moveTo>
                    <a:pt x="0" y="0"/>
                  </a:moveTo>
                  <a:lnTo>
                    <a:pt x="5055014" y="0"/>
                  </a:lnTo>
                  <a:lnTo>
                    <a:pt x="5055014" y="2206141"/>
                  </a:lnTo>
                  <a:lnTo>
                    <a:pt x="0" y="2206141"/>
                  </a:lnTo>
                  <a:close/>
                </a:path>
              </a:pathLst>
            </a:custGeom>
            <a:solidFill>
              <a:srgbClr val="FFFFFF">
                <a:alpha val="88627"/>
              </a:srgbClr>
            </a:solidFill>
          </p:spPr>
        </p:sp>
        <p:sp>
          <p:nvSpPr>
            <p:cNvPr name="TextBox 9" id="9"/>
            <p:cNvSpPr txBox="true"/>
            <p:nvPr/>
          </p:nvSpPr>
          <p:spPr>
            <a:xfrm>
              <a:off x="0" y="-28575"/>
              <a:ext cx="5055014" cy="2234716"/>
            </a:xfrm>
            <a:prstGeom prst="rect">
              <a:avLst/>
            </a:prstGeom>
          </p:spPr>
          <p:txBody>
            <a:bodyPr anchor="ctr" rtlCol="false" tIns="50800" lIns="50800" bIns="50800" rIns="50800"/>
            <a:lstStyle/>
            <a:p>
              <a:pPr algn="ctr">
                <a:lnSpc>
                  <a:spcPts val="2380"/>
                </a:lnSpc>
              </a:pPr>
            </a:p>
          </p:txBody>
        </p:sp>
      </p:grpSp>
      <p:grpSp>
        <p:nvGrpSpPr>
          <p:cNvPr name="Group 10" id="10"/>
          <p:cNvGrpSpPr/>
          <p:nvPr/>
        </p:nvGrpSpPr>
        <p:grpSpPr>
          <a:xfrm rot="0">
            <a:off x="240438" y="9601920"/>
            <a:ext cx="16877922" cy="600132"/>
            <a:chOff x="0" y="0"/>
            <a:chExt cx="22503897" cy="800176"/>
          </a:xfrm>
        </p:grpSpPr>
        <p:grpSp>
          <p:nvGrpSpPr>
            <p:cNvPr name="Group 11" id="11"/>
            <p:cNvGrpSpPr/>
            <p:nvPr/>
          </p:nvGrpSpPr>
          <p:grpSpPr>
            <a:xfrm rot="0">
              <a:off x="0" y="6193"/>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5" id="15"/>
            <p:cNvGrpSpPr/>
            <p:nvPr/>
          </p:nvGrpSpPr>
          <p:grpSpPr>
            <a:xfrm rot="0">
              <a:off x="4707376"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9" id="19"/>
            <p:cNvGrpSpPr/>
            <p:nvPr/>
          </p:nvGrpSpPr>
          <p:grpSpPr>
            <a:xfrm rot="0">
              <a:off x="8838517" y="0"/>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23" id="23"/>
            <p:cNvGrpSpPr/>
            <p:nvPr/>
          </p:nvGrpSpPr>
          <p:grpSpPr>
            <a:xfrm rot="0">
              <a:off x="13154013" y="6193"/>
              <a:ext cx="5347837" cy="793983"/>
              <a:chOff x="0" y="0"/>
              <a:chExt cx="1056363" cy="156836"/>
            </a:xfrm>
          </p:grpSpPr>
          <p:sp>
            <p:nvSpPr>
              <p:cNvPr name="Freeform 24" id="2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5" id="2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7" id="27"/>
            <p:cNvGrpSpPr/>
            <p:nvPr/>
          </p:nvGrpSpPr>
          <p:grpSpPr>
            <a:xfrm rot="0">
              <a:off x="16106266" y="0"/>
              <a:ext cx="6397630" cy="793983"/>
              <a:chOff x="0" y="0"/>
              <a:chExt cx="1263729" cy="156836"/>
            </a:xfrm>
          </p:grpSpPr>
          <p:sp>
            <p:nvSpPr>
              <p:cNvPr name="Freeform 28" id="28"/>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9" id="29"/>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0" id="30"/>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31" id="31"/>
          <p:cNvGrpSpPr/>
          <p:nvPr/>
        </p:nvGrpSpPr>
        <p:grpSpPr>
          <a:xfrm rot="0">
            <a:off x="16443867" y="9362871"/>
            <a:ext cx="996408" cy="1848257"/>
            <a:chOff x="0" y="0"/>
            <a:chExt cx="438186" cy="812800"/>
          </a:xfrm>
        </p:grpSpPr>
        <p:sp>
          <p:nvSpPr>
            <p:cNvPr name="Freeform 32" id="32"/>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3" id="33"/>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5400000">
            <a:off x="2916446" y="-3969355"/>
            <a:ext cx="2507456" cy="11029754"/>
            <a:chOff x="0" y="0"/>
            <a:chExt cx="660400" cy="2904956"/>
          </a:xfrm>
        </p:grpSpPr>
        <p:sp>
          <p:nvSpPr>
            <p:cNvPr name="Freeform 35" id="35"/>
            <p:cNvSpPr/>
            <p:nvPr/>
          </p:nvSpPr>
          <p:spPr>
            <a:xfrm flipH="false" flipV="false" rot="0">
              <a:off x="0" y="0"/>
              <a:ext cx="660400" cy="2904956"/>
            </a:xfrm>
            <a:custGeom>
              <a:avLst/>
              <a:gdLst/>
              <a:ahLst/>
              <a:cxnLst/>
              <a:rect r="r" b="b" t="t" l="l"/>
              <a:pathLst>
                <a:path h="290495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975"/>
                  </a:cubicBezTo>
                  <a:lnTo>
                    <a:pt x="660400" y="2904956"/>
                  </a:lnTo>
                  <a:lnTo>
                    <a:pt x="0" y="2904956"/>
                  </a:lnTo>
                  <a:lnTo>
                    <a:pt x="0" y="376852"/>
                  </a:lnTo>
                  <a:cubicBezTo>
                    <a:pt x="1782" y="185660"/>
                    <a:pt x="93019" y="64045"/>
                    <a:pt x="220252" y="19070"/>
                  </a:cubicBezTo>
                  <a:close/>
                </a:path>
              </a:pathLst>
            </a:custGeom>
            <a:solidFill>
              <a:srgbClr val="CD0606"/>
            </a:solidFill>
            <a:ln w="66675" cap="sq">
              <a:solidFill>
                <a:srgbClr val="FFFFFF"/>
              </a:solidFill>
              <a:prstDash val="solid"/>
              <a:miter/>
            </a:ln>
          </p:spPr>
        </p:sp>
        <p:sp>
          <p:nvSpPr>
            <p:cNvPr name="TextBox 36" id="36"/>
            <p:cNvSpPr txBox="true"/>
            <p:nvPr/>
          </p:nvSpPr>
          <p:spPr>
            <a:xfrm>
              <a:off x="0" y="98425"/>
              <a:ext cx="660400" cy="2806531"/>
            </a:xfrm>
            <a:prstGeom prst="rect">
              <a:avLst/>
            </a:prstGeom>
          </p:spPr>
          <p:txBody>
            <a:bodyPr anchor="ctr" rtlCol="false" tIns="50800" lIns="50800" bIns="50800" rIns="50800"/>
            <a:lstStyle/>
            <a:p>
              <a:pPr algn="ctr">
                <a:lnSpc>
                  <a:spcPts val="2380"/>
                </a:lnSpc>
              </a:pPr>
            </a:p>
          </p:txBody>
        </p:sp>
      </p:grpSp>
      <p:grpSp>
        <p:nvGrpSpPr>
          <p:cNvPr name="Group 37" id="37"/>
          <p:cNvGrpSpPr/>
          <p:nvPr/>
        </p:nvGrpSpPr>
        <p:grpSpPr>
          <a:xfrm rot="0">
            <a:off x="9928132" y="367623"/>
            <a:ext cx="10518768" cy="782054"/>
            <a:chOff x="0" y="0"/>
            <a:chExt cx="4462095" cy="331750"/>
          </a:xfrm>
        </p:grpSpPr>
        <p:sp>
          <p:nvSpPr>
            <p:cNvPr name="Freeform 38" id="38"/>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39" id="39"/>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40" id="40"/>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41" id="41"/>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42" id="42"/>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43" id="43"/>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44" id="44"/>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45" id="45"/>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46" id="46"/>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grpSp>
        <p:nvGrpSpPr>
          <p:cNvPr name="Group 47" id="47"/>
          <p:cNvGrpSpPr/>
          <p:nvPr/>
        </p:nvGrpSpPr>
        <p:grpSpPr>
          <a:xfrm rot="0">
            <a:off x="1377078" y="2895097"/>
            <a:ext cx="15564993" cy="1226232"/>
            <a:chOff x="0" y="0"/>
            <a:chExt cx="4099422" cy="322958"/>
          </a:xfrm>
        </p:grpSpPr>
        <p:sp>
          <p:nvSpPr>
            <p:cNvPr name="Freeform 48" id="48"/>
            <p:cNvSpPr/>
            <p:nvPr/>
          </p:nvSpPr>
          <p:spPr>
            <a:xfrm flipH="false" flipV="false" rot="0">
              <a:off x="0" y="0"/>
              <a:ext cx="4099422" cy="322958"/>
            </a:xfrm>
            <a:custGeom>
              <a:avLst/>
              <a:gdLst/>
              <a:ahLst/>
              <a:cxnLst/>
              <a:rect r="r" b="b" t="t" l="l"/>
              <a:pathLst>
                <a:path h="322958" w="4099422">
                  <a:moveTo>
                    <a:pt x="0" y="0"/>
                  </a:moveTo>
                  <a:lnTo>
                    <a:pt x="4099422" y="0"/>
                  </a:lnTo>
                  <a:lnTo>
                    <a:pt x="4099422" y="322958"/>
                  </a:lnTo>
                  <a:lnTo>
                    <a:pt x="0" y="322958"/>
                  </a:lnTo>
                  <a:close/>
                </a:path>
              </a:pathLst>
            </a:custGeom>
            <a:solidFill>
              <a:srgbClr val="FFF4C7"/>
            </a:solidFill>
          </p:spPr>
        </p:sp>
        <p:sp>
          <p:nvSpPr>
            <p:cNvPr name="TextBox 49" id="49"/>
            <p:cNvSpPr txBox="true"/>
            <p:nvPr/>
          </p:nvSpPr>
          <p:spPr>
            <a:xfrm>
              <a:off x="0" y="-28575"/>
              <a:ext cx="4099422" cy="351533"/>
            </a:xfrm>
            <a:prstGeom prst="rect">
              <a:avLst/>
            </a:prstGeom>
          </p:spPr>
          <p:txBody>
            <a:bodyPr anchor="ctr" rtlCol="false" tIns="50800" lIns="50800" bIns="50800" rIns="50800"/>
            <a:lstStyle/>
            <a:p>
              <a:pPr algn="ctr">
                <a:lnSpc>
                  <a:spcPts val="2380"/>
                </a:lnSpc>
              </a:pPr>
            </a:p>
          </p:txBody>
        </p:sp>
      </p:grpSp>
      <p:sp>
        <p:nvSpPr>
          <p:cNvPr name="TextBox 50" id="50"/>
          <p:cNvSpPr txBox="true"/>
          <p:nvPr/>
        </p:nvSpPr>
        <p:spPr>
          <a:xfrm rot="0">
            <a:off x="-1746279" y="5581310"/>
            <a:ext cx="8310264" cy="263300"/>
          </a:xfrm>
          <a:prstGeom prst="rect">
            <a:avLst/>
          </a:prstGeom>
        </p:spPr>
        <p:txBody>
          <a:bodyPr anchor="t" rtlCol="false" tIns="0" lIns="0" bIns="0" rIns="0">
            <a:spAutoFit/>
          </a:bodyPr>
          <a:lstStyle/>
          <a:p>
            <a:pPr algn="l">
              <a:lnSpc>
                <a:spcPts val="1841"/>
              </a:lnSpc>
            </a:pPr>
            <a:r>
              <a:rPr lang="en-US" sz="1674" b="true">
                <a:solidFill>
                  <a:srgbClr val="457A00"/>
                </a:solidFill>
                <a:latin typeface="Poppins Bold"/>
                <a:ea typeface="Poppins Bold"/>
                <a:cs typeface="Poppins Bold"/>
                <a:sym typeface="Poppins Bold"/>
              </a:rPr>
              <a:t>Darah</a:t>
            </a:r>
          </a:p>
        </p:txBody>
      </p:sp>
      <p:grpSp>
        <p:nvGrpSpPr>
          <p:cNvPr name="Group 51" id="51"/>
          <p:cNvGrpSpPr/>
          <p:nvPr/>
        </p:nvGrpSpPr>
        <p:grpSpPr>
          <a:xfrm rot="0">
            <a:off x="635674" y="4330879"/>
            <a:ext cx="6174757" cy="5118950"/>
            <a:chOff x="0" y="0"/>
            <a:chExt cx="1869492" cy="1549832"/>
          </a:xfrm>
        </p:grpSpPr>
        <p:sp>
          <p:nvSpPr>
            <p:cNvPr name="Freeform 52" id="52"/>
            <p:cNvSpPr/>
            <p:nvPr/>
          </p:nvSpPr>
          <p:spPr>
            <a:xfrm flipH="false" flipV="false" rot="0">
              <a:off x="0" y="0"/>
              <a:ext cx="1869492" cy="1549832"/>
            </a:xfrm>
            <a:custGeom>
              <a:avLst/>
              <a:gdLst/>
              <a:ahLst/>
              <a:cxnLst/>
              <a:rect r="r" b="b" t="t" l="l"/>
              <a:pathLst>
                <a:path h="1549832" w="1869492">
                  <a:moveTo>
                    <a:pt x="31345" y="0"/>
                  </a:moveTo>
                  <a:lnTo>
                    <a:pt x="1838147" y="0"/>
                  </a:lnTo>
                  <a:cubicBezTo>
                    <a:pt x="1855458" y="0"/>
                    <a:pt x="1869492" y="14034"/>
                    <a:pt x="1869492" y="31345"/>
                  </a:cubicBezTo>
                  <a:lnTo>
                    <a:pt x="1869492" y="1518487"/>
                  </a:lnTo>
                  <a:cubicBezTo>
                    <a:pt x="1869492" y="1526800"/>
                    <a:pt x="1866190" y="1534773"/>
                    <a:pt x="1860311" y="1540651"/>
                  </a:cubicBezTo>
                  <a:cubicBezTo>
                    <a:pt x="1854433" y="1546530"/>
                    <a:pt x="1846460" y="1549832"/>
                    <a:pt x="1838147" y="1549832"/>
                  </a:cubicBezTo>
                  <a:lnTo>
                    <a:pt x="31345" y="1549832"/>
                  </a:lnTo>
                  <a:cubicBezTo>
                    <a:pt x="23032" y="1549832"/>
                    <a:pt x="15059" y="1546530"/>
                    <a:pt x="9181" y="1540651"/>
                  </a:cubicBezTo>
                  <a:cubicBezTo>
                    <a:pt x="3302" y="1534773"/>
                    <a:pt x="0" y="1526800"/>
                    <a:pt x="0" y="1518487"/>
                  </a:cubicBezTo>
                  <a:lnTo>
                    <a:pt x="0" y="31345"/>
                  </a:lnTo>
                  <a:cubicBezTo>
                    <a:pt x="0" y="23032"/>
                    <a:pt x="3302" y="15059"/>
                    <a:pt x="9181" y="9181"/>
                  </a:cubicBezTo>
                  <a:cubicBezTo>
                    <a:pt x="15059" y="3302"/>
                    <a:pt x="23032" y="0"/>
                    <a:pt x="31345" y="0"/>
                  </a:cubicBezTo>
                  <a:close/>
                </a:path>
              </a:pathLst>
            </a:custGeom>
            <a:solidFill>
              <a:srgbClr val="FFFFFF"/>
            </a:solidFill>
            <a:ln w="38100" cap="rnd">
              <a:solidFill>
                <a:srgbClr val="000000"/>
              </a:solidFill>
              <a:prstDash val="dash"/>
              <a:round/>
            </a:ln>
          </p:spPr>
        </p:sp>
        <p:sp>
          <p:nvSpPr>
            <p:cNvPr name="TextBox 53" id="53"/>
            <p:cNvSpPr txBox="true"/>
            <p:nvPr/>
          </p:nvSpPr>
          <p:spPr>
            <a:xfrm>
              <a:off x="0" y="-28575"/>
              <a:ext cx="1869492" cy="1578407"/>
            </a:xfrm>
            <a:prstGeom prst="rect">
              <a:avLst/>
            </a:prstGeom>
          </p:spPr>
          <p:txBody>
            <a:bodyPr anchor="ctr" rtlCol="false" tIns="44191" lIns="44191" bIns="44191" rIns="44191"/>
            <a:lstStyle/>
            <a:p>
              <a:pPr algn="ctr">
                <a:lnSpc>
                  <a:spcPts val="2380"/>
                </a:lnSpc>
              </a:pPr>
            </a:p>
          </p:txBody>
        </p:sp>
      </p:grpSp>
      <p:sp>
        <p:nvSpPr>
          <p:cNvPr name="Freeform 54" id="54"/>
          <p:cNvSpPr/>
          <p:nvPr/>
        </p:nvSpPr>
        <p:spPr>
          <a:xfrm flipH="false" flipV="false" rot="0">
            <a:off x="983256" y="5070922"/>
            <a:ext cx="5185765" cy="3457177"/>
          </a:xfrm>
          <a:custGeom>
            <a:avLst/>
            <a:gdLst/>
            <a:ahLst/>
            <a:cxnLst/>
            <a:rect r="r" b="b" t="t" l="l"/>
            <a:pathLst>
              <a:path h="3457177" w="5185765">
                <a:moveTo>
                  <a:pt x="0" y="0"/>
                </a:moveTo>
                <a:lnTo>
                  <a:pt x="5185765" y="0"/>
                </a:lnTo>
                <a:lnTo>
                  <a:pt x="5185765" y="3457177"/>
                </a:lnTo>
                <a:lnTo>
                  <a:pt x="0" y="3457177"/>
                </a:lnTo>
                <a:lnTo>
                  <a:pt x="0" y="0"/>
                </a:lnTo>
                <a:close/>
              </a:path>
            </a:pathLst>
          </a:custGeom>
          <a:blipFill>
            <a:blip r:embed="rId10"/>
            <a:stretch>
              <a:fillRect l="0" t="0" r="0" b="0"/>
            </a:stretch>
          </a:blipFill>
          <a:ln cap="sq">
            <a:noFill/>
            <a:prstDash val="solid"/>
            <a:miter/>
          </a:ln>
        </p:spPr>
      </p:sp>
      <p:grpSp>
        <p:nvGrpSpPr>
          <p:cNvPr name="Group 55" id="55"/>
          <p:cNvGrpSpPr/>
          <p:nvPr/>
        </p:nvGrpSpPr>
        <p:grpSpPr>
          <a:xfrm rot="0">
            <a:off x="7402636" y="6514293"/>
            <a:ext cx="1276762" cy="1276762"/>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D0606"/>
            </a:solidFill>
          </p:spPr>
        </p:sp>
        <p:sp>
          <p:nvSpPr>
            <p:cNvPr name="TextBox 57" id="57"/>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sp>
        <p:nvSpPr>
          <p:cNvPr name="Freeform 58" id="58"/>
          <p:cNvSpPr/>
          <p:nvPr/>
        </p:nvSpPr>
        <p:spPr>
          <a:xfrm flipH="false" flipV="false" rot="0">
            <a:off x="8852245" y="5651269"/>
            <a:ext cx="3669269" cy="3192214"/>
          </a:xfrm>
          <a:custGeom>
            <a:avLst/>
            <a:gdLst/>
            <a:ahLst/>
            <a:cxnLst/>
            <a:rect r="r" b="b" t="t" l="l"/>
            <a:pathLst>
              <a:path h="3192214" w="3669269">
                <a:moveTo>
                  <a:pt x="0" y="0"/>
                </a:moveTo>
                <a:lnTo>
                  <a:pt x="3669270" y="0"/>
                </a:lnTo>
                <a:lnTo>
                  <a:pt x="3669270" y="3192213"/>
                </a:lnTo>
                <a:lnTo>
                  <a:pt x="0" y="3192213"/>
                </a:lnTo>
                <a:lnTo>
                  <a:pt x="0" y="0"/>
                </a:lnTo>
                <a:close/>
              </a:path>
            </a:pathLst>
          </a:custGeom>
          <a:blipFill>
            <a:blip r:embed="rId11"/>
            <a:stretch>
              <a:fillRect l="0" t="0" r="0" b="0"/>
            </a:stretch>
          </a:blipFill>
          <a:ln cap="sq">
            <a:noFill/>
            <a:prstDash val="solid"/>
            <a:miter/>
          </a:ln>
        </p:spPr>
      </p:sp>
      <p:sp>
        <p:nvSpPr>
          <p:cNvPr name="TextBox 59" id="59"/>
          <p:cNvSpPr txBox="true"/>
          <p:nvPr/>
        </p:nvSpPr>
        <p:spPr>
          <a:xfrm rot="0">
            <a:off x="16778286" y="9421254"/>
            <a:ext cx="327571"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9</a:t>
            </a:r>
          </a:p>
        </p:txBody>
      </p:sp>
      <p:sp>
        <p:nvSpPr>
          <p:cNvPr name="TextBox 60" id="60"/>
          <p:cNvSpPr txBox="true"/>
          <p:nvPr/>
        </p:nvSpPr>
        <p:spPr>
          <a:xfrm rot="0">
            <a:off x="7308512" y="8991660"/>
            <a:ext cx="12160081" cy="458169"/>
          </a:xfrm>
          <a:prstGeom prst="rect">
            <a:avLst/>
          </a:prstGeom>
        </p:spPr>
        <p:txBody>
          <a:bodyPr anchor="t" rtlCol="false" tIns="0" lIns="0" bIns="0" rIns="0">
            <a:spAutoFit/>
          </a:bodyPr>
          <a:lstStyle/>
          <a:p>
            <a:pPr algn="ctr">
              <a:lnSpc>
                <a:spcPts val="3621"/>
              </a:lnSpc>
              <a:spcBef>
                <a:spcPct val="0"/>
              </a:spcBef>
            </a:pPr>
            <a:r>
              <a:rPr lang="en-US" sz="2586" spc="-90">
                <a:solidFill>
                  <a:srgbClr val="000000"/>
                </a:solidFill>
                <a:latin typeface="Poppins"/>
                <a:ea typeface="Poppins"/>
                <a:cs typeface="Poppins"/>
                <a:sym typeface="Poppins"/>
              </a:rPr>
              <a:t>(Basilicata </a:t>
            </a:r>
            <a:r>
              <a:rPr lang="en-US" sz="2586" i="true" spc="-90">
                <a:solidFill>
                  <a:srgbClr val="000000"/>
                </a:solidFill>
                <a:latin typeface="Poppins Italics"/>
                <a:ea typeface="Poppins Italics"/>
                <a:cs typeface="Poppins Italics"/>
                <a:sym typeface="Poppins Italics"/>
              </a:rPr>
              <a:t>et al</a:t>
            </a:r>
            <a:r>
              <a:rPr lang="en-US" sz="2586" spc="-90">
                <a:solidFill>
                  <a:srgbClr val="000000"/>
                </a:solidFill>
                <a:latin typeface="Poppins"/>
                <a:ea typeface="Poppins"/>
                <a:cs typeface="Poppins"/>
                <a:sym typeface="Poppins"/>
              </a:rPr>
              <a:t>., 2023; Cenzato </a:t>
            </a:r>
            <a:r>
              <a:rPr lang="en-US" sz="2586" i="true" spc="-90">
                <a:solidFill>
                  <a:srgbClr val="000000"/>
                </a:solidFill>
                <a:latin typeface="Poppins Italics"/>
                <a:ea typeface="Poppins Italics"/>
                <a:cs typeface="Poppins Italics"/>
                <a:sym typeface="Poppins Italics"/>
              </a:rPr>
              <a:t>et al.</a:t>
            </a:r>
            <a:r>
              <a:rPr lang="en-US" sz="2586" spc="-90">
                <a:solidFill>
                  <a:srgbClr val="000000"/>
                </a:solidFill>
                <a:latin typeface="Poppins"/>
                <a:ea typeface="Poppins"/>
                <a:cs typeface="Poppins"/>
                <a:sym typeface="Poppins"/>
              </a:rPr>
              <a:t>, 2023 Calixto </a:t>
            </a:r>
            <a:r>
              <a:rPr lang="en-US" sz="2586" i="true" spc="-90">
                <a:solidFill>
                  <a:srgbClr val="000000"/>
                </a:solidFill>
                <a:latin typeface="Poppins Italics"/>
                <a:ea typeface="Poppins Italics"/>
                <a:cs typeface="Poppins Italics"/>
                <a:sym typeface="Poppins Italics"/>
              </a:rPr>
              <a:t>et</a:t>
            </a:r>
            <a:r>
              <a:rPr lang="en-US" sz="2586" spc="-90">
                <a:solidFill>
                  <a:srgbClr val="000000"/>
                </a:solidFill>
                <a:latin typeface="Poppins"/>
                <a:ea typeface="Poppins"/>
                <a:cs typeface="Poppins"/>
                <a:sym typeface="Poppins"/>
              </a:rPr>
              <a:t> </a:t>
            </a:r>
            <a:r>
              <a:rPr lang="en-US" sz="2586" i="true" spc="-90">
                <a:solidFill>
                  <a:srgbClr val="000000"/>
                </a:solidFill>
                <a:latin typeface="Poppins Italics"/>
                <a:ea typeface="Poppins Italics"/>
                <a:cs typeface="Poppins Italics"/>
                <a:sym typeface="Poppins Italics"/>
              </a:rPr>
              <a:t>al</a:t>
            </a:r>
            <a:r>
              <a:rPr lang="en-US" sz="2586" spc="-90">
                <a:solidFill>
                  <a:srgbClr val="000000"/>
                </a:solidFill>
                <a:latin typeface="Poppins"/>
                <a:ea typeface="Poppins"/>
                <a:cs typeface="Poppins"/>
                <a:sym typeface="Poppins"/>
              </a:rPr>
              <a:t>., 2025)</a:t>
            </a:r>
          </a:p>
        </p:txBody>
      </p:sp>
      <p:sp>
        <p:nvSpPr>
          <p:cNvPr name="TextBox 61" id="61"/>
          <p:cNvSpPr txBox="true"/>
          <p:nvPr/>
        </p:nvSpPr>
        <p:spPr>
          <a:xfrm rot="0">
            <a:off x="635674" y="465120"/>
            <a:ext cx="8256218" cy="2151279"/>
          </a:xfrm>
          <a:prstGeom prst="rect">
            <a:avLst/>
          </a:prstGeom>
        </p:spPr>
        <p:txBody>
          <a:bodyPr anchor="t" rtlCol="false" tIns="0" lIns="0" bIns="0" rIns="0">
            <a:spAutoFit/>
          </a:bodyPr>
          <a:lstStyle/>
          <a:p>
            <a:pPr algn="l">
              <a:lnSpc>
                <a:spcPts val="8110"/>
              </a:lnSpc>
            </a:pPr>
            <a:r>
              <a:rPr lang="en-US" sz="7372" b="true">
                <a:solidFill>
                  <a:srgbClr val="FFFFFC"/>
                </a:solidFill>
                <a:latin typeface="Poppins Bold"/>
                <a:ea typeface="Poppins Bold"/>
                <a:cs typeface="Poppins Bold"/>
                <a:sym typeface="Poppins Bold"/>
              </a:rPr>
              <a:t>Potensi deteksi dini: </a:t>
            </a:r>
            <a:r>
              <a:rPr lang="en-US" sz="7372" b="true">
                <a:solidFill>
                  <a:srgbClr val="FFD21F"/>
                </a:solidFill>
                <a:latin typeface="Poppins Bold"/>
                <a:ea typeface="Poppins Bold"/>
                <a:cs typeface="Poppins Bold"/>
                <a:sym typeface="Poppins Bold"/>
              </a:rPr>
              <a:t>Saliva</a:t>
            </a:r>
          </a:p>
        </p:txBody>
      </p:sp>
      <p:sp>
        <p:nvSpPr>
          <p:cNvPr name="TextBox 62" id="62"/>
          <p:cNvSpPr txBox="true"/>
          <p:nvPr/>
        </p:nvSpPr>
        <p:spPr>
          <a:xfrm rot="0">
            <a:off x="1631297" y="3004635"/>
            <a:ext cx="15168346" cy="996533"/>
          </a:xfrm>
          <a:prstGeom prst="rect">
            <a:avLst/>
          </a:prstGeom>
        </p:spPr>
        <p:txBody>
          <a:bodyPr anchor="t" rtlCol="false" tIns="0" lIns="0" bIns="0" rIns="0">
            <a:spAutoFit/>
          </a:bodyPr>
          <a:lstStyle/>
          <a:p>
            <a:pPr algn="ctr">
              <a:lnSpc>
                <a:spcPts val="3813"/>
              </a:lnSpc>
            </a:pPr>
            <a:r>
              <a:rPr lang="en-US" b="true" sz="3467">
                <a:solidFill>
                  <a:srgbClr val="457A00"/>
                </a:solidFill>
                <a:latin typeface="Poppins Bold"/>
                <a:ea typeface="Poppins Bold"/>
                <a:cs typeface="Poppins Bold"/>
                <a:sym typeface="Poppins Bold"/>
              </a:rPr>
              <a:t>S</a:t>
            </a:r>
            <a:r>
              <a:rPr lang="en-US" b="true" sz="3467">
                <a:solidFill>
                  <a:srgbClr val="457A00"/>
                </a:solidFill>
                <a:latin typeface="Poppins Bold"/>
                <a:ea typeface="Poppins Bold"/>
                <a:cs typeface="Poppins Bold"/>
                <a:sym typeface="Poppins Bold"/>
              </a:rPr>
              <a:t>aliva merupakan biofluida yang membawa informasi molekuler dari sirkulasi sistemik melalui jaringan kelenjar s</a:t>
            </a:r>
            <a:r>
              <a:rPr lang="en-US" b="true" sz="3467">
                <a:solidFill>
                  <a:srgbClr val="457A00"/>
                </a:solidFill>
                <a:latin typeface="Poppins Bold"/>
                <a:ea typeface="Poppins Bold"/>
                <a:cs typeface="Poppins Bold"/>
                <a:sym typeface="Poppins Bold"/>
              </a:rPr>
              <a:t>aliva</a:t>
            </a:r>
          </a:p>
        </p:txBody>
      </p:sp>
      <p:sp>
        <p:nvSpPr>
          <p:cNvPr name="TextBox 63" id="63"/>
          <p:cNvSpPr txBox="true"/>
          <p:nvPr/>
        </p:nvSpPr>
        <p:spPr>
          <a:xfrm rot="0">
            <a:off x="1848667" y="4673732"/>
            <a:ext cx="1084763" cy="294330"/>
          </a:xfrm>
          <a:prstGeom prst="rect">
            <a:avLst/>
          </a:prstGeom>
        </p:spPr>
        <p:txBody>
          <a:bodyPr anchor="t" rtlCol="false" tIns="0" lIns="0" bIns="0" rIns="0">
            <a:spAutoFit/>
          </a:bodyPr>
          <a:lstStyle/>
          <a:p>
            <a:pPr algn="l">
              <a:lnSpc>
                <a:spcPts val="2135"/>
              </a:lnSpc>
            </a:pPr>
            <a:r>
              <a:rPr lang="en-US" b="true" sz="1941">
                <a:solidFill>
                  <a:srgbClr val="CD0606"/>
                </a:solidFill>
                <a:latin typeface="Poppins Bold"/>
                <a:ea typeface="Poppins Bold"/>
                <a:cs typeface="Poppins Bold"/>
                <a:sym typeface="Poppins Bold"/>
              </a:rPr>
              <a:t>darah</a:t>
            </a:r>
          </a:p>
        </p:txBody>
      </p:sp>
      <p:sp>
        <p:nvSpPr>
          <p:cNvPr name="TextBox 64" id="64"/>
          <p:cNvSpPr txBox="true"/>
          <p:nvPr/>
        </p:nvSpPr>
        <p:spPr>
          <a:xfrm rot="0">
            <a:off x="3723052" y="4911394"/>
            <a:ext cx="861266" cy="433550"/>
          </a:xfrm>
          <a:prstGeom prst="rect">
            <a:avLst/>
          </a:prstGeom>
        </p:spPr>
        <p:txBody>
          <a:bodyPr anchor="t" rtlCol="false" tIns="0" lIns="0" bIns="0" rIns="0">
            <a:spAutoFit/>
          </a:bodyPr>
          <a:lstStyle/>
          <a:p>
            <a:pPr algn="l">
              <a:lnSpc>
                <a:spcPts val="1695"/>
              </a:lnSpc>
            </a:pPr>
            <a:r>
              <a:rPr lang="en-US" sz="1541" b="true">
                <a:solidFill>
                  <a:srgbClr val="CD0606"/>
                </a:solidFill>
                <a:latin typeface="Poppins Bold"/>
                <a:ea typeface="Poppins Bold"/>
                <a:cs typeface="Poppins Bold"/>
                <a:sym typeface="Poppins Bold"/>
              </a:rPr>
              <a:t>Kelenjar</a:t>
            </a:r>
          </a:p>
          <a:p>
            <a:pPr algn="ctr">
              <a:lnSpc>
                <a:spcPts val="1695"/>
              </a:lnSpc>
            </a:pPr>
            <a:r>
              <a:rPr lang="en-US" b="true" sz="1541">
                <a:solidFill>
                  <a:srgbClr val="CD0606"/>
                </a:solidFill>
                <a:latin typeface="Poppins Bold"/>
                <a:ea typeface="Poppins Bold"/>
                <a:cs typeface="Poppins Bold"/>
                <a:sym typeface="Poppins Bold"/>
              </a:rPr>
              <a:t>Saliva</a:t>
            </a:r>
          </a:p>
        </p:txBody>
      </p:sp>
      <p:sp>
        <p:nvSpPr>
          <p:cNvPr name="TextBox 65" id="65"/>
          <p:cNvSpPr txBox="true"/>
          <p:nvPr/>
        </p:nvSpPr>
        <p:spPr>
          <a:xfrm rot="0">
            <a:off x="1924326" y="8398703"/>
            <a:ext cx="1651812" cy="165003"/>
          </a:xfrm>
          <a:prstGeom prst="rect">
            <a:avLst/>
          </a:prstGeom>
        </p:spPr>
        <p:txBody>
          <a:bodyPr anchor="t" rtlCol="false" tIns="0" lIns="0" bIns="0" rIns="0">
            <a:spAutoFit/>
          </a:bodyPr>
          <a:lstStyle/>
          <a:p>
            <a:pPr algn="l">
              <a:lnSpc>
                <a:spcPts val="1279"/>
              </a:lnSpc>
            </a:pPr>
            <a:r>
              <a:rPr lang="en-US" b="true" sz="1163">
                <a:solidFill>
                  <a:srgbClr val="CD0606"/>
                </a:solidFill>
                <a:latin typeface="Poppins Bold"/>
                <a:ea typeface="Poppins Bold"/>
                <a:cs typeface="Poppins Bold"/>
                <a:sym typeface="Poppins Bold"/>
              </a:rPr>
              <a:t>Kapiler darah</a:t>
            </a:r>
          </a:p>
        </p:txBody>
      </p:sp>
      <p:sp>
        <p:nvSpPr>
          <p:cNvPr name="TextBox 66" id="66"/>
          <p:cNvSpPr txBox="true"/>
          <p:nvPr/>
        </p:nvSpPr>
        <p:spPr>
          <a:xfrm rot="0">
            <a:off x="3370831" y="8398703"/>
            <a:ext cx="1651812" cy="165003"/>
          </a:xfrm>
          <a:prstGeom prst="rect">
            <a:avLst/>
          </a:prstGeom>
        </p:spPr>
        <p:txBody>
          <a:bodyPr anchor="t" rtlCol="false" tIns="0" lIns="0" bIns="0" rIns="0">
            <a:spAutoFit/>
          </a:bodyPr>
          <a:lstStyle/>
          <a:p>
            <a:pPr algn="l">
              <a:lnSpc>
                <a:spcPts val="1279"/>
              </a:lnSpc>
            </a:pPr>
            <a:r>
              <a:rPr lang="en-US" b="true" sz="1163">
                <a:solidFill>
                  <a:srgbClr val="CD0606"/>
                </a:solidFill>
                <a:latin typeface="Poppins Bold"/>
                <a:ea typeface="Poppins Bold"/>
                <a:cs typeface="Poppins Bold"/>
                <a:sym typeface="Poppins Bold"/>
              </a:rPr>
              <a:t>Sel epitel kelenjar</a:t>
            </a:r>
          </a:p>
        </p:txBody>
      </p:sp>
      <p:sp>
        <p:nvSpPr>
          <p:cNvPr name="TextBox 67" id="67"/>
          <p:cNvSpPr txBox="true"/>
          <p:nvPr/>
        </p:nvSpPr>
        <p:spPr>
          <a:xfrm rot="0">
            <a:off x="-1588430" y="8786332"/>
            <a:ext cx="10622965" cy="399114"/>
          </a:xfrm>
          <a:prstGeom prst="rect">
            <a:avLst/>
          </a:prstGeom>
        </p:spPr>
        <p:txBody>
          <a:bodyPr anchor="t" rtlCol="false" tIns="0" lIns="0" bIns="0" rIns="0">
            <a:spAutoFit/>
          </a:bodyPr>
          <a:lstStyle/>
          <a:p>
            <a:pPr algn="ctr">
              <a:lnSpc>
                <a:spcPts val="3201"/>
              </a:lnSpc>
              <a:spcBef>
                <a:spcPct val="0"/>
              </a:spcBef>
            </a:pPr>
            <a:r>
              <a:rPr lang="en-US" b="true" sz="2286" spc="-80">
                <a:solidFill>
                  <a:srgbClr val="CD0606"/>
                </a:solidFill>
                <a:latin typeface="Poppins Bold"/>
                <a:ea typeface="Poppins Bold"/>
                <a:cs typeface="Poppins Bold"/>
                <a:sym typeface="Poppins Bold"/>
              </a:rPr>
              <a:t>Korelasi glukosa darah dengan saliva</a:t>
            </a:r>
          </a:p>
        </p:txBody>
      </p:sp>
      <p:sp>
        <p:nvSpPr>
          <p:cNvPr name="TextBox 68" id="68"/>
          <p:cNvSpPr txBox="true"/>
          <p:nvPr/>
        </p:nvSpPr>
        <p:spPr>
          <a:xfrm rot="0">
            <a:off x="-10266443" y="8786332"/>
            <a:ext cx="10622965" cy="399114"/>
          </a:xfrm>
          <a:prstGeom prst="rect">
            <a:avLst/>
          </a:prstGeom>
        </p:spPr>
        <p:txBody>
          <a:bodyPr anchor="t" rtlCol="false" tIns="0" lIns="0" bIns="0" rIns="0">
            <a:spAutoFit/>
          </a:bodyPr>
          <a:lstStyle/>
          <a:p>
            <a:pPr algn="ctr">
              <a:lnSpc>
                <a:spcPts val="3201"/>
              </a:lnSpc>
              <a:spcBef>
                <a:spcPct val="0"/>
              </a:spcBef>
            </a:pPr>
            <a:r>
              <a:rPr lang="en-US" b="true" sz="2286" spc="-80">
                <a:solidFill>
                  <a:srgbClr val="CD0606"/>
                </a:solidFill>
                <a:latin typeface="Poppins Bold"/>
                <a:ea typeface="Poppins Bold"/>
                <a:cs typeface="Poppins Bold"/>
                <a:sym typeface="Poppins Bold"/>
              </a:rPr>
              <a:t>Korelasi glukosa darah dengan saliva</a:t>
            </a:r>
          </a:p>
        </p:txBody>
      </p:sp>
      <p:grpSp>
        <p:nvGrpSpPr>
          <p:cNvPr name="Group 69" id="69"/>
          <p:cNvGrpSpPr/>
          <p:nvPr/>
        </p:nvGrpSpPr>
        <p:grpSpPr>
          <a:xfrm rot="0">
            <a:off x="7402636" y="4475873"/>
            <a:ext cx="10192150" cy="1022996"/>
            <a:chOff x="0" y="0"/>
            <a:chExt cx="2684352" cy="269431"/>
          </a:xfrm>
        </p:grpSpPr>
        <p:sp>
          <p:nvSpPr>
            <p:cNvPr name="Freeform 70" id="70"/>
            <p:cNvSpPr/>
            <p:nvPr/>
          </p:nvSpPr>
          <p:spPr>
            <a:xfrm flipH="false" flipV="false" rot="0">
              <a:off x="0" y="0"/>
              <a:ext cx="2684352" cy="269431"/>
            </a:xfrm>
            <a:custGeom>
              <a:avLst/>
              <a:gdLst/>
              <a:ahLst/>
              <a:cxnLst/>
              <a:rect r="r" b="b" t="t" l="l"/>
              <a:pathLst>
                <a:path h="269431" w="2684352">
                  <a:moveTo>
                    <a:pt x="0" y="0"/>
                  </a:moveTo>
                  <a:lnTo>
                    <a:pt x="2684352" y="0"/>
                  </a:lnTo>
                  <a:lnTo>
                    <a:pt x="2684352" y="269431"/>
                  </a:lnTo>
                  <a:lnTo>
                    <a:pt x="0" y="269431"/>
                  </a:lnTo>
                  <a:close/>
                </a:path>
              </a:pathLst>
            </a:custGeom>
            <a:solidFill>
              <a:srgbClr val="FFD21F"/>
            </a:solidFill>
          </p:spPr>
        </p:sp>
        <p:sp>
          <p:nvSpPr>
            <p:cNvPr name="TextBox 71" id="71"/>
            <p:cNvSpPr txBox="true"/>
            <p:nvPr/>
          </p:nvSpPr>
          <p:spPr>
            <a:xfrm>
              <a:off x="0" y="-28575"/>
              <a:ext cx="2684352" cy="298006"/>
            </a:xfrm>
            <a:prstGeom prst="rect">
              <a:avLst/>
            </a:prstGeom>
          </p:spPr>
          <p:txBody>
            <a:bodyPr anchor="ctr" rtlCol="false" tIns="50800" lIns="50800" bIns="50800" rIns="50800"/>
            <a:lstStyle/>
            <a:p>
              <a:pPr algn="ctr">
                <a:lnSpc>
                  <a:spcPts val="2380"/>
                </a:lnSpc>
              </a:pPr>
            </a:p>
          </p:txBody>
        </p:sp>
      </p:grpSp>
      <p:sp>
        <p:nvSpPr>
          <p:cNvPr name="TextBox 72" id="72"/>
          <p:cNvSpPr txBox="true"/>
          <p:nvPr/>
        </p:nvSpPr>
        <p:spPr>
          <a:xfrm rot="0">
            <a:off x="7553963" y="4589170"/>
            <a:ext cx="9935103" cy="757785"/>
          </a:xfrm>
          <a:prstGeom prst="rect">
            <a:avLst/>
          </a:prstGeom>
        </p:spPr>
        <p:txBody>
          <a:bodyPr anchor="t" rtlCol="false" tIns="0" lIns="0" bIns="0" rIns="0">
            <a:spAutoFit/>
          </a:bodyPr>
          <a:lstStyle/>
          <a:p>
            <a:pPr algn="ctr">
              <a:lnSpc>
                <a:spcPts val="2900"/>
              </a:lnSpc>
            </a:pPr>
            <a:r>
              <a:rPr lang="en-US" b="true" sz="2636">
                <a:solidFill>
                  <a:srgbClr val="910608"/>
                </a:solidFill>
                <a:latin typeface="Poppins Bold"/>
                <a:ea typeface="Poppins Bold"/>
                <a:cs typeface="Poppins Bold"/>
                <a:sym typeface="Poppins Bold"/>
              </a:rPr>
              <a:t>Saliva mengandung banyak spesifikasi meliputi enzim hormon glukosa dan berbagai molekul terlarut lainnya</a:t>
            </a:r>
          </a:p>
        </p:txBody>
      </p:sp>
      <p:grpSp>
        <p:nvGrpSpPr>
          <p:cNvPr name="Group 73" id="73"/>
          <p:cNvGrpSpPr/>
          <p:nvPr/>
        </p:nvGrpSpPr>
        <p:grpSpPr>
          <a:xfrm rot="0">
            <a:off x="12902515" y="6514293"/>
            <a:ext cx="1276762" cy="1276762"/>
            <a:chOff x="0" y="0"/>
            <a:chExt cx="812800" cy="812800"/>
          </a:xfrm>
        </p:grpSpPr>
        <p:sp>
          <p:nvSpPr>
            <p:cNvPr name="Freeform 74" id="7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D0606"/>
            </a:solidFill>
          </p:spPr>
        </p:sp>
        <p:sp>
          <p:nvSpPr>
            <p:cNvPr name="TextBox 75" id="75"/>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sp>
        <p:nvSpPr>
          <p:cNvPr name="TextBox 76" id="76"/>
          <p:cNvSpPr txBox="true"/>
          <p:nvPr/>
        </p:nvSpPr>
        <p:spPr>
          <a:xfrm rot="0">
            <a:off x="14560277" y="6091566"/>
            <a:ext cx="3034509" cy="996533"/>
          </a:xfrm>
          <a:prstGeom prst="rect">
            <a:avLst/>
          </a:prstGeom>
        </p:spPr>
        <p:txBody>
          <a:bodyPr anchor="t" rtlCol="false" tIns="0" lIns="0" bIns="0" rIns="0">
            <a:spAutoFit/>
          </a:bodyPr>
          <a:lstStyle/>
          <a:p>
            <a:pPr algn="l">
              <a:lnSpc>
                <a:spcPts val="3813"/>
              </a:lnSpc>
            </a:pPr>
            <a:r>
              <a:rPr lang="en-US" sz="3467" b="true">
                <a:solidFill>
                  <a:srgbClr val="457A00"/>
                </a:solidFill>
                <a:latin typeface="Poppins Bold"/>
                <a:ea typeface="Poppins Bold"/>
                <a:cs typeface="Poppins Bold"/>
                <a:sym typeface="Poppins Bold"/>
              </a:rPr>
              <a:t>3 biomarka potensial:</a:t>
            </a:r>
          </a:p>
        </p:txBody>
      </p:sp>
      <p:sp>
        <p:nvSpPr>
          <p:cNvPr name="TextBox 77" id="77"/>
          <p:cNvSpPr txBox="true"/>
          <p:nvPr/>
        </p:nvSpPr>
        <p:spPr>
          <a:xfrm rot="0">
            <a:off x="14179277" y="7182239"/>
            <a:ext cx="4030670" cy="1792252"/>
          </a:xfrm>
          <a:prstGeom prst="rect">
            <a:avLst/>
          </a:prstGeom>
        </p:spPr>
        <p:txBody>
          <a:bodyPr anchor="t" rtlCol="false" tIns="0" lIns="0" bIns="0" rIns="0">
            <a:spAutoFit/>
          </a:bodyPr>
          <a:lstStyle/>
          <a:p>
            <a:pPr algn="l" marL="674076" indent="-337038" lvl="1">
              <a:lnSpc>
                <a:spcPts val="3434"/>
              </a:lnSpc>
              <a:buFont typeface="Arial"/>
              <a:buChar char="•"/>
            </a:pPr>
            <a:r>
              <a:rPr lang="en-US" b="true" sz="3122">
                <a:solidFill>
                  <a:srgbClr val="910608"/>
                </a:solidFill>
                <a:latin typeface="Poppins Bold"/>
                <a:ea typeface="Poppins Bold"/>
                <a:cs typeface="Poppins Bold"/>
                <a:sym typeface="Poppins Bold"/>
              </a:rPr>
              <a:t>glukosa</a:t>
            </a:r>
          </a:p>
          <a:p>
            <a:pPr algn="l" marL="674076" indent="-337038" lvl="1">
              <a:lnSpc>
                <a:spcPts val="3434"/>
              </a:lnSpc>
              <a:buFont typeface="Arial"/>
              <a:buChar char="•"/>
            </a:pPr>
            <a:r>
              <a:rPr lang="en-US" b="true" sz="3122">
                <a:solidFill>
                  <a:srgbClr val="910608"/>
                </a:solidFill>
                <a:latin typeface="Poppins Bold"/>
                <a:ea typeface="Poppins Bold"/>
                <a:cs typeface="Poppins Bold"/>
                <a:sym typeface="Poppins Bold"/>
              </a:rPr>
              <a:t>pH</a:t>
            </a:r>
          </a:p>
          <a:p>
            <a:pPr algn="l" marL="674076" indent="-337038" lvl="1">
              <a:lnSpc>
                <a:spcPts val="3434"/>
              </a:lnSpc>
              <a:buFont typeface="Arial"/>
              <a:buChar char="•"/>
            </a:pPr>
            <a:r>
              <a:rPr lang="en-US" b="true" sz="3122" i="true">
                <a:solidFill>
                  <a:srgbClr val="910608"/>
                </a:solidFill>
                <a:latin typeface="Poppins Bold Italics"/>
                <a:ea typeface="Poppins Bold Italics"/>
                <a:cs typeface="Poppins Bold Italics"/>
                <a:sym typeface="Poppins Bold Italics"/>
              </a:rPr>
              <a:t>salivary</a:t>
            </a:r>
            <a:r>
              <a:rPr lang="en-US" b="true" sz="3122">
                <a:solidFill>
                  <a:srgbClr val="910608"/>
                </a:solidFill>
                <a:latin typeface="Poppins Bold"/>
                <a:ea typeface="Poppins Bold"/>
                <a:cs typeface="Poppins Bold"/>
                <a:sym typeface="Poppins Bold"/>
              </a:rPr>
              <a:t> </a:t>
            </a:r>
            <a:r>
              <a:rPr lang="en-US" b="true" sz="3122" i="true">
                <a:solidFill>
                  <a:srgbClr val="910608"/>
                </a:solidFill>
                <a:latin typeface="Poppins Bold Italics"/>
                <a:ea typeface="Poppins Bold Italics"/>
                <a:cs typeface="Poppins Bold Italics"/>
                <a:sym typeface="Poppins Bold Italics"/>
              </a:rPr>
              <a:t>fructosamine</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322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
            </a:blip>
            <a:stretch>
              <a:fillRect l="0" t="0" r="0" b="0"/>
            </a:stretch>
          </a:blipFill>
        </p:spPr>
      </p:sp>
      <p:grpSp>
        <p:nvGrpSpPr>
          <p:cNvPr name="Group 3" id="3"/>
          <p:cNvGrpSpPr/>
          <p:nvPr/>
        </p:nvGrpSpPr>
        <p:grpSpPr>
          <a:xfrm rot="0">
            <a:off x="0" y="9423688"/>
            <a:ext cx="18742908" cy="1239467"/>
            <a:chOff x="0" y="0"/>
            <a:chExt cx="3949066" cy="261151"/>
          </a:xfrm>
        </p:grpSpPr>
        <p:sp>
          <p:nvSpPr>
            <p:cNvPr name="Freeform 4" id="4"/>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5" id="5"/>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sz="2882" b="true">
                  <a:solidFill>
                    <a:srgbClr val="CD0606"/>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2317833" y="5513757"/>
            <a:ext cx="1105769" cy="843885"/>
            <a:chOff x="0" y="0"/>
            <a:chExt cx="855062" cy="652554"/>
          </a:xfrm>
        </p:grpSpPr>
        <p:sp>
          <p:nvSpPr>
            <p:cNvPr name="Freeform 28" id="28"/>
            <p:cNvSpPr/>
            <p:nvPr/>
          </p:nvSpPr>
          <p:spPr>
            <a:xfrm flipH="false" flipV="false" rot="0">
              <a:off x="0" y="0"/>
              <a:ext cx="855062" cy="652554"/>
            </a:xfrm>
            <a:custGeom>
              <a:avLst/>
              <a:gdLst/>
              <a:ahLst/>
              <a:cxnLst/>
              <a:rect r="r" b="b" t="t" l="l"/>
              <a:pathLst>
                <a:path h="652554" w="855062">
                  <a:moveTo>
                    <a:pt x="427531" y="652554"/>
                  </a:moveTo>
                  <a:lnTo>
                    <a:pt x="0" y="246154"/>
                  </a:lnTo>
                  <a:lnTo>
                    <a:pt x="203200" y="246154"/>
                  </a:lnTo>
                  <a:lnTo>
                    <a:pt x="203200" y="0"/>
                  </a:lnTo>
                  <a:lnTo>
                    <a:pt x="651862" y="0"/>
                  </a:lnTo>
                  <a:lnTo>
                    <a:pt x="651862" y="246154"/>
                  </a:lnTo>
                  <a:lnTo>
                    <a:pt x="855062" y="246154"/>
                  </a:lnTo>
                  <a:lnTo>
                    <a:pt x="427531" y="652554"/>
                  </a:lnTo>
                  <a:close/>
                </a:path>
              </a:pathLst>
            </a:custGeom>
            <a:solidFill>
              <a:srgbClr val="FFFFFC"/>
            </a:solidFill>
          </p:spPr>
        </p:sp>
        <p:sp>
          <p:nvSpPr>
            <p:cNvPr name="TextBox 29" id="29"/>
            <p:cNvSpPr txBox="true"/>
            <p:nvPr/>
          </p:nvSpPr>
          <p:spPr>
            <a:xfrm>
              <a:off x="203200" y="-28575"/>
              <a:ext cx="448662" cy="579529"/>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0">
            <a:off x="676502" y="2266332"/>
            <a:ext cx="8002897" cy="5754335"/>
            <a:chOff x="0" y="0"/>
            <a:chExt cx="10670530" cy="7672447"/>
          </a:xfrm>
        </p:grpSpPr>
        <p:grpSp>
          <p:nvGrpSpPr>
            <p:cNvPr name="Group 31" id="31"/>
            <p:cNvGrpSpPr/>
            <p:nvPr/>
          </p:nvGrpSpPr>
          <p:grpSpPr>
            <a:xfrm rot="0">
              <a:off x="2555693" y="330240"/>
              <a:ext cx="5189067" cy="1967323"/>
              <a:chOff x="0" y="0"/>
              <a:chExt cx="1025001" cy="388607"/>
            </a:xfrm>
          </p:grpSpPr>
          <p:sp>
            <p:nvSpPr>
              <p:cNvPr name="Freeform 32" id="32"/>
              <p:cNvSpPr/>
              <p:nvPr/>
            </p:nvSpPr>
            <p:spPr>
              <a:xfrm flipH="false" flipV="false" rot="0">
                <a:off x="0" y="0"/>
                <a:ext cx="1025001" cy="388607"/>
              </a:xfrm>
              <a:custGeom>
                <a:avLst/>
                <a:gdLst/>
                <a:ahLst/>
                <a:cxnLst/>
                <a:rect r="r" b="b" t="t" l="l"/>
                <a:pathLst>
                  <a:path h="388607" w="1025001">
                    <a:moveTo>
                      <a:pt x="0" y="0"/>
                    </a:moveTo>
                    <a:lnTo>
                      <a:pt x="1025001" y="0"/>
                    </a:lnTo>
                    <a:lnTo>
                      <a:pt x="1025001" y="388607"/>
                    </a:lnTo>
                    <a:lnTo>
                      <a:pt x="0" y="388607"/>
                    </a:lnTo>
                    <a:close/>
                  </a:path>
                </a:pathLst>
              </a:custGeom>
              <a:solidFill>
                <a:srgbClr val="C90000"/>
              </a:solidFill>
              <a:ln cap="sq">
                <a:noFill/>
                <a:prstDash val="solid"/>
                <a:miter/>
              </a:ln>
            </p:spPr>
          </p:sp>
          <p:sp>
            <p:nvSpPr>
              <p:cNvPr name="TextBox 33" id="33"/>
              <p:cNvSpPr txBox="true"/>
              <p:nvPr/>
            </p:nvSpPr>
            <p:spPr>
              <a:xfrm>
                <a:off x="0" y="-28575"/>
                <a:ext cx="1025001" cy="417182"/>
              </a:xfrm>
              <a:prstGeom prst="rect">
                <a:avLst/>
              </a:prstGeom>
            </p:spPr>
            <p:txBody>
              <a:bodyPr anchor="ctr" rtlCol="false" tIns="50800" lIns="50800" bIns="50800" rIns="50800"/>
              <a:lstStyle/>
              <a:p>
                <a:pPr algn="ctr">
                  <a:lnSpc>
                    <a:spcPts val="2380"/>
                  </a:lnSpc>
                </a:pPr>
              </a:p>
            </p:txBody>
          </p:sp>
        </p:grpSp>
        <p:sp>
          <p:nvSpPr>
            <p:cNvPr name="TextBox 34" id="34"/>
            <p:cNvSpPr txBox="true"/>
            <p:nvPr/>
          </p:nvSpPr>
          <p:spPr>
            <a:xfrm rot="0">
              <a:off x="1924110" y="2486847"/>
              <a:ext cx="6609050" cy="1260479"/>
            </a:xfrm>
            <a:prstGeom prst="rect">
              <a:avLst/>
            </a:prstGeom>
          </p:spPr>
          <p:txBody>
            <a:bodyPr anchor="t" rtlCol="false" tIns="0" lIns="0" bIns="0" rIns="0">
              <a:spAutoFit/>
            </a:bodyPr>
            <a:lstStyle/>
            <a:p>
              <a:pPr algn="ctr">
                <a:lnSpc>
                  <a:spcPts val="6841"/>
                </a:lnSpc>
              </a:pPr>
              <a:r>
                <a:rPr lang="en-US" b="true" sz="6219">
                  <a:solidFill>
                    <a:srgbClr val="FFFFFC"/>
                  </a:solidFill>
                  <a:latin typeface="Poppins Bold"/>
                  <a:ea typeface="Poppins Bold"/>
                  <a:cs typeface="Poppins Bold"/>
                  <a:sym typeface="Poppins Bold"/>
                </a:rPr>
                <a:t>Terintegrasi</a:t>
              </a:r>
            </a:p>
          </p:txBody>
        </p:sp>
        <p:sp>
          <p:nvSpPr>
            <p:cNvPr name="TextBox 35" id="35"/>
            <p:cNvSpPr txBox="true"/>
            <p:nvPr/>
          </p:nvSpPr>
          <p:spPr>
            <a:xfrm rot="0">
              <a:off x="2555693" y="3668059"/>
              <a:ext cx="5345883" cy="2313346"/>
            </a:xfrm>
            <a:prstGeom prst="rect">
              <a:avLst/>
            </a:prstGeom>
          </p:spPr>
          <p:txBody>
            <a:bodyPr anchor="t" rtlCol="false" tIns="0" lIns="0" bIns="0" rIns="0">
              <a:spAutoFit/>
            </a:bodyPr>
            <a:lstStyle/>
            <a:p>
              <a:pPr algn="ctr">
                <a:lnSpc>
                  <a:spcPts val="6543"/>
                </a:lnSpc>
              </a:pPr>
              <a:r>
                <a:rPr lang="en-US" b="true" sz="5949" i="true">
                  <a:solidFill>
                    <a:srgbClr val="FFCE32"/>
                  </a:solidFill>
                  <a:latin typeface="Poppins Bold Italics"/>
                  <a:ea typeface="Poppins Bold Italics"/>
                  <a:cs typeface="Poppins Bold Italics"/>
                  <a:sym typeface="Poppins Bold Italics"/>
                </a:rPr>
                <a:t>Internet of Things</a:t>
              </a:r>
            </a:p>
          </p:txBody>
        </p:sp>
        <p:sp>
          <p:nvSpPr>
            <p:cNvPr name="TextBox 36" id="36"/>
            <p:cNvSpPr txBox="true"/>
            <p:nvPr/>
          </p:nvSpPr>
          <p:spPr>
            <a:xfrm rot="0">
              <a:off x="391711" y="-228600"/>
              <a:ext cx="1146175" cy="2667000"/>
            </a:xfrm>
            <a:prstGeom prst="rect">
              <a:avLst/>
            </a:prstGeom>
          </p:spPr>
          <p:txBody>
            <a:bodyPr anchor="t" rtlCol="false" tIns="0" lIns="0" bIns="0" rIns="0">
              <a:spAutoFit/>
            </a:bodyPr>
            <a:lstStyle/>
            <a:p>
              <a:pPr algn="ctr">
                <a:lnSpc>
                  <a:spcPts val="16800"/>
                </a:lnSpc>
                <a:spcBef>
                  <a:spcPct val="0"/>
                </a:spcBef>
              </a:pPr>
              <a:r>
                <a:rPr lang="en-US" b="true" sz="12000" spc="-420">
                  <a:solidFill>
                    <a:srgbClr val="FFFFFC"/>
                  </a:solidFill>
                  <a:latin typeface="Montserrat Bold"/>
                  <a:ea typeface="Montserrat Bold"/>
                  <a:cs typeface="Montserrat Bold"/>
                  <a:sym typeface="Montserrat Bold"/>
                </a:rPr>
                <a:t>+</a:t>
              </a:r>
            </a:p>
          </p:txBody>
        </p:sp>
        <p:sp>
          <p:nvSpPr>
            <p:cNvPr name="TextBox 37" id="37"/>
            <p:cNvSpPr txBox="true"/>
            <p:nvPr/>
          </p:nvSpPr>
          <p:spPr>
            <a:xfrm rot="0">
              <a:off x="0" y="7099660"/>
              <a:ext cx="10670530" cy="572787"/>
            </a:xfrm>
            <a:prstGeom prst="rect">
              <a:avLst/>
            </a:prstGeom>
          </p:spPr>
          <p:txBody>
            <a:bodyPr anchor="t" rtlCol="false" tIns="0" lIns="0" bIns="0" rIns="0">
              <a:spAutoFit/>
            </a:bodyPr>
            <a:lstStyle/>
            <a:p>
              <a:pPr algn="ctr">
                <a:lnSpc>
                  <a:spcPts val="3177"/>
                </a:lnSpc>
              </a:pPr>
              <a:r>
                <a:rPr lang="en-US" sz="2888">
                  <a:solidFill>
                    <a:srgbClr val="FDFDFD"/>
                  </a:solidFill>
                  <a:latin typeface="Poppins"/>
                  <a:ea typeface="Poppins"/>
                  <a:cs typeface="Poppins"/>
                  <a:sym typeface="Poppins"/>
                </a:rPr>
                <a:t>(</a:t>
              </a:r>
              <a:r>
                <a:rPr lang="en-US" sz="2888">
                  <a:solidFill>
                    <a:srgbClr val="FDFDFD"/>
                  </a:solidFill>
                  <a:latin typeface="Poppins"/>
                  <a:ea typeface="Poppins"/>
                  <a:cs typeface="Poppins"/>
                  <a:sym typeface="Poppins"/>
                </a:rPr>
                <a:t>Kevin &amp; Murphy, 2022)</a:t>
              </a:r>
            </a:p>
          </p:txBody>
        </p:sp>
        <p:sp>
          <p:nvSpPr>
            <p:cNvPr name="TextBox 38" id="38"/>
            <p:cNvSpPr txBox="true"/>
            <p:nvPr/>
          </p:nvSpPr>
          <p:spPr>
            <a:xfrm rot="0">
              <a:off x="3330880" y="370887"/>
              <a:ext cx="3795509" cy="1884604"/>
            </a:xfrm>
            <a:prstGeom prst="rect">
              <a:avLst/>
            </a:prstGeom>
          </p:spPr>
          <p:txBody>
            <a:bodyPr anchor="t" rtlCol="false" tIns="0" lIns="0" bIns="0" rIns="0">
              <a:spAutoFit/>
            </a:bodyPr>
            <a:lstStyle/>
            <a:p>
              <a:pPr algn="ctr">
                <a:lnSpc>
                  <a:spcPts val="10225"/>
                </a:lnSpc>
              </a:pPr>
              <a:r>
                <a:rPr lang="en-US" b="true" sz="9295">
                  <a:solidFill>
                    <a:srgbClr val="FFFFFF"/>
                  </a:solidFill>
                  <a:latin typeface="Poppins Bold"/>
                  <a:ea typeface="Poppins Bold"/>
                  <a:cs typeface="Poppins Bold"/>
                  <a:sym typeface="Poppins Bold"/>
                </a:rPr>
                <a:t>SVM</a:t>
              </a:r>
            </a:p>
          </p:txBody>
        </p:sp>
      </p:grpSp>
      <p:grpSp>
        <p:nvGrpSpPr>
          <p:cNvPr name="Group 39" id="39"/>
          <p:cNvGrpSpPr/>
          <p:nvPr/>
        </p:nvGrpSpPr>
        <p:grpSpPr>
          <a:xfrm rot="0">
            <a:off x="7830696" y="1592896"/>
            <a:ext cx="9744640" cy="3550604"/>
            <a:chOff x="0" y="0"/>
            <a:chExt cx="12992853" cy="4734139"/>
          </a:xfrm>
        </p:grpSpPr>
        <p:grpSp>
          <p:nvGrpSpPr>
            <p:cNvPr name="Group 40" id="40"/>
            <p:cNvGrpSpPr/>
            <p:nvPr/>
          </p:nvGrpSpPr>
          <p:grpSpPr>
            <a:xfrm rot="0">
              <a:off x="130499" y="0"/>
              <a:ext cx="12862354" cy="1012853"/>
              <a:chOff x="0" y="0"/>
              <a:chExt cx="2363127" cy="186081"/>
            </a:xfrm>
          </p:grpSpPr>
          <p:sp>
            <p:nvSpPr>
              <p:cNvPr name="Freeform 41" id="41"/>
              <p:cNvSpPr/>
              <p:nvPr/>
            </p:nvSpPr>
            <p:spPr>
              <a:xfrm flipH="false" flipV="false" rot="0">
                <a:off x="0" y="0"/>
                <a:ext cx="2363126" cy="186081"/>
              </a:xfrm>
              <a:custGeom>
                <a:avLst/>
                <a:gdLst/>
                <a:ahLst/>
                <a:cxnLst/>
                <a:rect r="r" b="b" t="t" l="l"/>
                <a:pathLst>
                  <a:path h="186081" w="2363126">
                    <a:moveTo>
                      <a:pt x="2363126" y="57783"/>
                    </a:moveTo>
                    <a:lnTo>
                      <a:pt x="2363126" y="128298"/>
                    </a:lnTo>
                    <a:cubicBezTo>
                      <a:pt x="2363126" y="143623"/>
                      <a:pt x="2357039" y="158320"/>
                      <a:pt x="2346202" y="169156"/>
                    </a:cubicBezTo>
                    <a:cubicBezTo>
                      <a:pt x="2335366" y="179993"/>
                      <a:pt x="2320669" y="186081"/>
                      <a:pt x="2305344" y="186081"/>
                    </a:cubicBezTo>
                    <a:lnTo>
                      <a:pt x="57783" y="186081"/>
                    </a:lnTo>
                    <a:cubicBezTo>
                      <a:pt x="42458" y="186081"/>
                      <a:pt x="27761" y="179993"/>
                      <a:pt x="16924" y="169156"/>
                    </a:cubicBezTo>
                    <a:cubicBezTo>
                      <a:pt x="6088" y="158320"/>
                      <a:pt x="0" y="143623"/>
                      <a:pt x="0" y="128298"/>
                    </a:cubicBezTo>
                    <a:lnTo>
                      <a:pt x="0" y="57783"/>
                    </a:lnTo>
                    <a:cubicBezTo>
                      <a:pt x="0" y="42458"/>
                      <a:pt x="6088" y="27761"/>
                      <a:pt x="16924" y="16924"/>
                    </a:cubicBezTo>
                    <a:cubicBezTo>
                      <a:pt x="27761" y="6088"/>
                      <a:pt x="42458" y="0"/>
                      <a:pt x="57783" y="0"/>
                    </a:cubicBezTo>
                    <a:lnTo>
                      <a:pt x="2305344" y="0"/>
                    </a:lnTo>
                    <a:cubicBezTo>
                      <a:pt x="2320669" y="0"/>
                      <a:pt x="2335366" y="6088"/>
                      <a:pt x="2346202" y="16924"/>
                    </a:cubicBezTo>
                    <a:cubicBezTo>
                      <a:pt x="2357039" y="27761"/>
                      <a:pt x="2363126" y="42458"/>
                      <a:pt x="2363126" y="57783"/>
                    </a:cubicBezTo>
                    <a:close/>
                  </a:path>
                </a:pathLst>
              </a:custGeom>
              <a:solidFill>
                <a:srgbClr val="CD0606">
                  <a:alpha val="49804"/>
                </a:srgbClr>
              </a:solidFill>
              <a:ln w="57150" cap="rnd">
                <a:solidFill>
                  <a:srgbClr val="000000">
                    <a:alpha val="49804"/>
                  </a:srgbClr>
                </a:solidFill>
                <a:prstDash val="solid"/>
                <a:round/>
              </a:ln>
            </p:spPr>
          </p:sp>
          <p:sp>
            <p:nvSpPr>
              <p:cNvPr name="TextBox 42" id="42"/>
              <p:cNvSpPr txBox="true"/>
              <p:nvPr/>
            </p:nvSpPr>
            <p:spPr>
              <a:xfrm>
                <a:off x="0" y="-28575"/>
                <a:ext cx="2363127" cy="214656"/>
              </a:xfrm>
              <a:prstGeom prst="rect">
                <a:avLst/>
              </a:prstGeom>
            </p:spPr>
            <p:txBody>
              <a:bodyPr anchor="ctr" rtlCol="false" tIns="50800" lIns="50800" bIns="50800" rIns="50800"/>
              <a:lstStyle/>
              <a:p>
                <a:pPr algn="ctr">
                  <a:lnSpc>
                    <a:spcPts val="2380"/>
                  </a:lnSpc>
                </a:pPr>
              </a:p>
            </p:txBody>
          </p:sp>
        </p:grpSp>
        <p:sp>
          <p:nvSpPr>
            <p:cNvPr name="TextBox 43" id="43"/>
            <p:cNvSpPr txBox="true"/>
            <p:nvPr/>
          </p:nvSpPr>
          <p:spPr>
            <a:xfrm rot="0">
              <a:off x="434184" y="242752"/>
              <a:ext cx="12359512" cy="527349"/>
            </a:xfrm>
            <a:prstGeom prst="rect">
              <a:avLst/>
            </a:prstGeom>
          </p:spPr>
          <p:txBody>
            <a:bodyPr anchor="t" rtlCol="false" tIns="0" lIns="0" bIns="0" rIns="0">
              <a:spAutoFit/>
            </a:bodyPr>
            <a:lstStyle/>
            <a:p>
              <a:pPr algn="ctr">
                <a:lnSpc>
                  <a:spcPts val="2906"/>
                </a:lnSpc>
              </a:pPr>
              <a:r>
                <a:rPr lang="en-US" b="true" sz="2642">
                  <a:solidFill>
                    <a:srgbClr val="FFFFFC"/>
                  </a:solidFill>
                  <a:latin typeface="Poppins Bold"/>
                  <a:ea typeface="Poppins Bold"/>
                  <a:cs typeface="Poppins Bold"/>
                  <a:sym typeface="Poppins Bold"/>
                </a:rPr>
                <a:t>mengenali pola berkaitan dengan kondisi g</a:t>
              </a:r>
              <a:r>
                <a:rPr lang="en-US" b="true" sz="2642">
                  <a:solidFill>
                    <a:srgbClr val="FFFFFC"/>
                  </a:solidFill>
                  <a:latin typeface="Poppins Bold"/>
                  <a:ea typeface="Poppins Bold"/>
                  <a:cs typeface="Poppins Bold"/>
                  <a:sym typeface="Poppins Bold"/>
                </a:rPr>
                <a:t>li</a:t>
              </a:r>
              <a:r>
                <a:rPr lang="en-US" b="true" sz="2642">
                  <a:solidFill>
                    <a:srgbClr val="FFFFFC"/>
                  </a:solidFill>
                  <a:latin typeface="Poppins Bold"/>
                  <a:ea typeface="Poppins Bold"/>
                  <a:cs typeface="Poppins Bold"/>
                  <a:sym typeface="Poppins Bold"/>
                </a:rPr>
                <a:t>k</a:t>
              </a:r>
              <a:r>
                <a:rPr lang="en-US" b="true" sz="2642">
                  <a:solidFill>
                    <a:srgbClr val="FFFFFC"/>
                  </a:solidFill>
                  <a:latin typeface="Poppins Bold"/>
                  <a:ea typeface="Poppins Bold"/>
                  <a:cs typeface="Poppins Bold"/>
                  <a:sym typeface="Poppins Bold"/>
                </a:rPr>
                <a:t>e</a:t>
              </a:r>
              <a:r>
                <a:rPr lang="en-US" b="true" sz="2642">
                  <a:solidFill>
                    <a:srgbClr val="FFFFFC"/>
                  </a:solidFill>
                  <a:latin typeface="Poppins Bold"/>
                  <a:ea typeface="Poppins Bold"/>
                  <a:cs typeface="Poppins Bold"/>
                  <a:sym typeface="Poppins Bold"/>
                </a:rPr>
                <a:t>mik</a:t>
              </a:r>
            </a:p>
          </p:txBody>
        </p:sp>
        <p:grpSp>
          <p:nvGrpSpPr>
            <p:cNvPr name="Group 44" id="44"/>
            <p:cNvGrpSpPr/>
            <p:nvPr/>
          </p:nvGrpSpPr>
          <p:grpSpPr>
            <a:xfrm rot="0">
              <a:off x="130499" y="1247536"/>
              <a:ext cx="12862354" cy="1012853"/>
              <a:chOff x="0" y="0"/>
              <a:chExt cx="2363127" cy="186081"/>
            </a:xfrm>
          </p:grpSpPr>
          <p:sp>
            <p:nvSpPr>
              <p:cNvPr name="Freeform 45" id="45"/>
              <p:cNvSpPr/>
              <p:nvPr/>
            </p:nvSpPr>
            <p:spPr>
              <a:xfrm flipH="false" flipV="false" rot="0">
                <a:off x="0" y="0"/>
                <a:ext cx="2363126" cy="186081"/>
              </a:xfrm>
              <a:custGeom>
                <a:avLst/>
                <a:gdLst/>
                <a:ahLst/>
                <a:cxnLst/>
                <a:rect r="r" b="b" t="t" l="l"/>
                <a:pathLst>
                  <a:path h="186081" w="2363126">
                    <a:moveTo>
                      <a:pt x="2363126" y="57783"/>
                    </a:moveTo>
                    <a:lnTo>
                      <a:pt x="2363126" y="128298"/>
                    </a:lnTo>
                    <a:cubicBezTo>
                      <a:pt x="2363126" y="143623"/>
                      <a:pt x="2357039" y="158320"/>
                      <a:pt x="2346202" y="169156"/>
                    </a:cubicBezTo>
                    <a:cubicBezTo>
                      <a:pt x="2335366" y="179993"/>
                      <a:pt x="2320669" y="186081"/>
                      <a:pt x="2305344" y="186081"/>
                    </a:cubicBezTo>
                    <a:lnTo>
                      <a:pt x="57783" y="186081"/>
                    </a:lnTo>
                    <a:cubicBezTo>
                      <a:pt x="42458" y="186081"/>
                      <a:pt x="27761" y="179993"/>
                      <a:pt x="16924" y="169156"/>
                    </a:cubicBezTo>
                    <a:cubicBezTo>
                      <a:pt x="6088" y="158320"/>
                      <a:pt x="0" y="143623"/>
                      <a:pt x="0" y="128298"/>
                    </a:cubicBezTo>
                    <a:lnTo>
                      <a:pt x="0" y="57783"/>
                    </a:lnTo>
                    <a:cubicBezTo>
                      <a:pt x="0" y="42458"/>
                      <a:pt x="6088" y="27761"/>
                      <a:pt x="16924" y="16924"/>
                    </a:cubicBezTo>
                    <a:cubicBezTo>
                      <a:pt x="27761" y="6088"/>
                      <a:pt x="42458" y="0"/>
                      <a:pt x="57783" y="0"/>
                    </a:cubicBezTo>
                    <a:lnTo>
                      <a:pt x="2305344" y="0"/>
                    </a:lnTo>
                    <a:cubicBezTo>
                      <a:pt x="2320669" y="0"/>
                      <a:pt x="2335366" y="6088"/>
                      <a:pt x="2346202" y="16924"/>
                    </a:cubicBezTo>
                    <a:cubicBezTo>
                      <a:pt x="2357039" y="27761"/>
                      <a:pt x="2363126" y="42458"/>
                      <a:pt x="2363126" y="57783"/>
                    </a:cubicBezTo>
                    <a:close/>
                  </a:path>
                </a:pathLst>
              </a:custGeom>
              <a:solidFill>
                <a:srgbClr val="CD0606">
                  <a:alpha val="49804"/>
                </a:srgbClr>
              </a:solidFill>
              <a:ln w="57150" cap="rnd">
                <a:solidFill>
                  <a:srgbClr val="000000">
                    <a:alpha val="49804"/>
                  </a:srgbClr>
                </a:solidFill>
                <a:prstDash val="solid"/>
                <a:round/>
              </a:ln>
            </p:spPr>
          </p:sp>
          <p:sp>
            <p:nvSpPr>
              <p:cNvPr name="TextBox 46" id="46"/>
              <p:cNvSpPr txBox="true"/>
              <p:nvPr/>
            </p:nvSpPr>
            <p:spPr>
              <a:xfrm>
                <a:off x="0" y="-28575"/>
                <a:ext cx="2363127" cy="214656"/>
              </a:xfrm>
              <a:prstGeom prst="rect">
                <a:avLst/>
              </a:prstGeom>
            </p:spPr>
            <p:txBody>
              <a:bodyPr anchor="ctr" rtlCol="false" tIns="50800" lIns="50800" bIns="50800" rIns="50800"/>
              <a:lstStyle/>
              <a:p>
                <a:pPr algn="ctr">
                  <a:lnSpc>
                    <a:spcPts val="2380"/>
                  </a:lnSpc>
                </a:pPr>
              </a:p>
            </p:txBody>
          </p:sp>
        </p:grpSp>
        <p:sp>
          <p:nvSpPr>
            <p:cNvPr name="TextBox 47" id="47"/>
            <p:cNvSpPr txBox="true"/>
            <p:nvPr/>
          </p:nvSpPr>
          <p:spPr>
            <a:xfrm rot="0">
              <a:off x="434184" y="1495453"/>
              <a:ext cx="12359512" cy="527349"/>
            </a:xfrm>
            <a:prstGeom prst="rect">
              <a:avLst/>
            </a:prstGeom>
          </p:spPr>
          <p:txBody>
            <a:bodyPr anchor="t" rtlCol="false" tIns="0" lIns="0" bIns="0" rIns="0">
              <a:spAutoFit/>
            </a:bodyPr>
            <a:lstStyle/>
            <a:p>
              <a:pPr algn="ctr">
                <a:lnSpc>
                  <a:spcPts val="2906"/>
                </a:lnSpc>
              </a:pPr>
              <a:r>
                <a:rPr lang="en-US" sz="2642" b="true">
                  <a:solidFill>
                    <a:srgbClr val="FFFFFC"/>
                  </a:solidFill>
                  <a:latin typeface="Poppins Bold"/>
                  <a:ea typeface="Poppins Bold"/>
                  <a:cs typeface="Poppins Bold"/>
                  <a:sym typeface="Poppins Bold"/>
                </a:rPr>
                <a:t>pembacaa</a:t>
              </a:r>
              <a:r>
                <a:rPr lang="en-US" b="true" sz="2642">
                  <a:solidFill>
                    <a:srgbClr val="FFFFFC"/>
                  </a:solidFill>
                  <a:latin typeface="Poppins Bold"/>
                  <a:ea typeface="Poppins Bold"/>
                  <a:cs typeface="Poppins Bold"/>
                  <a:sym typeface="Poppins Bold"/>
                </a:rPr>
                <a:t>n sensor saliva yang telah di</a:t>
              </a:r>
              <a:r>
                <a:rPr lang="en-US" b="true" sz="2642">
                  <a:solidFill>
                    <a:srgbClr val="FFFFFC"/>
                  </a:solidFill>
                  <a:latin typeface="Poppins Bold"/>
                  <a:ea typeface="Poppins Bold"/>
                  <a:cs typeface="Poppins Bold"/>
                  <a:sym typeface="Poppins Bold"/>
                </a:rPr>
                <a:t>latih</a:t>
              </a:r>
            </a:p>
          </p:txBody>
        </p:sp>
        <p:grpSp>
          <p:nvGrpSpPr>
            <p:cNvPr name="Group 48" id="48"/>
            <p:cNvGrpSpPr/>
            <p:nvPr/>
          </p:nvGrpSpPr>
          <p:grpSpPr>
            <a:xfrm rot="0">
              <a:off x="130499" y="2471858"/>
              <a:ext cx="12862354" cy="1012853"/>
              <a:chOff x="0" y="0"/>
              <a:chExt cx="2363127" cy="186081"/>
            </a:xfrm>
          </p:grpSpPr>
          <p:sp>
            <p:nvSpPr>
              <p:cNvPr name="Freeform 49" id="49"/>
              <p:cNvSpPr/>
              <p:nvPr/>
            </p:nvSpPr>
            <p:spPr>
              <a:xfrm flipH="false" flipV="false" rot="0">
                <a:off x="0" y="0"/>
                <a:ext cx="2363126" cy="186081"/>
              </a:xfrm>
              <a:custGeom>
                <a:avLst/>
                <a:gdLst/>
                <a:ahLst/>
                <a:cxnLst/>
                <a:rect r="r" b="b" t="t" l="l"/>
                <a:pathLst>
                  <a:path h="186081" w="2363126">
                    <a:moveTo>
                      <a:pt x="2363126" y="57783"/>
                    </a:moveTo>
                    <a:lnTo>
                      <a:pt x="2363126" y="128298"/>
                    </a:lnTo>
                    <a:cubicBezTo>
                      <a:pt x="2363126" y="143623"/>
                      <a:pt x="2357039" y="158320"/>
                      <a:pt x="2346202" y="169156"/>
                    </a:cubicBezTo>
                    <a:cubicBezTo>
                      <a:pt x="2335366" y="179993"/>
                      <a:pt x="2320669" y="186081"/>
                      <a:pt x="2305344" y="186081"/>
                    </a:cubicBezTo>
                    <a:lnTo>
                      <a:pt x="57783" y="186081"/>
                    </a:lnTo>
                    <a:cubicBezTo>
                      <a:pt x="42458" y="186081"/>
                      <a:pt x="27761" y="179993"/>
                      <a:pt x="16924" y="169156"/>
                    </a:cubicBezTo>
                    <a:cubicBezTo>
                      <a:pt x="6088" y="158320"/>
                      <a:pt x="0" y="143623"/>
                      <a:pt x="0" y="128298"/>
                    </a:cubicBezTo>
                    <a:lnTo>
                      <a:pt x="0" y="57783"/>
                    </a:lnTo>
                    <a:cubicBezTo>
                      <a:pt x="0" y="42458"/>
                      <a:pt x="6088" y="27761"/>
                      <a:pt x="16924" y="16924"/>
                    </a:cubicBezTo>
                    <a:cubicBezTo>
                      <a:pt x="27761" y="6088"/>
                      <a:pt x="42458" y="0"/>
                      <a:pt x="57783" y="0"/>
                    </a:cubicBezTo>
                    <a:lnTo>
                      <a:pt x="2305344" y="0"/>
                    </a:lnTo>
                    <a:cubicBezTo>
                      <a:pt x="2320669" y="0"/>
                      <a:pt x="2335366" y="6088"/>
                      <a:pt x="2346202" y="16924"/>
                    </a:cubicBezTo>
                    <a:cubicBezTo>
                      <a:pt x="2357039" y="27761"/>
                      <a:pt x="2363126" y="42458"/>
                      <a:pt x="2363126" y="57783"/>
                    </a:cubicBezTo>
                    <a:close/>
                  </a:path>
                </a:pathLst>
              </a:custGeom>
              <a:solidFill>
                <a:srgbClr val="CD0606">
                  <a:alpha val="49804"/>
                </a:srgbClr>
              </a:solidFill>
              <a:ln w="57150" cap="rnd">
                <a:solidFill>
                  <a:srgbClr val="000000">
                    <a:alpha val="49804"/>
                  </a:srgbClr>
                </a:solidFill>
                <a:prstDash val="solid"/>
                <a:round/>
              </a:ln>
            </p:spPr>
          </p:sp>
          <p:sp>
            <p:nvSpPr>
              <p:cNvPr name="TextBox 50" id="50"/>
              <p:cNvSpPr txBox="true"/>
              <p:nvPr/>
            </p:nvSpPr>
            <p:spPr>
              <a:xfrm>
                <a:off x="0" y="-28575"/>
                <a:ext cx="2363127" cy="214656"/>
              </a:xfrm>
              <a:prstGeom prst="rect">
                <a:avLst/>
              </a:prstGeom>
            </p:spPr>
            <p:txBody>
              <a:bodyPr anchor="ctr" rtlCol="false" tIns="50800" lIns="50800" bIns="50800" rIns="50800"/>
              <a:lstStyle/>
              <a:p>
                <a:pPr algn="ctr">
                  <a:lnSpc>
                    <a:spcPts val="2380"/>
                  </a:lnSpc>
                </a:pPr>
              </a:p>
            </p:txBody>
          </p:sp>
        </p:grpSp>
        <p:sp>
          <p:nvSpPr>
            <p:cNvPr name="TextBox 51" id="51"/>
            <p:cNvSpPr txBox="true"/>
            <p:nvPr/>
          </p:nvSpPr>
          <p:spPr>
            <a:xfrm rot="0">
              <a:off x="0" y="2742990"/>
              <a:ext cx="12359512" cy="527349"/>
            </a:xfrm>
            <a:prstGeom prst="rect">
              <a:avLst/>
            </a:prstGeom>
          </p:spPr>
          <p:txBody>
            <a:bodyPr anchor="t" rtlCol="false" tIns="0" lIns="0" bIns="0" rIns="0">
              <a:spAutoFit/>
            </a:bodyPr>
            <a:lstStyle/>
            <a:p>
              <a:pPr algn="ctr">
                <a:lnSpc>
                  <a:spcPts val="2906"/>
                </a:lnSpc>
              </a:pPr>
              <a:r>
                <a:rPr lang="en-US" sz="2642" b="true">
                  <a:solidFill>
                    <a:srgbClr val="FFFFFC"/>
                  </a:solidFill>
                  <a:latin typeface="Poppins Bold"/>
                  <a:ea typeface="Poppins Bold"/>
                  <a:cs typeface="Poppins Bold"/>
                  <a:sym typeface="Poppins Bold"/>
                </a:rPr>
                <a:t>m</a:t>
              </a:r>
              <a:r>
                <a:rPr lang="en-US" b="true" sz="2642">
                  <a:solidFill>
                    <a:srgbClr val="FFFFFC"/>
                  </a:solidFill>
                  <a:latin typeface="Poppins Bold"/>
                  <a:ea typeface="Poppins Bold"/>
                  <a:cs typeface="Poppins Bold"/>
                  <a:sym typeface="Poppins Bold"/>
                </a:rPr>
                <a:t>engolah data </a:t>
              </a:r>
              <a:r>
                <a:rPr lang="en-US" b="true" sz="2642" i="true">
                  <a:solidFill>
                    <a:srgbClr val="FFFFFC"/>
                  </a:solidFill>
                  <a:latin typeface="Poppins Bold Italics"/>
                  <a:ea typeface="Poppins Bold Italics"/>
                  <a:cs typeface="Poppins Bold Italics"/>
                  <a:sym typeface="Poppins Bold Italics"/>
                </a:rPr>
                <a:t>real</a:t>
              </a:r>
              <a:r>
                <a:rPr lang="en-US" b="true" sz="2642">
                  <a:solidFill>
                    <a:srgbClr val="FFFFFC"/>
                  </a:solidFill>
                  <a:latin typeface="Poppins Bold"/>
                  <a:ea typeface="Poppins Bold"/>
                  <a:cs typeface="Poppins Bold"/>
                  <a:sym typeface="Poppins Bold"/>
                </a:rPr>
                <a:t> </a:t>
              </a:r>
              <a:r>
                <a:rPr lang="en-US" b="true" sz="2642" i="true">
                  <a:solidFill>
                    <a:srgbClr val="FFFFFC"/>
                  </a:solidFill>
                  <a:latin typeface="Poppins Bold Italics"/>
                  <a:ea typeface="Poppins Bold Italics"/>
                  <a:cs typeface="Poppins Bold Italics"/>
                  <a:sym typeface="Poppins Bold Italics"/>
                </a:rPr>
                <a:t>time</a:t>
              </a:r>
            </a:p>
          </p:txBody>
        </p:sp>
        <p:grpSp>
          <p:nvGrpSpPr>
            <p:cNvPr name="Group 52" id="52"/>
            <p:cNvGrpSpPr/>
            <p:nvPr/>
          </p:nvGrpSpPr>
          <p:grpSpPr>
            <a:xfrm rot="0">
              <a:off x="130499" y="3721286"/>
              <a:ext cx="12862354" cy="1012853"/>
              <a:chOff x="0" y="0"/>
              <a:chExt cx="2363127" cy="186081"/>
            </a:xfrm>
          </p:grpSpPr>
          <p:sp>
            <p:nvSpPr>
              <p:cNvPr name="Freeform 53" id="53"/>
              <p:cNvSpPr/>
              <p:nvPr/>
            </p:nvSpPr>
            <p:spPr>
              <a:xfrm flipH="false" flipV="false" rot="0">
                <a:off x="0" y="0"/>
                <a:ext cx="2363126" cy="186081"/>
              </a:xfrm>
              <a:custGeom>
                <a:avLst/>
                <a:gdLst/>
                <a:ahLst/>
                <a:cxnLst/>
                <a:rect r="r" b="b" t="t" l="l"/>
                <a:pathLst>
                  <a:path h="186081" w="2363126">
                    <a:moveTo>
                      <a:pt x="2363126" y="57783"/>
                    </a:moveTo>
                    <a:lnTo>
                      <a:pt x="2363126" y="128298"/>
                    </a:lnTo>
                    <a:cubicBezTo>
                      <a:pt x="2363126" y="143623"/>
                      <a:pt x="2357039" y="158320"/>
                      <a:pt x="2346202" y="169156"/>
                    </a:cubicBezTo>
                    <a:cubicBezTo>
                      <a:pt x="2335366" y="179993"/>
                      <a:pt x="2320669" y="186081"/>
                      <a:pt x="2305344" y="186081"/>
                    </a:cubicBezTo>
                    <a:lnTo>
                      <a:pt x="57783" y="186081"/>
                    </a:lnTo>
                    <a:cubicBezTo>
                      <a:pt x="42458" y="186081"/>
                      <a:pt x="27761" y="179993"/>
                      <a:pt x="16924" y="169156"/>
                    </a:cubicBezTo>
                    <a:cubicBezTo>
                      <a:pt x="6088" y="158320"/>
                      <a:pt x="0" y="143623"/>
                      <a:pt x="0" y="128298"/>
                    </a:cubicBezTo>
                    <a:lnTo>
                      <a:pt x="0" y="57783"/>
                    </a:lnTo>
                    <a:cubicBezTo>
                      <a:pt x="0" y="42458"/>
                      <a:pt x="6088" y="27761"/>
                      <a:pt x="16924" y="16924"/>
                    </a:cubicBezTo>
                    <a:cubicBezTo>
                      <a:pt x="27761" y="6088"/>
                      <a:pt x="42458" y="0"/>
                      <a:pt x="57783" y="0"/>
                    </a:cubicBezTo>
                    <a:lnTo>
                      <a:pt x="2305344" y="0"/>
                    </a:lnTo>
                    <a:cubicBezTo>
                      <a:pt x="2320669" y="0"/>
                      <a:pt x="2335366" y="6088"/>
                      <a:pt x="2346202" y="16924"/>
                    </a:cubicBezTo>
                    <a:cubicBezTo>
                      <a:pt x="2357039" y="27761"/>
                      <a:pt x="2363126" y="42458"/>
                      <a:pt x="2363126" y="57783"/>
                    </a:cubicBezTo>
                    <a:close/>
                  </a:path>
                </a:pathLst>
              </a:custGeom>
              <a:solidFill>
                <a:srgbClr val="CD0606">
                  <a:alpha val="49804"/>
                </a:srgbClr>
              </a:solidFill>
              <a:ln w="57150" cap="rnd">
                <a:solidFill>
                  <a:srgbClr val="000000">
                    <a:alpha val="49804"/>
                  </a:srgbClr>
                </a:solidFill>
                <a:prstDash val="solid"/>
                <a:round/>
              </a:ln>
            </p:spPr>
          </p:sp>
          <p:sp>
            <p:nvSpPr>
              <p:cNvPr name="TextBox 54" id="54"/>
              <p:cNvSpPr txBox="true"/>
              <p:nvPr/>
            </p:nvSpPr>
            <p:spPr>
              <a:xfrm>
                <a:off x="0" y="-28575"/>
                <a:ext cx="2363127" cy="214656"/>
              </a:xfrm>
              <a:prstGeom prst="rect">
                <a:avLst/>
              </a:prstGeom>
            </p:spPr>
            <p:txBody>
              <a:bodyPr anchor="ctr" rtlCol="false" tIns="50800" lIns="50800" bIns="50800" rIns="50800"/>
              <a:lstStyle/>
              <a:p>
                <a:pPr algn="ctr">
                  <a:lnSpc>
                    <a:spcPts val="2380"/>
                  </a:lnSpc>
                </a:pPr>
              </a:p>
            </p:txBody>
          </p:sp>
        </p:grpSp>
        <p:sp>
          <p:nvSpPr>
            <p:cNvPr name="TextBox 55" id="55"/>
            <p:cNvSpPr txBox="true"/>
            <p:nvPr/>
          </p:nvSpPr>
          <p:spPr>
            <a:xfrm rot="0">
              <a:off x="316763" y="3964038"/>
              <a:ext cx="12359512" cy="527349"/>
            </a:xfrm>
            <a:prstGeom prst="rect">
              <a:avLst/>
            </a:prstGeom>
          </p:spPr>
          <p:txBody>
            <a:bodyPr anchor="t" rtlCol="false" tIns="0" lIns="0" bIns="0" rIns="0">
              <a:spAutoFit/>
            </a:bodyPr>
            <a:lstStyle/>
            <a:p>
              <a:pPr algn="ctr">
                <a:lnSpc>
                  <a:spcPts val="2906"/>
                </a:lnSpc>
              </a:pPr>
              <a:r>
                <a:rPr lang="en-US" b="true" sz="2642" i="true">
                  <a:solidFill>
                    <a:srgbClr val="FFFFFC"/>
                  </a:solidFill>
                  <a:latin typeface="Poppins Bold Italics"/>
                  <a:ea typeface="Poppins Bold Italics"/>
                  <a:cs typeface="Poppins Bold Italics"/>
                  <a:sym typeface="Poppins Bold Italics"/>
                </a:rPr>
                <a:t>d</a:t>
              </a:r>
              <a:r>
                <a:rPr lang="en-US" b="true" sz="2642" i="true">
                  <a:solidFill>
                    <a:srgbClr val="FFFFFC"/>
                  </a:solidFill>
                  <a:latin typeface="Poppins Bold Italics"/>
                  <a:ea typeface="Poppins Bold Italics"/>
                  <a:cs typeface="Poppins Bold Italics"/>
                  <a:sym typeface="Poppins Bold Italics"/>
                </a:rPr>
                <a:t>ecision boundary</a:t>
              </a:r>
              <a:r>
                <a:rPr lang="en-US" b="true" sz="2642">
                  <a:solidFill>
                    <a:srgbClr val="FFFFFC"/>
                  </a:solidFill>
                  <a:latin typeface="Poppins Bold"/>
                  <a:ea typeface="Poppins Bold"/>
                  <a:cs typeface="Poppins Bold"/>
                  <a:sym typeface="Poppins Bold"/>
                </a:rPr>
                <a:t> terhadap ke</a:t>
              </a:r>
              <a:r>
                <a:rPr lang="en-US" b="true" sz="2642">
                  <a:solidFill>
                    <a:srgbClr val="FFFFFC"/>
                  </a:solidFill>
                  <a:latin typeface="Poppins Bold"/>
                  <a:ea typeface="Poppins Bold"/>
                  <a:cs typeface="Poppins Bold"/>
                  <a:sym typeface="Poppins Bold"/>
                </a:rPr>
                <a:t>lompok risiko </a:t>
              </a:r>
            </a:p>
          </p:txBody>
        </p:sp>
      </p:grpSp>
      <p:grpSp>
        <p:nvGrpSpPr>
          <p:cNvPr name="Group 56" id="56"/>
          <p:cNvGrpSpPr/>
          <p:nvPr/>
        </p:nvGrpSpPr>
        <p:grpSpPr>
          <a:xfrm rot="0">
            <a:off x="16443867" y="9362871"/>
            <a:ext cx="996408" cy="1848257"/>
            <a:chOff x="0" y="0"/>
            <a:chExt cx="1328544" cy="2464343"/>
          </a:xfrm>
        </p:grpSpPr>
        <p:grpSp>
          <p:nvGrpSpPr>
            <p:cNvPr name="Group 57" id="57"/>
            <p:cNvGrpSpPr/>
            <p:nvPr/>
          </p:nvGrpSpPr>
          <p:grpSpPr>
            <a:xfrm rot="0">
              <a:off x="0" y="0"/>
              <a:ext cx="1328544" cy="2464343"/>
              <a:chOff x="0" y="0"/>
              <a:chExt cx="438186" cy="812800"/>
            </a:xfrm>
          </p:grpSpPr>
          <p:sp>
            <p:nvSpPr>
              <p:cNvPr name="Freeform 58" id="5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59" id="5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60" id="60"/>
            <p:cNvSpPr txBox="true"/>
            <p:nvPr/>
          </p:nvSpPr>
          <p:spPr>
            <a:xfrm rot="0">
              <a:off x="299346" y="115943"/>
              <a:ext cx="729853" cy="962923"/>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10</a:t>
              </a:r>
            </a:p>
          </p:txBody>
        </p:sp>
      </p:grpSp>
      <p:sp>
        <p:nvSpPr>
          <p:cNvPr name="TextBox 61" id="61"/>
          <p:cNvSpPr txBox="true"/>
          <p:nvPr/>
        </p:nvSpPr>
        <p:spPr>
          <a:xfrm rot="0">
            <a:off x="9144000" y="6655505"/>
            <a:ext cx="7382070" cy="1195361"/>
          </a:xfrm>
          <a:prstGeom prst="rect">
            <a:avLst/>
          </a:prstGeom>
        </p:spPr>
        <p:txBody>
          <a:bodyPr anchor="t" rtlCol="false" tIns="0" lIns="0" bIns="0" rIns="0">
            <a:spAutoFit/>
          </a:bodyPr>
          <a:lstStyle/>
          <a:p>
            <a:pPr algn="ctr">
              <a:lnSpc>
                <a:spcPts val="4535"/>
              </a:lnSpc>
            </a:pPr>
            <a:r>
              <a:rPr lang="en-US" b="true" sz="4122">
                <a:solidFill>
                  <a:srgbClr val="FFCE32"/>
                </a:solidFill>
                <a:latin typeface="Poppins Bold"/>
                <a:ea typeface="Poppins Bold"/>
                <a:cs typeface="Poppins Bold"/>
                <a:sym typeface="Poppins Bold"/>
              </a:rPr>
              <a:t>Dipantau  berkelanjutan melalui </a:t>
            </a:r>
            <a:r>
              <a:rPr lang="en-US" b="true" sz="4122" i="true">
                <a:solidFill>
                  <a:srgbClr val="FFCE32"/>
                </a:solidFill>
                <a:latin typeface="Poppins Bold Italics"/>
                <a:ea typeface="Poppins Bold Italics"/>
                <a:cs typeface="Poppins Bold Italics"/>
                <a:sym typeface="Poppins Bold Italics"/>
              </a:rPr>
              <a:t>dashboard</a:t>
            </a:r>
            <a:r>
              <a:rPr lang="en-US" b="true" sz="4122">
                <a:solidFill>
                  <a:srgbClr val="FFCE32"/>
                </a:solidFill>
                <a:latin typeface="Poppins Bold"/>
                <a:ea typeface="Poppins Bold"/>
                <a:cs typeface="Poppins Bold"/>
                <a:sym typeface="Poppins Bold"/>
              </a:rPr>
              <a:t> </a:t>
            </a:r>
            <a:r>
              <a:rPr lang="en-US" b="true" sz="4122" i="true">
                <a:solidFill>
                  <a:srgbClr val="FFCE32"/>
                </a:solidFill>
                <a:latin typeface="Poppins Bold Italics"/>
                <a:ea typeface="Poppins Bold Italics"/>
                <a:cs typeface="Poppins Bold Italics"/>
                <a:sym typeface="Poppins Bold Italics"/>
              </a:rPr>
              <a:t>website</a:t>
            </a:r>
          </a:p>
        </p:txBody>
      </p:sp>
      <p:grpSp>
        <p:nvGrpSpPr>
          <p:cNvPr name="Group 62" id="62"/>
          <p:cNvGrpSpPr/>
          <p:nvPr/>
        </p:nvGrpSpPr>
        <p:grpSpPr>
          <a:xfrm rot="0">
            <a:off x="9928132" y="367623"/>
            <a:ext cx="10518768" cy="782054"/>
            <a:chOff x="0" y="0"/>
            <a:chExt cx="4462095" cy="331750"/>
          </a:xfrm>
        </p:grpSpPr>
        <p:sp>
          <p:nvSpPr>
            <p:cNvPr name="Freeform 63" id="63"/>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64" id="64"/>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65" id="65"/>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3"/>
            <a:stretch>
              <a:fillRect l="0" t="-3206" r="0" b="-3206"/>
            </a:stretch>
          </a:blipFill>
        </p:spPr>
      </p:sp>
      <p:sp>
        <p:nvSpPr>
          <p:cNvPr name="Freeform 66" id="66"/>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4"/>
            <a:stretch>
              <a:fillRect l="0" t="-3206" r="0" b="-3206"/>
            </a:stretch>
          </a:blipFill>
        </p:spPr>
      </p:sp>
      <p:sp>
        <p:nvSpPr>
          <p:cNvPr name="Freeform 67" id="67"/>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5"/>
            <a:stretch>
              <a:fillRect l="0" t="-3206" r="0" b="-3206"/>
            </a:stretch>
          </a:blipFill>
        </p:spPr>
      </p:sp>
      <p:sp>
        <p:nvSpPr>
          <p:cNvPr name="Freeform 68" id="68"/>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6"/>
            <a:stretch>
              <a:fillRect l="0" t="-3206" r="0" b="-3206"/>
            </a:stretch>
          </a:blipFill>
        </p:spPr>
      </p:sp>
      <p:sp>
        <p:nvSpPr>
          <p:cNvPr name="Freeform 69" id="69"/>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7"/>
            <a:stretch>
              <a:fillRect l="-1233" t="0" r="-1233" b="-1399"/>
            </a:stretch>
          </a:blipFill>
        </p:spPr>
      </p:sp>
      <p:sp>
        <p:nvSpPr>
          <p:cNvPr name="Freeform 70" id="70"/>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8"/>
            <a:stretch>
              <a:fillRect l="-76" t="0" r="-76" b="-692"/>
            </a:stretch>
          </a:blipFill>
        </p:spPr>
      </p:sp>
      <p:sp>
        <p:nvSpPr>
          <p:cNvPr name="Freeform 71" id="71"/>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9"/>
            <a:stretch>
              <a:fillRect l="0" t="-7113" r="-5929" b="-7113"/>
            </a:stretch>
          </a:blipFill>
        </p:spPr>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3221A"/>
        </a:solidFill>
      </p:bgPr>
    </p:bg>
    <p:spTree>
      <p:nvGrpSpPr>
        <p:cNvPr id="1" name=""/>
        <p:cNvGrpSpPr/>
        <p:nvPr/>
      </p:nvGrpSpPr>
      <p:grpSpPr>
        <a:xfrm>
          <a:off x="0" y="0"/>
          <a:ext cx="0" cy="0"/>
          <a:chOff x="0" y="0"/>
          <a:chExt cx="0" cy="0"/>
        </a:xfrm>
      </p:grpSpPr>
      <p:sp>
        <p:nvSpPr>
          <p:cNvPr name="Freeform 2" id="2"/>
          <p:cNvSpPr/>
          <p:nvPr/>
        </p:nvSpPr>
        <p:spPr>
          <a:xfrm flipH="false" flipV="false" rot="0">
            <a:off x="-90109" y="-203707"/>
            <a:ext cx="18435183" cy="9381760"/>
          </a:xfrm>
          <a:custGeom>
            <a:avLst/>
            <a:gdLst/>
            <a:ahLst/>
            <a:cxnLst/>
            <a:rect r="r" b="b" t="t" l="l"/>
            <a:pathLst>
              <a:path h="9381760" w="18435183">
                <a:moveTo>
                  <a:pt x="0" y="0"/>
                </a:moveTo>
                <a:lnTo>
                  <a:pt x="18435182" y="0"/>
                </a:lnTo>
                <a:lnTo>
                  <a:pt x="18435182" y="9381760"/>
                </a:lnTo>
                <a:lnTo>
                  <a:pt x="0" y="9381760"/>
                </a:lnTo>
                <a:lnTo>
                  <a:pt x="0" y="0"/>
                </a:lnTo>
                <a:close/>
              </a:path>
            </a:pathLst>
          </a:custGeom>
          <a:blipFill>
            <a:blip r:embed="rId2">
              <a:alphaModFix amt="7999"/>
            </a:blip>
            <a:stretch>
              <a:fillRect l="-990" t="0" r="-990" b="-12720"/>
            </a:stretch>
          </a:blipFill>
        </p:spPr>
      </p:sp>
      <p:grpSp>
        <p:nvGrpSpPr>
          <p:cNvPr name="Group 3" id="3"/>
          <p:cNvGrpSpPr/>
          <p:nvPr/>
        </p:nvGrpSpPr>
        <p:grpSpPr>
          <a:xfrm rot="0">
            <a:off x="14868636" y="9156268"/>
            <a:ext cx="3363183" cy="802901"/>
            <a:chOff x="0" y="0"/>
            <a:chExt cx="885777" cy="211464"/>
          </a:xfrm>
        </p:grpSpPr>
        <p:sp>
          <p:nvSpPr>
            <p:cNvPr name="Freeform 4" id="4"/>
            <p:cNvSpPr/>
            <p:nvPr/>
          </p:nvSpPr>
          <p:spPr>
            <a:xfrm flipH="false" flipV="false" rot="0">
              <a:off x="0" y="0"/>
              <a:ext cx="885777" cy="211463"/>
            </a:xfrm>
            <a:custGeom>
              <a:avLst/>
              <a:gdLst/>
              <a:ahLst/>
              <a:cxnLst/>
              <a:rect r="r" b="b" t="t" l="l"/>
              <a:pathLst>
                <a:path h="211463" w="885777">
                  <a:moveTo>
                    <a:pt x="59851" y="0"/>
                  </a:moveTo>
                  <a:lnTo>
                    <a:pt x="825926" y="0"/>
                  </a:lnTo>
                  <a:cubicBezTo>
                    <a:pt x="841799" y="0"/>
                    <a:pt x="857022" y="6306"/>
                    <a:pt x="868247" y="17530"/>
                  </a:cubicBezTo>
                  <a:cubicBezTo>
                    <a:pt x="879471" y="28754"/>
                    <a:pt x="885777" y="43978"/>
                    <a:pt x="885777" y="59851"/>
                  </a:cubicBezTo>
                  <a:lnTo>
                    <a:pt x="885777" y="151612"/>
                  </a:lnTo>
                  <a:cubicBezTo>
                    <a:pt x="885777" y="167486"/>
                    <a:pt x="879471" y="182709"/>
                    <a:pt x="868247" y="193934"/>
                  </a:cubicBezTo>
                  <a:cubicBezTo>
                    <a:pt x="857022" y="205158"/>
                    <a:pt x="841799" y="211463"/>
                    <a:pt x="825926" y="211463"/>
                  </a:cubicBezTo>
                  <a:lnTo>
                    <a:pt x="59851" y="211463"/>
                  </a:lnTo>
                  <a:cubicBezTo>
                    <a:pt x="43978" y="211463"/>
                    <a:pt x="28754" y="205158"/>
                    <a:pt x="17530" y="193934"/>
                  </a:cubicBezTo>
                  <a:cubicBezTo>
                    <a:pt x="6306" y="182709"/>
                    <a:pt x="0" y="167486"/>
                    <a:pt x="0" y="151612"/>
                  </a:cubicBezTo>
                  <a:lnTo>
                    <a:pt x="0" y="59851"/>
                  </a:lnTo>
                  <a:cubicBezTo>
                    <a:pt x="0" y="43978"/>
                    <a:pt x="6306" y="28754"/>
                    <a:pt x="17530" y="17530"/>
                  </a:cubicBezTo>
                  <a:cubicBezTo>
                    <a:pt x="28754" y="6306"/>
                    <a:pt x="43978" y="0"/>
                    <a:pt x="59851" y="0"/>
                  </a:cubicBezTo>
                  <a:close/>
                </a:path>
              </a:pathLst>
            </a:custGeom>
            <a:solidFill>
              <a:srgbClr val="910608"/>
            </a:solidFill>
          </p:spPr>
        </p:sp>
        <p:sp>
          <p:nvSpPr>
            <p:cNvPr name="TextBox 5" id="5"/>
            <p:cNvSpPr txBox="true"/>
            <p:nvPr/>
          </p:nvSpPr>
          <p:spPr>
            <a:xfrm>
              <a:off x="0" y="-28575"/>
              <a:ext cx="885777" cy="240039"/>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1241419" y="9156268"/>
            <a:ext cx="3363183" cy="802901"/>
            <a:chOff x="0" y="0"/>
            <a:chExt cx="885777" cy="211464"/>
          </a:xfrm>
        </p:grpSpPr>
        <p:sp>
          <p:nvSpPr>
            <p:cNvPr name="Freeform 7" id="7"/>
            <p:cNvSpPr/>
            <p:nvPr/>
          </p:nvSpPr>
          <p:spPr>
            <a:xfrm flipH="false" flipV="false" rot="0">
              <a:off x="0" y="0"/>
              <a:ext cx="885777" cy="211463"/>
            </a:xfrm>
            <a:custGeom>
              <a:avLst/>
              <a:gdLst/>
              <a:ahLst/>
              <a:cxnLst/>
              <a:rect r="r" b="b" t="t" l="l"/>
              <a:pathLst>
                <a:path h="211463" w="885777">
                  <a:moveTo>
                    <a:pt x="59851" y="0"/>
                  </a:moveTo>
                  <a:lnTo>
                    <a:pt x="825926" y="0"/>
                  </a:lnTo>
                  <a:cubicBezTo>
                    <a:pt x="841799" y="0"/>
                    <a:pt x="857022" y="6306"/>
                    <a:pt x="868247" y="17530"/>
                  </a:cubicBezTo>
                  <a:cubicBezTo>
                    <a:pt x="879471" y="28754"/>
                    <a:pt x="885777" y="43978"/>
                    <a:pt x="885777" y="59851"/>
                  </a:cubicBezTo>
                  <a:lnTo>
                    <a:pt x="885777" y="151612"/>
                  </a:lnTo>
                  <a:cubicBezTo>
                    <a:pt x="885777" y="167486"/>
                    <a:pt x="879471" y="182709"/>
                    <a:pt x="868247" y="193934"/>
                  </a:cubicBezTo>
                  <a:cubicBezTo>
                    <a:pt x="857022" y="205158"/>
                    <a:pt x="841799" y="211463"/>
                    <a:pt x="825926" y="211463"/>
                  </a:cubicBezTo>
                  <a:lnTo>
                    <a:pt x="59851" y="211463"/>
                  </a:lnTo>
                  <a:cubicBezTo>
                    <a:pt x="43978" y="211463"/>
                    <a:pt x="28754" y="205158"/>
                    <a:pt x="17530" y="193934"/>
                  </a:cubicBezTo>
                  <a:cubicBezTo>
                    <a:pt x="6306" y="182709"/>
                    <a:pt x="0" y="167486"/>
                    <a:pt x="0" y="151612"/>
                  </a:cubicBezTo>
                  <a:lnTo>
                    <a:pt x="0" y="59851"/>
                  </a:lnTo>
                  <a:cubicBezTo>
                    <a:pt x="0" y="43978"/>
                    <a:pt x="6306" y="28754"/>
                    <a:pt x="17530" y="17530"/>
                  </a:cubicBezTo>
                  <a:cubicBezTo>
                    <a:pt x="28754" y="6306"/>
                    <a:pt x="43978" y="0"/>
                    <a:pt x="59851" y="0"/>
                  </a:cubicBezTo>
                  <a:close/>
                </a:path>
              </a:pathLst>
            </a:custGeom>
            <a:solidFill>
              <a:srgbClr val="910608"/>
            </a:solidFill>
          </p:spPr>
        </p:sp>
        <p:sp>
          <p:nvSpPr>
            <p:cNvPr name="TextBox 8" id="8"/>
            <p:cNvSpPr txBox="true"/>
            <p:nvPr/>
          </p:nvSpPr>
          <p:spPr>
            <a:xfrm>
              <a:off x="0" y="-28575"/>
              <a:ext cx="885777" cy="240039"/>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687215" y="9252690"/>
            <a:ext cx="3218713" cy="802901"/>
            <a:chOff x="0" y="0"/>
            <a:chExt cx="847727" cy="211464"/>
          </a:xfrm>
        </p:grpSpPr>
        <p:sp>
          <p:nvSpPr>
            <p:cNvPr name="Freeform 10" id="10"/>
            <p:cNvSpPr/>
            <p:nvPr/>
          </p:nvSpPr>
          <p:spPr>
            <a:xfrm flipH="false" flipV="false" rot="0">
              <a:off x="0" y="0"/>
              <a:ext cx="847727" cy="211463"/>
            </a:xfrm>
            <a:custGeom>
              <a:avLst/>
              <a:gdLst/>
              <a:ahLst/>
              <a:cxnLst/>
              <a:rect r="r" b="b" t="t" l="l"/>
              <a:pathLst>
                <a:path h="211463" w="847727">
                  <a:moveTo>
                    <a:pt x="62537" y="0"/>
                  </a:moveTo>
                  <a:lnTo>
                    <a:pt x="785190" y="0"/>
                  </a:lnTo>
                  <a:cubicBezTo>
                    <a:pt x="801776" y="0"/>
                    <a:pt x="817682" y="6589"/>
                    <a:pt x="829410" y="18317"/>
                  </a:cubicBezTo>
                  <a:cubicBezTo>
                    <a:pt x="841138" y="30045"/>
                    <a:pt x="847727" y="45951"/>
                    <a:pt x="847727" y="62537"/>
                  </a:cubicBezTo>
                  <a:lnTo>
                    <a:pt x="847727" y="148926"/>
                  </a:lnTo>
                  <a:cubicBezTo>
                    <a:pt x="847727" y="165512"/>
                    <a:pt x="841138" y="181419"/>
                    <a:pt x="829410" y="193147"/>
                  </a:cubicBezTo>
                  <a:cubicBezTo>
                    <a:pt x="817682" y="204875"/>
                    <a:pt x="801776" y="211463"/>
                    <a:pt x="785190" y="211463"/>
                  </a:cubicBezTo>
                  <a:lnTo>
                    <a:pt x="62537" y="211463"/>
                  </a:lnTo>
                  <a:cubicBezTo>
                    <a:pt x="27999" y="211463"/>
                    <a:pt x="0" y="183465"/>
                    <a:pt x="0" y="148926"/>
                  </a:cubicBezTo>
                  <a:lnTo>
                    <a:pt x="0" y="62537"/>
                  </a:lnTo>
                  <a:cubicBezTo>
                    <a:pt x="0" y="45951"/>
                    <a:pt x="6589" y="30045"/>
                    <a:pt x="18317" y="18317"/>
                  </a:cubicBezTo>
                  <a:cubicBezTo>
                    <a:pt x="30045" y="6589"/>
                    <a:pt x="45951" y="0"/>
                    <a:pt x="62537" y="0"/>
                  </a:cubicBezTo>
                  <a:close/>
                </a:path>
              </a:pathLst>
            </a:custGeom>
            <a:solidFill>
              <a:srgbClr val="910608"/>
            </a:solidFill>
          </p:spPr>
        </p:sp>
        <p:sp>
          <p:nvSpPr>
            <p:cNvPr name="TextBox 11" id="11"/>
            <p:cNvSpPr txBox="true"/>
            <p:nvPr/>
          </p:nvSpPr>
          <p:spPr>
            <a:xfrm>
              <a:off x="0" y="-28575"/>
              <a:ext cx="847727" cy="240039"/>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127717" y="9252690"/>
            <a:ext cx="3218713" cy="802901"/>
            <a:chOff x="0" y="0"/>
            <a:chExt cx="847727" cy="211464"/>
          </a:xfrm>
        </p:grpSpPr>
        <p:sp>
          <p:nvSpPr>
            <p:cNvPr name="Freeform 13" id="13"/>
            <p:cNvSpPr/>
            <p:nvPr/>
          </p:nvSpPr>
          <p:spPr>
            <a:xfrm flipH="false" flipV="false" rot="0">
              <a:off x="0" y="0"/>
              <a:ext cx="847727" cy="211463"/>
            </a:xfrm>
            <a:custGeom>
              <a:avLst/>
              <a:gdLst/>
              <a:ahLst/>
              <a:cxnLst/>
              <a:rect r="r" b="b" t="t" l="l"/>
              <a:pathLst>
                <a:path h="211463" w="847727">
                  <a:moveTo>
                    <a:pt x="62537" y="0"/>
                  </a:moveTo>
                  <a:lnTo>
                    <a:pt x="785190" y="0"/>
                  </a:lnTo>
                  <a:cubicBezTo>
                    <a:pt x="801776" y="0"/>
                    <a:pt x="817682" y="6589"/>
                    <a:pt x="829410" y="18317"/>
                  </a:cubicBezTo>
                  <a:cubicBezTo>
                    <a:pt x="841138" y="30045"/>
                    <a:pt x="847727" y="45951"/>
                    <a:pt x="847727" y="62537"/>
                  </a:cubicBezTo>
                  <a:lnTo>
                    <a:pt x="847727" y="148926"/>
                  </a:lnTo>
                  <a:cubicBezTo>
                    <a:pt x="847727" y="165512"/>
                    <a:pt x="841138" y="181419"/>
                    <a:pt x="829410" y="193147"/>
                  </a:cubicBezTo>
                  <a:cubicBezTo>
                    <a:pt x="817682" y="204875"/>
                    <a:pt x="801776" y="211463"/>
                    <a:pt x="785190" y="211463"/>
                  </a:cubicBezTo>
                  <a:lnTo>
                    <a:pt x="62537" y="211463"/>
                  </a:lnTo>
                  <a:cubicBezTo>
                    <a:pt x="27999" y="211463"/>
                    <a:pt x="0" y="183465"/>
                    <a:pt x="0" y="148926"/>
                  </a:cubicBezTo>
                  <a:lnTo>
                    <a:pt x="0" y="62537"/>
                  </a:lnTo>
                  <a:cubicBezTo>
                    <a:pt x="0" y="45951"/>
                    <a:pt x="6589" y="30045"/>
                    <a:pt x="18317" y="18317"/>
                  </a:cubicBezTo>
                  <a:cubicBezTo>
                    <a:pt x="30045" y="6589"/>
                    <a:pt x="45951" y="0"/>
                    <a:pt x="62537" y="0"/>
                  </a:cubicBezTo>
                  <a:close/>
                </a:path>
              </a:pathLst>
            </a:custGeom>
            <a:solidFill>
              <a:srgbClr val="910608"/>
            </a:solidFill>
          </p:spPr>
        </p:sp>
        <p:sp>
          <p:nvSpPr>
            <p:cNvPr name="TextBox 14" id="14"/>
            <p:cNvSpPr txBox="true"/>
            <p:nvPr/>
          </p:nvSpPr>
          <p:spPr>
            <a:xfrm>
              <a:off x="0" y="-28575"/>
              <a:ext cx="847727" cy="240039"/>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71405" y="2139394"/>
            <a:ext cx="3446097" cy="6244351"/>
            <a:chOff x="0" y="0"/>
            <a:chExt cx="907614" cy="1644603"/>
          </a:xfrm>
        </p:grpSpPr>
        <p:sp>
          <p:nvSpPr>
            <p:cNvPr name="Freeform 16" id="16"/>
            <p:cNvSpPr/>
            <p:nvPr/>
          </p:nvSpPr>
          <p:spPr>
            <a:xfrm flipH="false" flipV="false" rot="0">
              <a:off x="0" y="0"/>
              <a:ext cx="907614" cy="1644603"/>
            </a:xfrm>
            <a:custGeom>
              <a:avLst/>
              <a:gdLst/>
              <a:ahLst/>
              <a:cxnLst/>
              <a:rect r="r" b="b" t="t" l="l"/>
              <a:pathLst>
                <a:path h="1644603" w="907614">
                  <a:moveTo>
                    <a:pt x="67397" y="0"/>
                  </a:moveTo>
                  <a:lnTo>
                    <a:pt x="840217" y="0"/>
                  </a:lnTo>
                  <a:cubicBezTo>
                    <a:pt x="858091" y="0"/>
                    <a:pt x="875234" y="7101"/>
                    <a:pt x="887874" y="19740"/>
                  </a:cubicBezTo>
                  <a:cubicBezTo>
                    <a:pt x="900513" y="32380"/>
                    <a:pt x="907614" y="49522"/>
                    <a:pt x="907614" y="67397"/>
                  </a:cubicBezTo>
                  <a:lnTo>
                    <a:pt x="907614" y="1577206"/>
                  </a:lnTo>
                  <a:cubicBezTo>
                    <a:pt x="907614" y="1595080"/>
                    <a:pt x="900513" y="1612223"/>
                    <a:pt x="887874" y="1624863"/>
                  </a:cubicBezTo>
                  <a:cubicBezTo>
                    <a:pt x="875234" y="1637502"/>
                    <a:pt x="858091" y="1644603"/>
                    <a:pt x="840217" y="1644603"/>
                  </a:cubicBezTo>
                  <a:lnTo>
                    <a:pt x="67397" y="1644603"/>
                  </a:lnTo>
                  <a:cubicBezTo>
                    <a:pt x="49522" y="1644603"/>
                    <a:pt x="32380" y="1637502"/>
                    <a:pt x="19740" y="1624863"/>
                  </a:cubicBezTo>
                  <a:cubicBezTo>
                    <a:pt x="7101" y="1612223"/>
                    <a:pt x="0" y="1595080"/>
                    <a:pt x="0" y="1577206"/>
                  </a:cubicBezTo>
                  <a:lnTo>
                    <a:pt x="0" y="67397"/>
                  </a:lnTo>
                  <a:cubicBezTo>
                    <a:pt x="0" y="49522"/>
                    <a:pt x="7101" y="32380"/>
                    <a:pt x="19740" y="19740"/>
                  </a:cubicBezTo>
                  <a:cubicBezTo>
                    <a:pt x="32380" y="7101"/>
                    <a:pt x="49522" y="0"/>
                    <a:pt x="67397" y="0"/>
                  </a:cubicBezTo>
                  <a:close/>
                </a:path>
              </a:pathLst>
            </a:custGeom>
            <a:solidFill>
              <a:srgbClr val="183900"/>
            </a:solidFill>
          </p:spPr>
        </p:sp>
        <p:sp>
          <p:nvSpPr>
            <p:cNvPr name="TextBox 17" id="17"/>
            <p:cNvSpPr txBox="true"/>
            <p:nvPr/>
          </p:nvSpPr>
          <p:spPr>
            <a:xfrm>
              <a:off x="0" y="0"/>
              <a:ext cx="907614" cy="1644603"/>
            </a:xfrm>
            <a:prstGeom prst="rect">
              <a:avLst/>
            </a:prstGeom>
          </p:spPr>
          <p:txBody>
            <a:bodyPr anchor="ctr" rtlCol="false" tIns="50800" lIns="50800" bIns="50800" rIns="50800"/>
            <a:lstStyle/>
            <a:p>
              <a:pPr algn="ctr">
                <a:lnSpc>
                  <a:spcPts val="2752"/>
                </a:lnSpc>
              </a:pPr>
            </a:p>
          </p:txBody>
        </p:sp>
      </p:grpSp>
      <p:sp>
        <p:nvSpPr>
          <p:cNvPr name="Freeform 18" id="18"/>
          <p:cNvSpPr/>
          <p:nvPr/>
        </p:nvSpPr>
        <p:spPr>
          <a:xfrm flipH="false" flipV="false" rot="0">
            <a:off x="-71405" y="2145989"/>
            <a:ext cx="3446097" cy="6225515"/>
          </a:xfrm>
          <a:custGeom>
            <a:avLst/>
            <a:gdLst/>
            <a:ahLst/>
            <a:cxnLst/>
            <a:rect r="r" b="b" t="t" l="l"/>
            <a:pathLst>
              <a:path h="6225515" w="3446097">
                <a:moveTo>
                  <a:pt x="0" y="0"/>
                </a:moveTo>
                <a:lnTo>
                  <a:pt x="3446096" y="0"/>
                </a:lnTo>
                <a:lnTo>
                  <a:pt x="3446096" y="6225514"/>
                </a:lnTo>
                <a:lnTo>
                  <a:pt x="0" y="6225514"/>
                </a:lnTo>
                <a:lnTo>
                  <a:pt x="0" y="0"/>
                </a:lnTo>
                <a:close/>
              </a:path>
            </a:pathLst>
          </a:custGeom>
          <a:blipFill>
            <a:blip r:embed="rId3"/>
            <a:stretch>
              <a:fillRect l="0" t="-864" r="-181487" b="-3012"/>
            </a:stretch>
          </a:blipFill>
        </p:spPr>
      </p:sp>
      <p:sp>
        <p:nvSpPr>
          <p:cNvPr name="Freeform 19" id="19"/>
          <p:cNvSpPr/>
          <p:nvPr/>
        </p:nvSpPr>
        <p:spPr>
          <a:xfrm flipH="false" flipV="false" rot="-10800000">
            <a:off x="-71405" y="2145989"/>
            <a:ext cx="3458919" cy="6218919"/>
          </a:xfrm>
          <a:custGeom>
            <a:avLst/>
            <a:gdLst/>
            <a:ahLst/>
            <a:cxnLst/>
            <a:rect r="r" b="b" t="t" l="l"/>
            <a:pathLst>
              <a:path h="6218919" w="3458919">
                <a:moveTo>
                  <a:pt x="0" y="0"/>
                </a:moveTo>
                <a:lnTo>
                  <a:pt x="3458919" y="0"/>
                </a:lnTo>
                <a:lnTo>
                  <a:pt x="3458919" y="6218919"/>
                </a:lnTo>
                <a:lnTo>
                  <a:pt x="0" y="6218919"/>
                </a:lnTo>
                <a:lnTo>
                  <a:pt x="0" y="0"/>
                </a:lnTo>
                <a:close/>
              </a:path>
            </a:pathLst>
          </a:custGeom>
          <a:blipFill>
            <a:blip r:embed="rId4"/>
            <a:stretch>
              <a:fillRect l="-177582" t="0" r="-123243" b="-42679"/>
            </a:stretch>
          </a:blipFill>
        </p:spPr>
      </p:sp>
      <p:grpSp>
        <p:nvGrpSpPr>
          <p:cNvPr name="Group 20" id="20"/>
          <p:cNvGrpSpPr/>
          <p:nvPr/>
        </p:nvGrpSpPr>
        <p:grpSpPr>
          <a:xfrm rot="0">
            <a:off x="3679491" y="2117922"/>
            <a:ext cx="3427047" cy="6265823"/>
            <a:chOff x="0" y="0"/>
            <a:chExt cx="902597" cy="1650258"/>
          </a:xfrm>
        </p:grpSpPr>
        <p:sp>
          <p:nvSpPr>
            <p:cNvPr name="Freeform 21" id="21"/>
            <p:cNvSpPr/>
            <p:nvPr/>
          </p:nvSpPr>
          <p:spPr>
            <a:xfrm flipH="false" flipV="false" rot="0">
              <a:off x="0" y="0"/>
              <a:ext cx="902597" cy="1650258"/>
            </a:xfrm>
            <a:custGeom>
              <a:avLst/>
              <a:gdLst/>
              <a:ahLst/>
              <a:cxnLst/>
              <a:rect r="r" b="b" t="t" l="l"/>
              <a:pathLst>
                <a:path h="1650258" w="902597">
                  <a:moveTo>
                    <a:pt x="67772" y="0"/>
                  </a:moveTo>
                  <a:lnTo>
                    <a:pt x="834825" y="0"/>
                  </a:lnTo>
                  <a:cubicBezTo>
                    <a:pt x="852799" y="0"/>
                    <a:pt x="870037" y="7140"/>
                    <a:pt x="882747" y="19850"/>
                  </a:cubicBezTo>
                  <a:cubicBezTo>
                    <a:pt x="895456" y="32560"/>
                    <a:pt x="902597" y="49798"/>
                    <a:pt x="902597" y="67772"/>
                  </a:cubicBezTo>
                  <a:lnTo>
                    <a:pt x="902597" y="1582486"/>
                  </a:lnTo>
                  <a:cubicBezTo>
                    <a:pt x="902597" y="1619915"/>
                    <a:pt x="872254" y="1650258"/>
                    <a:pt x="834825" y="1650258"/>
                  </a:cubicBezTo>
                  <a:lnTo>
                    <a:pt x="67772" y="1650258"/>
                  </a:lnTo>
                  <a:cubicBezTo>
                    <a:pt x="30343" y="1650258"/>
                    <a:pt x="0" y="1619915"/>
                    <a:pt x="0" y="1582486"/>
                  </a:cubicBezTo>
                  <a:lnTo>
                    <a:pt x="0" y="67772"/>
                  </a:lnTo>
                  <a:cubicBezTo>
                    <a:pt x="0" y="30343"/>
                    <a:pt x="30343" y="0"/>
                    <a:pt x="67772" y="0"/>
                  </a:cubicBezTo>
                  <a:close/>
                </a:path>
              </a:pathLst>
            </a:custGeom>
            <a:solidFill>
              <a:srgbClr val="183900"/>
            </a:solidFill>
          </p:spPr>
        </p:sp>
        <p:sp>
          <p:nvSpPr>
            <p:cNvPr name="TextBox 22" id="22"/>
            <p:cNvSpPr txBox="true"/>
            <p:nvPr/>
          </p:nvSpPr>
          <p:spPr>
            <a:xfrm>
              <a:off x="0" y="0"/>
              <a:ext cx="902597" cy="1650258"/>
            </a:xfrm>
            <a:prstGeom prst="rect">
              <a:avLst/>
            </a:prstGeom>
          </p:spPr>
          <p:txBody>
            <a:bodyPr anchor="ctr" rtlCol="false" tIns="50800" lIns="50800" bIns="50800" rIns="50800"/>
            <a:lstStyle/>
            <a:p>
              <a:pPr algn="ctr">
                <a:lnSpc>
                  <a:spcPts val="2752"/>
                </a:lnSpc>
              </a:pPr>
            </a:p>
          </p:txBody>
        </p:sp>
      </p:grpSp>
      <p:sp>
        <p:nvSpPr>
          <p:cNvPr name="Freeform 23" id="23"/>
          <p:cNvSpPr/>
          <p:nvPr/>
        </p:nvSpPr>
        <p:spPr>
          <a:xfrm flipH="false" flipV="false" rot="0">
            <a:off x="3669966" y="2125755"/>
            <a:ext cx="3446097" cy="6257990"/>
          </a:xfrm>
          <a:custGeom>
            <a:avLst/>
            <a:gdLst/>
            <a:ahLst/>
            <a:cxnLst/>
            <a:rect r="r" b="b" t="t" l="l"/>
            <a:pathLst>
              <a:path h="6257990" w="3446097">
                <a:moveTo>
                  <a:pt x="0" y="0"/>
                </a:moveTo>
                <a:lnTo>
                  <a:pt x="3446097" y="0"/>
                </a:lnTo>
                <a:lnTo>
                  <a:pt x="3446097" y="6257990"/>
                </a:lnTo>
                <a:lnTo>
                  <a:pt x="0" y="6257990"/>
                </a:lnTo>
                <a:lnTo>
                  <a:pt x="0" y="0"/>
                </a:lnTo>
                <a:close/>
              </a:path>
            </a:pathLst>
          </a:custGeom>
          <a:blipFill>
            <a:blip r:embed="rId3"/>
            <a:stretch>
              <a:fillRect l="0" t="-860" r="-181487" b="-2477"/>
            </a:stretch>
          </a:blipFill>
        </p:spPr>
      </p:sp>
      <p:sp>
        <p:nvSpPr>
          <p:cNvPr name="Freeform 24" id="24"/>
          <p:cNvSpPr/>
          <p:nvPr/>
        </p:nvSpPr>
        <p:spPr>
          <a:xfrm flipH="false" flipV="false" rot="-10800000">
            <a:off x="3680392" y="2139394"/>
            <a:ext cx="3445196" cy="6243584"/>
          </a:xfrm>
          <a:custGeom>
            <a:avLst/>
            <a:gdLst/>
            <a:ahLst/>
            <a:cxnLst/>
            <a:rect r="r" b="b" t="t" l="l"/>
            <a:pathLst>
              <a:path h="6243584" w="3445196">
                <a:moveTo>
                  <a:pt x="0" y="0"/>
                </a:moveTo>
                <a:lnTo>
                  <a:pt x="3445196" y="0"/>
                </a:lnTo>
                <a:lnTo>
                  <a:pt x="3445196" y="6243584"/>
                </a:lnTo>
                <a:lnTo>
                  <a:pt x="0" y="6243584"/>
                </a:lnTo>
                <a:lnTo>
                  <a:pt x="0" y="0"/>
                </a:lnTo>
                <a:close/>
              </a:path>
            </a:pathLst>
          </a:custGeom>
          <a:blipFill>
            <a:blip r:embed="rId4"/>
            <a:stretch>
              <a:fillRect l="-152372" t="0" r="-107049" b="-26930"/>
            </a:stretch>
          </a:blipFill>
        </p:spPr>
      </p:sp>
      <p:grpSp>
        <p:nvGrpSpPr>
          <p:cNvPr name="Group 25" id="25"/>
          <p:cNvGrpSpPr/>
          <p:nvPr/>
        </p:nvGrpSpPr>
        <p:grpSpPr>
          <a:xfrm rot="0">
            <a:off x="7420952" y="2093279"/>
            <a:ext cx="3446097" cy="6290466"/>
            <a:chOff x="0" y="0"/>
            <a:chExt cx="907614" cy="1656748"/>
          </a:xfrm>
        </p:grpSpPr>
        <p:sp>
          <p:nvSpPr>
            <p:cNvPr name="Freeform 26" id="26"/>
            <p:cNvSpPr/>
            <p:nvPr/>
          </p:nvSpPr>
          <p:spPr>
            <a:xfrm flipH="false" flipV="false" rot="0">
              <a:off x="0" y="0"/>
              <a:ext cx="907614" cy="1656748"/>
            </a:xfrm>
            <a:custGeom>
              <a:avLst/>
              <a:gdLst/>
              <a:ahLst/>
              <a:cxnLst/>
              <a:rect r="r" b="b" t="t" l="l"/>
              <a:pathLst>
                <a:path h="1656748" w="907614">
                  <a:moveTo>
                    <a:pt x="67397" y="0"/>
                  </a:moveTo>
                  <a:lnTo>
                    <a:pt x="840217" y="0"/>
                  </a:lnTo>
                  <a:cubicBezTo>
                    <a:pt x="858091" y="0"/>
                    <a:pt x="875234" y="7101"/>
                    <a:pt x="887874" y="19740"/>
                  </a:cubicBezTo>
                  <a:cubicBezTo>
                    <a:pt x="900513" y="32380"/>
                    <a:pt x="907614" y="49522"/>
                    <a:pt x="907614" y="67397"/>
                  </a:cubicBezTo>
                  <a:lnTo>
                    <a:pt x="907614" y="1589351"/>
                  </a:lnTo>
                  <a:cubicBezTo>
                    <a:pt x="907614" y="1607226"/>
                    <a:pt x="900513" y="1624368"/>
                    <a:pt x="887874" y="1637008"/>
                  </a:cubicBezTo>
                  <a:cubicBezTo>
                    <a:pt x="875234" y="1649647"/>
                    <a:pt x="858091" y="1656748"/>
                    <a:pt x="840217" y="1656748"/>
                  </a:cubicBezTo>
                  <a:lnTo>
                    <a:pt x="67397" y="1656748"/>
                  </a:lnTo>
                  <a:cubicBezTo>
                    <a:pt x="49522" y="1656748"/>
                    <a:pt x="32380" y="1649647"/>
                    <a:pt x="19740" y="1637008"/>
                  </a:cubicBezTo>
                  <a:cubicBezTo>
                    <a:pt x="7101" y="1624368"/>
                    <a:pt x="0" y="1607226"/>
                    <a:pt x="0" y="1589351"/>
                  </a:cubicBezTo>
                  <a:lnTo>
                    <a:pt x="0" y="67397"/>
                  </a:lnTo>
                  <a:cubicBezTo>
                    <a:pt x="0" y="49522"/>
                    <a:pt x="7101" y="32380"/>
                    <a:pt x="19740" y="19740"/>
                  </a:cubicBezTo>
                  <a:cubicBezTo>
                    <a:pt x="32380" y="7101"/>
                    <a:pt x="49522" y="0"/>
                    <a:pt x="67397" y="0"/>
                  </a:cubicBezTo>
                  <a:close/>
                </a:path>
              </a:pathLst>
            </a:custGeom>
            <a:solidFill>
              <a:srgbClr val="183900"/>
            </a:solidFill>
          </p:spPr>
        </p:sp>
        <p:sp>
          <p:nvSpPr>
            <p:cNvPr name="TextBox 27" id="27"/>
            <p:cNvSpPr txBox="true"/>
            <p:nvPr/>
          </p:nvSpPr>
          <p:spPr>
            <a:xfrm>
              <a:off x="0" y="0"/>
              <a:ext cx="907614" cy="1656748"/>
            </a:xfrm>
            <a:prstGeom prst="rect">
              <a:avLst/>
            </a:prstGeom>
          </p:spPr>
          <p:txBody>
            <a:bodyPr anchor="ctr" rtlCol="false" tIns="50800" lIns="50800" bIns="50800" rIns="50800"/>
            <a:lstStyle/>
            <a:p>
              <a:pPr algn="ctr">
                <a:lnSpc>
                  <a:spcPts val="2752"/>
                </a:lnSpc>
              </a:pPr>
            </a:p>
          </p:txBody>
        </p:sp>
      </p:grpSp>
      <p:sp>
        <p:nvSpPr>
          <p:cNvPr name="Freeform 28" id="28"/>
          <p:cNvSpPr/>
          <p:nvPr/>
        </p:nvSpPr>
        <p:spPr>
          <a:xfrm flipH="false" flipV="false" rot="0">
            <a:off x="7411338" y="2093279"/>
            <a:ext cx="3455710" cy="6270232"/>
          </a:xfrm>
          <a:custGeom>
            <a:avLst/>
            <a:gdLst/>
            <a:ahLst/>
            <a:cxnLst/>
            <a:rect r="r" b="b" t="t" l="l"/>
            <a:pathLst>
              <a:path h="6270232" w="3455710">
                <a:moveTo>
                  <a:pt x="0" y="0"/>
                </a:moveTo>
                <a:lnTo>
                  <a:pt x="3455710" y="0"/>
                </a:lnTo>
                <a:lnTo>
                  <a:pt x="3455710" y="6270232"/>
                </a:lnTo>
                <a:lnTo>
                  <a:pt x="0" y="6270232"/>
                </a:lnTo>
                <a:lnTo>
                  <a:pt x="0" y="0"/>
                </a:lnTo>
                <a:close/>
              </a:path>
            </a:pathLst>
          </a:custGeom>
          <a:blipFill>
            <a:blip r:embed="rId3"/>
            <a:stretch>
              <a:fillRect l="0" t="-663" r="-180704" b="-2473"/>
            </a:stretch>
          </a:blipFill>
        </p:spPr>
      </p:sp>
      <p:sp>
        <p:nvSpPr>
          <p:cNvPr name="Freeform 29" id="29"/>
          <p:cNvSpPr/>
          <p:nvPr/>
        </p:nvSpPr>
        <p:spPr>
          <a:xfrm flipH="false" flipV="false" rot="-10800000">
            <a:off x="7431377" y="2275630"/>
            <a:ext cx="3435671" cy="6068233"/>
          </a:xfrm>
          <a:custGeom>
            <a:avLst/>
            <a:gdLst/>
            <a:ahLst/>
            <a:cxnLst/>
            <a:rect r="r" b="b" t="t" l="l"/>
            <a:pathLst>
              <a:path h="6068233" w="3435671">
                <a:moveTo>
                  <a:pt x="0" y="0"/>
                </a:moveTo>
                <a:lnTo>
                  <a:pt x="3435671" y="0"/>
                </a:lnTo>
                <a:lnTo>
                  <a:pt x="3435671" y="6068233"/>
                </a:lnTo>
                <a:lnTo>
                  <a:pt x="0" y="6068233"/>
                </a:lnTo>
                <a:lnTo>
                  <a:pt x="0" y="0"/>
                </a:lnTo>
                <a:close/>
              </a:path>
            </a:pathLst>
          </a:custGeom>
          <a:blipFill>
            <a:blip r:embed="rId4"/>
            <a:stretch>
              <a:fillRect l="-158099" t="0" r="-121368" b="-37500"/>
            </a:stretch>
          </a:blipFill>
        </p:spPr>
      </p:sp>
      <p:sp>
        <p:nvSpPr>
          <p:cNvPr name="Freeform 30" id="30"/>
          <p:cNvSpPr/>
          <p:nvPr/>
        </p:nvSpPr>
        <p:spPr>
          <a:xfrm flipH="false" flipV="false" rot="0">
            <a:off x="7420863" y="2759609"/>
            <a:ext cx="3422328" cy="4998274"/>
          </a:xfrm>
          <a:custGeom>
            <a:avLst/>
            <a:gdLst/>
            <a:ahLst/>
            <a:cxnLst/>
            <a:rect r="r" b="b" t="t" l="l"/>
            <a:pathLst>
              <a:path h="4998274" w="3422328">
                <a:moveTo>
                  <a:pt x="0" y="0"/>
                </a:moveTo>
                <a:lnTo>
                  <a:pt x="3422328" y="0"/>
                </a:lnTo>
                <a:lnTo>
                  <a:pt x="3422328" y="4998274"/>
                </a:lnTo>
                <a:lnTo>
                  <a:pt x="0" y="4998274"/>
                </a:lnTo>
                <a:lnTo>
                  <a:pt x="0" y="0"/>
                </a:lnTo>
                <a:close/>
              </a:path>
            </a:pathLst>
          </a:custGeom>
          <a:blipFill>
            <a:blip r:embed="rId5"/>
            <a:stretch>
              <a:fillRect l="-21158" t="0" r="-24761" b="0"/>
            </a:stretch>
          </a:blipFill>
        </p:spPr>
      </p:sp>
      <p:grpSp>
        <p:nvGrpSpPr>
          <p:cNvPr name="Group 31" id="31"/>
          <p:cNvGrpSpPr/>
          <p:nvPr/>
        </p:nvGrpSpPr>
        <p:grpSpPr>
          <a:xfrm rot="0">
            <a:off x="11167130" y="2093279"/>
            <a:ext cx="3446097" cy="6290466"/>
            <a:chOff x="0" y="0"/>
            <a:chExt cx="907614" cy="1656748"/>
          </a:xfrm>
        </p:grpSpPr>
        <p:sp>
          <p:nvSpPr>
            <p:cNvPr name="Freeform 32" id="32"/>
            <p:cNvSpPr/>
            <p:nvPr/>
          </p:nvSpPr>
          <p:spPr>
            <a:xfrm flipH="false" flipV="false" rot="0">
              <a:off x="0" y="0"/>
              <a:ext cx="907614" cy="1656748"/>
            </a:xfrm>
            <a:custGeom>
              <a:avLst/>
              <a:gdLst/>
              <a:ahLst/>
              <a:cxnLst/>
              <a:rect r="r" b="b" t="t" l="l"/>
              <a:pathLst>
                <a:path h="1656748" w="907614">
                  <a:moveTo>
                    <a:pt x="67397" y="0"/>
                  </a:moveTo>
                  <a:lnTo>
                    <a:pt x="840217" y="0"/>
                  </a:lnTo>
                  <a:cubicBezTo>
                    <a:pt x="858091" y="0"/>
                    <a:pt x="875234" y="7101"/>
                    <a:pt x="887874" y="19740"/>
                  </a:cubicBezTo>
                  <a:cubicBezTo>
                    <a:pt x="900513" y="32380"/>
                    <a:pt x="907614" y="49522"/>
                    <a:pt x="907614" y="67397"/>
                  </a:cubicBezTo>
                  <a:lnTo>
                    <a:pt x="907614" y="1589351"/>
                  </a:lnTo>
                  <a:cubicBezTo>
                    <a:pt x="907614" y="1607226"/>
                    <a:pt x="900513" y="1624368"/>
                    <a:pt x="887874" y="1637008"/>
                  </a:cubicBezTo>
                  <a:cubicBezTo>
                    <a:pt x="875234" y="1649647"/>
                    <a:pt x="858091" y="1656748"/>
                    <a:pt x="840217" y="1656748"/>
                  </a:cubicBezTo>
                  <a:lnTo>
                    <a:pt x="67397" y="1656748"/>
                  </a:lnTo>
                  <a:cubicBezTo>
                    <a:pt x="49522" y="1656748"/>
                    <a:pt x="32380" y="1649647"/>
                    <a:pt x="19740" y="1637008"/>
                  </a:cubicBezTo>
                  <a:cubicBezTo>
                    <a:pt x="7101" y="1624368"/>
                    <a:pt x="0" y="1607226"/>
                    <a:pt x="0" y="1589351"/>
                  </a:cubicBezTo>
                  <a:lnTo>
                    <a:pt x="0" y="67397"/>
                  </a:lnTo>
                  <a:cubicBezTo>
                    <a:pt x="0" y="49522"/>
                    <a:pt x="7101" y="32380"/>
                    <a:pt x="19740" y="19740"/>
                  </a:cubicBezTo>
                  <a:cubicBezTo>
                    <a:pt x="32380" y="7101"/>
                    <a:pt x="49522" y="0"/>
                    <a:pt x="67397" y="0"/>
                  </a:cubicBezTo>
                  <a:close/>
                </a:path>
              </a:pathLst>
            </a:custGeom>
            <a:solidFill>
              <a:srgbClr val="183900"/>
            </a:solidFill>
          </p:spPr>
        </p:sp>
        <p:sp>
          <p:nvSpPr>
            <p:cNvPr name="TextBox 33" id="33"/>
            <p:cNvSpPr txBox="true"/>
            <p:nvPr/>
          </p:nvSpPr>
          <p:spPr>
            <a:xfrm>
              <a:off x="0" y="0"/>
              <a:ext cx="907614" cy="1656748"/>
            </a:xfrm>
            <a:prstGeom prst="rect">
              <a:avLst/>
            </a:prstGeom>
          </p:spPr>
          <p:txBody>
            <a:bodyPr anchor="ctr" rtlCol="false" tIns="50800" lIns="50800" bIns="50800" rIns="50800"/>
            <a:lstStyle/>
            <a:p>
              <a:pPr algn="ctr">
                <a:lnSpc>
                  <a:spcPts val="2752"/>
                </a:lnSpc>
              </a:pPr>
            </a:p>
          </p:txBody>
        </p:sp>
      </p:grpSp>
      <p:sp>
        <p:nvSpPr>
          <p:cNvPr name="Freeform 34" id="34"/>
          <p:cNvSpPr/>
          <p:nvPr/>
        </p:nvSpPr>
        <p:spPr>
          <a:xfrm flipH="false" flipV="false" rot="0">
            <a:off x="11152710" y="2085286"/>
            <a:ext cx="3465235" cy="6257990"/>
          </a:xfrm>
          <a:custGeom>
            <a:avLst/>
            <a:gdLst/>
            <a:ahLst/>
            <a:cxnLst/>
            <a:rect r="r" b="b" t="t" l="l"/>
            <a:pathLst>
              <a:path h="6257990" w="3465235">
                <a:moveTo>
                  <a:pt x="0" y="0"/>
                </a:moveTo>
                <a:lnTo>
                  <a:pt x="3465235" y="0"/>
                </a:lnTo>
                <a:lnTo>
                  <a:pt x="3465235" y="6257991"/>
                </a:lnTo>
                <a:lnTo>
                  <a:pt x="0" y="6257991"/>
                </a:lnTo>
                <a:lnTo>
                  <a:pt x="0" y="0"/>
                </a:lnTo>
                <a:close/>
              </a:path>
            </a:pathLst>
          </a:custGeom>
          <a:blipFill>
            <a:blip r:embed="rId3"/>
            <a:stretch>
              <a:fillRect l="0" t="-860" r="-179933" b="-2477"/>
            </a:stretch>
          </a:blipFill>
        </p:spPr>
      </p:sp>
      <p:sp>
        <p:nvSpPr>
          <p:cNvPr name="Freeform 35" id="35"/>
          <p:cNvSpPr/>
          <p:nvPr/>
        </p:nvSpPr>
        <p:spPr>
          <a:xfrm flipH="false" flipV="false" rot="-10800000">
            <a:off x="11171848" y="2249715"/>
            <a:ext cx="3446097" cy="6134030"/>
          </a:xfrm>
          <a:custGeom>
            <a:avLst/>
            <a:gdLst/>
            <a:ahLst/>
            <a:cxnLst/>
            <a:rect r="r" b="b" t="t" l="l"/>
            <a:pathLst>
              <a:path h="6134030" w="3446097">
                <a:moveTo>
                  <a:pt x="0" y="0"/>
                </a:moveTo>
                <a:lnTo>
                  <a:pt x="3446097" y="0"/>
                </a:lnTo>
                <a:lnTo>
                  <a:pt x="3446097" y="6134030"/>
                </a:lnTo>
                <a:lnTo>
                  <a:pt x="0" y="6134030"/>
                </a:lnTo>
                <a:lnTo>
                  <a:pt x="0" y="0"/>
                </a:lnTo>
                <a:close/>
              </a:path>
            </a:pathLst>
          </a:custGeom>
          <a:blipFill>
            <a:blip r:embed="rId4"/>
            <a:stretch>
              <a:fillRect l="-153049" t="0" r="-117313" b="-33164"/>
            </a:stretch>
          </a:blipFill>
        </p:spPr>
      </p:sp>
      <p:grpSp>
        <p:nvGrpSpPr>
          <p:cNvPr name="Group 36" id="36"/>
          <p:cNvGrpSpPr/>
          <p:nvPr/>
        </p:nvGrpSpPr>
        <p:grpSpPr>
          <a:xfrm rot="5400000">
            <a:off x="1544883" y="-4178822"/>
            <a:ext cx="1530039" cy="10242949"/>
            <a:chOff x="0" y="0"/>
            <a:chExt cx="701823" cy="4698398"/>
          </a:xfrm>
        </p:grpSpPr>
        <p:sp>
          <p:nvSpPr>
            <p:cNvPr name="Freeform 37" id="37"/>
            <p:cNvSpPr/>
            <p:nvPr/>
          </p:nvSpPr>
          <p:spPr>
            <a:xfrm flipH="false" flipV="false" rot="0">
              <a:off x="0" y="0"/>
              <a:ext cx="701823" cy="4698398"/>
            </a:xfrm>
            <a:custGeom>
              <a:avLst/>
              <a:gdLst/>
              <a:ahLst/>
              <a:cxnLst/>
              <a:rect r="r" b="b" t="t" l="l"/>
              <a:pathLst>
                <a:path h="4698398" w="701823">
                  <a:moveTo>
                    <a:pt x="234067" y="19070"/>
                  </a:moveTo>
                  <a:cubicBezTo>
                    <a:pt x="269932" y="7556"/>
                    <a:pt x="310953" y="0"/>
                    <a:pt x="351100" y="0"/>
                  </a:cubicBezTo>
                  <a:cubicBezTo>
                    <a:pt x="391249" y="0"/>
                    <a:pt x="429881" y="6476"/>
                    <a:pt x="465482" y="17990"/>
                  </a:cubicBezTo>
                  <a:cubicBezTo>
                    <a:pt x="466241" y="18350"/>
                    <a:pt x="466998" y="18350"/>
                    <a:pt x="467755" y="18710"/>
                  </a:cubicBezTo>
                  <a:cubicBezTo>
                    <a:pt x="601454" y="64765"/>
                    <a:pt x="699929" y="186379"/>
                    <a:pt x="701823" y="414812"/>
                  </a:cubicBezTo>
                  <a:lnTo>
                    <a:pt x="701823" y="4698398"/>
                  </a:lnTo>
                  <a:lnTo>
                    <a:pt x="0" y="4698398"/>
                  </a:lnTo>
                  <a:lnTo>
                    <a:pt x="0" y="417991"/>
                  </a:lnTo>
                  <a:cubicBezTo>
                    <a:pt x="1894" y="185660"/>
                    <a:pt x="98854" y="64045"/>
                    <a:pt x="234067" y="19070"/>
                  </a:cubicBezTo>
                  <a:close/>
                </a:path>
              </a:pathLst>
            </a:custGeom>
            <a:solidFill>
              <a:srgbClr val="910608"/>
            </a:solidFill>
            <a:ln w="38100" cap="sq">
              <a:solidFill>
                <a:srgbClr val="FFFFFF"/>
              </a:solidFill>
              <a:prstDash val="solid"/>
              <a:miter/>
            </a:ln>
          </p:spPr>
        </p:sp>
        <p:sp>
          <p:nvSpPr>
            <p:cNvPr name="TextBox 38" id="38"/>
            <p:cNvSpPr txBox="true"/>
            <p:nvPr/>
          </p:nvSpPr>
          <p:spPr>
            <a:xfrm>
              <a:off x="0" y="98425"/>
              <a:ext cx="701823" cy="4599973"/>
            </a:xfrm>
            <a:prstGeom prst="rect">
              <a:avLst/>
            </a:prstGeom>
          </p:spPr>
          <p:txBody>
            <a:bodyPr anchor="ctr" rtlCol="false" tIns="50800" lIns="50800" bIns="50800" rIns="50800"/>
            <a:lstStyle/>
            <a:p>
              <a:pPr algn="ctr">
                <a:lnSpc>
                  <a:spcPts val="2380"/>
                </a:lnSpc>
              </a:pPr>
            </a:p>
          </p:txBody>
        </p:sp>
      </p:grpSp>
      <p:grpSp>
        <p:nvGrpSpPr>
          <p:cNvPr name="Group 39" id="39"/>
          <p:cNvGrpSpPr/>
          <p:nvPr/>
        </p:nvGrpSpPr>
        <p:grpSpPr>
          <a:xfrm rot="0">
            <a:off x="14913309" y="2117922"/>
            <a:ext cx="3446097" cy="6265823"/>
            <a:chOff x="0" y="0"/>
            <a:chExt cx="907614" cy="1650258"/>
          </a:xfrm>
        </p:grpSpPr>
        <p:sp>
          <p:nvSpPr>
            <p:cNvPr name="Freeform 40" id="40"/>
            <p:cNvSpPr/>
            <p:nvPr/>
          </p:nvSpPr>
          <p:spPr>
            <a:xfrm flipH="false" flipV="false" rot="0">
              <a:off x="0" y="0"/>
              <a:ext cx="907614" cy="1650258"/>
            </a:xfrm>
            <a:custGeom>
              <a:avLst/>
              <a:gdLst/>
              <a:ahLst/>
              <a:cxnLst/>
              <a:rect r="r" b="b" t="t" l="l"/>
              <a:pathLst>
                <a:path h="1650258" w="907614">
                  <a:moveTo>
                    <a:pt x="67397" y="0"/>
                  </a:moveTo>
                  <a:lnTo>
                    <a:pt x="840217" y="0"/>
                  </a:lnTo>
                  <a:cubicBezTo>
                    <a:pt x="858091" y="0"/>
                    <a:pt x="875234" y="7101"/>
                    <a:pt x="887874" y="19740"/>
                  </a:cubicBezTo>
                  <a:cubicBezTo>
                    <a:pt x="900513" y="32380"/>
                    <a:pt x="907614" y="49522"/>
                    <a:pt x="907614" y="67397"/>
                  </a:cubicBezTo>
                  <a:lnTo>
                    <a:pt x="907614" y="1582861"/>
                  </a:lnTo>
                  <a:cubicBezTo>
                    <a:pt x="907614" y="1600736"/>
                    <a:pt x="900513" y="1617878"/>
                    <a:pt x="887874" y="1630518"/>
                  </a:cubicBezTo>
                  <a:cubicBezTo>
                    <a:pt x="875234" y="1643157"/>
                    <a:pt x="858091" y="1650258"/>
                    <a:pt x="840217" y="1650258"/>
                  </a:cubicBezTo>
                  <a:lnTo>
                    <a:pt x="67397" y="1650258"/>
                  </a:lnTo>
                  <a:cubicBezTo>
                    <a:pt x="30175" y="1650258"/>
                    <a:pt x="0" y="1620083"/>
                    <a:pt x="0" y="1582861"/>
                  </a:cubicBezTo>
                  <a:lnTo>
                    <a:pt x="0" y="67397"/>
                  </a:lnTo>
                  <a:cubicBezTo>
                    <a:pt x="0" y="49522"/>
                    <a:pt x="7101" y="32380"/>
                    <a:pt x="19740" y="19740"/>
                  </a:cubicBezTo>
                  <a:cubicBezTo>
                    <a:pt x="32380" y="7101"/>
                    <a:pt x="49522" y="0"/>
                    <a:pt x="67397" y="0"/>
                  </a:cubicBezTo>
                  <a:close/>
                </a:path>
              </a:pathLst>
            </a:custGeom>
            <a:solidFill>
              <a:srgbClr val="183900"/>
            </a:solidFill>
          </p:spPr>
        </p:sp>
        <p:sp>
          <p:nvSpPr>
            <p:cNvPr name="TextBox 41" id="41"/>
            <p:cNvSpPr txBox="true"/>
            <p:nvPr/>
          </p:nvSpPr>
          <p:spPr>
            <a:xfrm>
              <a:off x="0" y="0"/>
              <a:ext cx="907614" cy="1650258"/>
            </a:xfrm>
            <a:prstGeom prst="rect">
              <a:avLst/>
            </a:prstGeom>
          </p:spPr>
          <p:txBody>
            <a:bodyPr anchor="ctr" rtlCol="false" tIns="50800" lIns="50800" bIns="50800" rIns="50800"/>
            <a:lstStyle/>
            <a:p>
              <a:pPr algn="ctr">
                <a:lnSpc>
                  <a:spcPts val="2752"/>
                </a:lnSpc>
              </a:pPr>
            </a:p>
          </p:txBody>
        </p:sp>
      </p:grpSp>
      <p:sp>
        <p:nvSpPr>
          <p:cNvPr name="Freeform 42" id="42"/>
          <p:cNvSpPr/>
          <p:nvPr/>
        </p:nvSpPr>
        <p:spPr>
          <a:xfrm flipH="false" flipV="false" rot="0">
            <a:off x="14894081" y="2065052"/>
            <a:ext cx="3446097" cy="6257990"/>
          </a:xfrm>
          <a:custGeom>
            <a:avLst/>
            <a:gdLst/>
            <a:ahLst/>
            <a:cxnLst/>
            <a:rect r="r" b="b" t="t" l="l"/>
            <a:pathLst>
              <a:path h="6257990" w="3446097">
                <a:moveTo>
                  <a:pt x="0" y="0"/>
                </a:moveTo>
                <a:lnTo>
                  <a:pt x="3446097" y="0"/>
                </a:lnTo>
                <a:lnTo>
                  <a:pt x="3446097" y="6257991"/>
                </a:lnTo>
                <a:lnTo>
                  <a:pt x="0" y="6257991"/>
                </a:lnTo>
                <a:lnTo>
                  <a:pt x="0" y="0"/>
                </a:lnTo>
                <a:close/>
              </a:path>
            </a:pathLst>
          </a:custGeom>
          <a:blipFill>
            <a:blip r:embed="rId3"/>
            <a:stretch>
              <a:fillRect l="0" t="-860" r="-181487" b="-2477"/>
            </a:stretch>
          </a:blipFill>
        </p:spPr>
      </p:sp>
      <p:sp>
        <p:nvSpPr>
          <p:cNvPr name="Freeform 43" id="43"/>
          <p:cNvSpPr/>
          <p:nvPr/>
        </p:nvSpPr>
        <p:spPr>
          <a:xfrm flipH="false" flipV="false" rot="-10800000">
            <a:off x="14894081" y="2117922"/>
            <a:ext cx="3450992" cy="6265056"/>
          </a:xfrm>
          <a:custGeom>
            <a:avLst/>
            <a:gdLst/>
            <a:ahLst/>
            <a:cxnLst/>
            <a:rect r="r" b="b" t="t" l="l"/>
            <a:pathLst>
              <a:path h="6265056" w="3450992">
                <a:moveTo>
                  <a:pt x="0" y="0"/>
                </a:moveTo>
                <a:lnTo>
                  <a:pt x="3450992" y="0"/>
                </a:lnTo>
                <a:lnTo>
                  <a:pt x="3450992" y="6265056"/>
                </a:lnTo>
                <a:lnTo>
                  <a:pt x="0" y="6265056"/>
                </a:lnTo>
                <a:lnTo>
                  <a:pt x="0" y="0"/>
                </a:lnTo>
                <a:close/>
              </a:path>
            </a:pathLst>
          </a:custGeom>
          <a:blipFill>
            <a:blip r:embed="rId4"/>
            <a:stretch>
              <a:fillRect l="-157397" t="0" r="-120386" b="-33180"/>
            </a:stretch>
          </a:blipFill>
        </p:spPr>
      </p:sp>
      <p:grpSp>
        <p:nvGrpSpPr>
          <p:cNvPr name="Group 44" id="44"/>
          <p:cNvGrpSpPr/>
          <p:nvPr/>
        </p:nvGrpSpPr>
        <p:grpSpPr>
          <a:xfrm rot="0">
            <a:off x="-71405" y="6049634"/>
            <a:ext cx="3436572" cy="2334111"/>
            <a:chOff x="0" y="0"/>
            <a:chExt cx="905105" cy="614745"/>
          </a:xfrm>
        </p:grpSpPr>
        <p:sp>
          <p:nvSpPr>
            <p:cNvPr name="Freeform 45" id="45"/>
            <p:cNvSpPr/>
            <p:nvPr/>
          </p:nvSpPr>
          <p:spPr>
            <a:xfrm flipH="false" flipV="false" rot="0">
              <a:off x="0" y="0"/>
              <a:ext cx="905105" cy="614745"/>
            </a:xfrm>
            <a:custGeom>
              <a:avLst/>
              <a:gdLst/>
              <a:ahLst/>
              <a:cxnLst/>
              <a:rect r="r" b="b" t="t" l="l"/>
              <a:pathLst>
                <a:path h="614745" w="905105">
                  <a:moveTo>
                    <a:pt x="0" y="0"/>
                  </a:moveTo>
                  <a:lnTo>
                    <a:pt x="905105" y="0"/>
                  </a:lnTo>
                  <a:lnTo>
                    <a:pt x="905105"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46" id="46"/>
            <p:cNvSpPr txBox="true"/>
            <p:nvPr/>
          </p:nvSpPr>
          <p:spPr>
            <a:xfrm>
              <a:off x="0" y="0"/>
              <a:ext cx="905105" cy="614745"/>
            </a:xfrm>
            <a:prstGeom prst="rect">
              <a:avLst/>
            </a:prstGeom>
          </p:spPr>
          <p:txBody>
            <a:bodyPr anchor="ctr" rtlCol="false" tIns="50800" lIns="50800" bIns="50800" rIns="50800"/>
            <a:lstStyle/>
            <a:p>
              <a:pPr algn="ctr">
                <a:lnSpc>
                  <a:spcPts val="2752"/>
                </a:lnSpc>
              </a:pPr>
            </a:p>
          </p:txBody>
        </p:sp>
      </p:grpSp>
      <p:grpSp>
        <p:nvGrpSpPr>
          <p:cNvPr name="Group 47" id="47"/>
          <p:cNvGrpSpPr/>
          <p:nvPr/>
        </p:nvGrpSpPr>
        <p:grpSpPr>
          <a:xfrm rot="0">
            <a:off x="3635164" y="8561231"/>
            <a:ext cx="3517502" cy="515046"/>
            <a:chOff x="0" y="0"/>
            <a:chExt cx="926420" cy="135650"/>
          </a:xfrm>
        </p:grpSpPr>
        <p:sp>
          <p:nvSpPr>
            <p:cNvPr name="Freeform 48" id="48"/>
            <p:cNvSpPr/>
            <p:nvPr/>
          </p:nvSpPr>
          <p:spPr>
            <a:xfrm flipH="false" flipV="false" rot="0">
              <a:off x="0" y="0"/>
              <a:ext cx="926420" cy="135650"/>
            </a:xfrm>
            <a:custGeom>
              <a:avLst/>
              <a:gdLst/>
              <a:ahLst/>
              <a:cxnLst/>
              <a:rect r="r" b="b" t="t" l="l"/>
              <a:pathLst>
                <a:path h="135650" w="926420">
                  <a:moveTo>
                    <a:pt x="57225" y="0"/>
                  </a:moveTo>
                  <a:lnTo>
                    <a:pt x="869195" y="0"/>
                  </a:lnTo>
                  <a:cubicBezTo>
                    <a:pt x="900800" y="0"/>
                    <a:pt x="926420" y="25621"/>
                    <a:pt x="926420" y="57225"/>
                  </a:cubicBezTo>
                  <a:lnTo>
                    <a:pt x="926420" y="78425"/>
                  </a:lnTo>
                  <a:cubicBezTo>
                    <a:pt x="926420" y="110029"/>
                    <a:pt x="900800" y="135650"/>
                    <a:pt x="869195" y="135650"/>
                  </a:cubicBezTo>
                  <a:lnTo>
                    <a:pt x="57225" y="135650"/>
                  </a:lnTo>
                  <a:cubicBezTo>
                    <a:pt x="25621" y="135650"/>
                    <a:pt x="0" y="110029"/>
                    <a:pt x="0" y="78425"/>
                  </a:cubicBezTo>
                  <a:lnTo>
                    <a:pt x="0" y="57225"/>
                  </a:lnTo>
                  <a:cubicBezTo>
                    <a:pt x="0" y="25621"/>
                    <a:pt x="25621" y="0"/>
                    <a:pt x="57225" y="0"/>
                  </a:cubicBezTo>
                  <a:close/>
                </a:path>
              </a:pathLst>
            </a:custGeom>
            <a:solidFill>
              <a:srgbClr val="183900"/>
            </a:solidFill>
          </p:spPr>
        </p:sp>
        <p:sp>
          <p:nvSpPr>
            <p:cNvPr name="TextBox 49" id="49"/>
            <p:cNvSpPr txBox="true"/>
            <p:nvPr/>
          </p:nvSpPr>
          <p:spPr>
            <a:xfrm>
              <a:off x="0" y="-28575"/>
              <a:ext cx="926420" cy="164225"/>
            </a:xfrm>
            <a:prstGeom prst="rect">
              <a:avLst/>
            </a:prstGeom>
          </p:spPr>
          <p:txBody>
            <a:bodyPr anchor="ctr" rtlCol="false" tIns="50800" lIns="50800" bIns="50800" rIns="50800"/>
            <a:lstStyle/>
            <a:p>
              <a:pPr algn="ctr">
                <a:lnSpc>
                  <a:spcPts val="2380"/>
                </a:lnSpc>
              </a:pPr>
            </a:p>
          </p:txBody>
        </p:sp>
      </p:grpSp>
      <p:sp>
        <p:nvSpPr>
          <p:cNvPr name="TextBox 50" id="50"/>
          <p:cNvSpPr txBox="true"/>
          <p:nvPr/>
        </p:nvSpPr>
        <p:spPr>
          <a:xfrm rot="0">
            <a:off x="4572793" y="7239978"/>
            <a:ext cx="1634521"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KETUA</a:t>
            </a:r>
          </a:p>
        </p:txBody>
      </p:sp>
      <p:grpSp>
        <p:nvGrpSpPr>
          <p:cNvPr name="Group 51" id="51"/>
          <p:cNvGrpSpPr/>
          <p:nvPr/>
        </p:nvGrpSpPr>
        <p:grpSpPr>
          <a:xfrm rot="0">
            <a:off x="7411338" y="6009752"/>
            <a:ext cx="3455622" cy="2373226"/>
            <a:chOff x="0" y="0"/>
            <a:chExt cx="910123" cy="625047"/>
          </a:xfrm>
        </p:grpSpPr>
        <p:sp>
          <p:nvSpPr>
            <p:cNvPr name="Freeform 52" id="52"/>
            <p:cNvSpPr/>
            <p:nvPr/>
          </p:nvSpPr>
          <p:spPr>
            <a:xfrm flipH="false" flipV="false" rot="0">
              <a:off x="0" y="0"/>
              <a:ext cx="910123" cy="625047"/>
            </a:xfrm>
            <a:custGeom>
              <a:avLst/>
              <a:gdLst/>
              <a:ahLst/>
              <a:cxnLst/>
              <a:rect r="r" b="b" t="t" l="l"/>
              <a:pathLst>
                <a:path h="625047" w="910123">
                  <a:moveTo>
                    <a:pt x="0" y="0"/>
                  </a:moveTo>
                  <a:lnTo>
                    <a:pt x="910123" y="0"/>
                  </a:lnTo>
                  <a:lnTo>
                    <a:pt x="910123" y="625047"/>
                  </a:lnTo>
                  <a:lnTo>
                    <a:pt x="0" y="625047"/>
                  </a:lnTo>
                  <a:close/>
                </a:path>
              </a:pathLst>
            </a:custGeom>
            <a:gradFill rotWithShape="true">
              <a:gsLst>
                <a:gs pos="0">
                  <a:srgbClr val="000000">
                    <a:alpha val="0"/>
                  </a:srgbClr>
                </a:gs>
                <a:gs pos="100000">
                  <a:srgbClr val="275208">
                    <a:alpha val="100000"/>
                  </a:srgbClr>
                </a:gs>
              </a:gsLst>
              <a:lin ang="5400000"/>
            </a:gradFill>
          </p:spPr>
        </p:sp>
        <p:sp>
          <p:nvSpPr>
            <p:cNvPr name="TextBox 53" id="53"/>
            <p:cNvSpPr txBox="true"/>
            <p:nvPr/>
          </p:nvSpPr>
          <p:spPr>
            <a:xfrm>
              <a:off x="0" y="0"/>
              <a:ext cx="910123" cy="625047"/>
            </a:xfrm>
            <a:prstGeom prst="rect">
              <a:avLst/>
            </a:prstGeom>
          </p:spPr>
          <p:txBody>
            <a:bodyPr anchor="ctr" rtlCol="false" tIns="50800" lIns="50800" bIns="50800" rIns="50800"/>
            <a:lstStyle/>
            <a:p>
              <a:pPr algn="ctr">
                <a:lnSpc>
                  <a:spcPts val="2752"/>
                </a:lnSpc>
              </a:pPr>
            </a:p>
          </p:txBody>
        </p:sp>
      </p:grpSp>
      <p:sp>
        <p:nvSpPr>
          <p:cNvPr name="TextBox 54" id="54"/>
          <p:cNvSpPr txBox="true"/>
          <p:nvPr/>
        </p:nvSpPr>
        <p:spPr>
          <a:xfrm rot="0">
            <a:off x="15560541" y="7239978"/>
            <a:ext cx="2423596"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ANGGOTA</a:t>
            </a:r>
          </a:p>
        </p:txBody>
      </p:sp>
      <p:grpSp>
        <p:nvGrpSpPr>
          <p:cNvPr name="Group 55" id="55"/>
          <p:cNvGrpSpPr/>
          <p:nvPr/>
        </p:nvGrpSpPr>
        <p:grpSpPr>
          <a:xfrm rot="0">
            <a:off x="11171848" y="6049634"/>
            <a:ext cx="3446097" cy="2334111"/>
            <a:chOff x="0" y="0"/>
            <a:chExt cx="907614" cy="614745"/>
          </a:xfrm>
        </p:grpSpPr>
        <p:sp>
          <p:nvSpPr>
            <p:cNvPr name="Freeform 56" id="56"/>
            <p:cNvSpPr/>
            <p:nvPr/>
          </p:nvSpPr>
          <p:spPr>
            <a:xfrm flipH="false" flipV="false" rot="0">
              <a:off x="0" y="0"/>
              <a:ext cx="907614" cy="614745"/>
            </a:xfrm>
            <a:custGeom>
              <a:avLst/>
              <a:gdLst/>
              <a:ahLst/>
              <a:cxnLst/>
              <a:rect r="r" b="b" t="t" l="l"/>
              <a:pathLst>
                <a:path h="614745" w="907614">
                  <a:moveTo>
                    <a:pt x="0" y="0"/>
                  </a:moveTo>
                  <a:lnTo>
                    <a:pt x="907614" y="0"/>
                  </a:lnTo>
                  <a:lnTo>
                    <a:pt x="907614"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57" id="57"/>
            <p:cNvSpPr txBox="true"/>
            <p:nvPr/>
          </p:nvSpPr>
          <p:spPr>
            <a:xfrm>
              <a:off x="0" y="0"/>
              <a:ext cx="907614" cy="614745"/>
            </a:xfrm>
            <a:prstGeom prst="rect">
              <a:avLst/>
            </a:prstGeom>
          </p:spPr>
          <p:txBody>
            <a:bodyPr anchor="ctr" rtlCol="false" tIns="50800" lIns="50800" bIns="50800" rIns="50800"/>
            <a:lstStyle/>
            <a:p>
              <a:pPr algn="ctr">
                <a:lnSpc>
                  <a:spcPts val="2752"/>
                </a:lnSpc>
              </a:pPr>
            </a:p>
          </p:txBody>
        </p:sp>
      </p:grpSp>
      <p:sp>
        <p:nvSpPr>
          <p:cNvPr name="Freeform 58" id="58"/>
          <p:cNvSpPr/>
          <p:nvPr/>
        </p:nvSpPr>
        <p:spPr>
          <a:xfrm flipH="false" flipV="false" rot="0">
            <a:off x="11158505" y="2759609"/>
            <a:ext cx="3459440" cy="5623369"/>
          </a:xfrm>
          <a:custGeom>
            <a:avLst/>
            <a:gdLst/>
            <a:ahLst/>
            <a:cxnLst/>
            <a:rect r="r" b="b" t="t" l="l"/>
            <a:pathLst>
              <a:path h="5623369" w="3459440">
                <a:moveTo>
                  <a:pt x="0" y="0"/>
                </a:moveTo>
                <a:lnTo>
                  <a:pt x="3459440" y="0"/>
                </a:lnTo>
                <a:lnTo>
                  <a:pt x="3459440" y="5623369"/>
                </a:lnTo>
                <a:lnTo>
                  <a:pt x="0" y="5623369"/>
                </a:lnTo>
                <a:lnTo>
                  <a:pt x="0" y="0"/>
                </a:lnTo>
                <a:close/>
              </a:path>
            </a:pathLst>
          </a:custGeom>
          <a:blipFill>
            <a:blip r:embed="rId6"/>
            <a:stretch>
              <a:fillRect l="-22546" t="-14937" r="-17577" b="0"/>
            </a:stretch>
          </a:blipFill>
        </p:spPr>
      </p:sp>
      <p:sp>
        <p:nvSpPr>
          <p:cNvPr name="Freeform 59" id="59"/>
          <p:cNvSpPr/>
          <p:nvPr/>
        </p:nvSpPr>
        <p:spPr>
          <a:xfrm flipH="false" flipV="false" rot="0">
            <a:off x="14894081" y="3008826"/>
            <a:ext cx="4821514" cy="5335037"/>
          </a:xfrm>
          <a:custGeom>
            <a:avLst/>
            <a:gdLst/>
            <a:ahLst/>
            <a:cxnLst/>
            <a:rect r="r" b="b" t="t" l="l"/>
            <a:pathLst>
              <a:path h="5335037" w="4821514">
                <a:moveTo>
                  <a:pt x="0" y="0"/>
                </a:moveTo>
                <a:lnTo>
                  <a:pt x="4821515" y="0"/>
                </a:lnTo>
                <a:lnTo>
                  <a:pt x="4821515" y="5335037"/>
                </a:lnTo>
                <a:lnTo>
                  <a:pt x="0" y="5335037"/>
                </a:lnTo>
                <a:lnTo>
                  <a:pt x="0" y="0"/>
                </a:lnTo>
                <a:close/>
              </a:path>
            </a:pathLst>
          </a:custGeom>
          <a:blipFill>
            <a:blip r:embed="rId7"/>
            <a:stretch>
              <a:fillRect l="-22648" t="-39429" r="-2482" b="-11352"/>
            </a:stretch>
          </a:blipFill>
        </p:spPr>
      </p:sp>
      <p:sp>
        <p:nvSpPr>
          <p:cNvPr name="Freeform 60" id="60"/>
          <p:cNvSpPr/>
          <p:nvPr/>
        </p:nvSpPr>
        <p:spPr>
          <a:xfrm flipH="false" flipV="false" rot="0">
            <a:off x="3670867" y="2759609"/>
            <a:ext cx="3446097" cy="5623369"/>
          </a:xfrm>
          <a:custGeom>
            <a:avLst/>
            <a:gdLst/>
            <a:ahLst/>
            <a:cxnLst/>
            <a:rect r="r" b="b" t="t" l="l"/>
            <a:pathLst>
              <a:path h="5623369" w="3446097">
                <a:moveTo>
                  <a:pt x="0" y="0"/>
                </a:moveTo>
                <a:lnTo>
                  <a:pt x="3446096" y="0"/>
                </a:lnTo>
                <a:lnTo>
                  <a:pt x="3446096" y="5623369"/>
                </a:lnTo>
                <a:lnTo>
                  <a:pt x="0" y="5623369"/>
                </a:lnTo>
                <a:lnTo>
                  <a:pt x="0" y="0"/>
                </a:lnTo>
                <a:close/>
              </a:path>
            </a:pathLst>
          </a:custGeom>
          <a:blipFill>
            <a:blip r:embed="rId8"/>
            <a:stretch>
              <a:fillRect l="-30643" t="-28145" r="-26187" b="0"/>
            </a:stretch>
          </a:blipFill>
        </p:spPr>
      </p:sp>
      <p:sp>
        <p:nvSpPr>
          <p:cNvPr name="Freeform 61" id="61"/>
          <p:cNvSpPr/>
          <p:nvPr/>
        </p:nvSpPr>
        <p:spPr>
          <a:xfrm flipH="false" flipV="false" rot="0">
            <a:off x="-907533" y="2642995"/>
            <a:ext cx="4282225" cy="5739983"/>
          </a:xfrm>
          <a:custGeom>
            <a:avLst/>
            <a:gdLst/>
            <a:ahLst/>
            <a:cxnLst/>
            <a:rect r="r" b="b" t="t" l="l"/>
            <a:pathLst>
              <a:path h="5739983" w="4282225">
                <a:moveTo>
                  <a:pt x="0" y="0"/>
                </a:moveTo>
                <a:lnTo>
                  <a:pt x="4282224" y="0"/>
                </a:lnTo>
                <a:lnTo>
                  <a:pt x="4282224" y="5739983"/>
                </a:lnTo>
                <a:lnTo>
                  <a:pt x="0" y="5739983"/>
                </a:lnTo>
                <a:lnTo>
                  <a:pt x="0" y="0"/>
                </a:lnTo>
                <a:close/>
              </a:path>
            </a:pathLst>
          </a:custGeom>
          <a:blipFill>
            <a:blip r:embed="rId9"/>
            <a:stretch>
              <a:fillRect l="-2753" t="-19873" r="-30224" b="-12400"/>
            </a:stretch>
          </a:blipFill>
        </p:spPr>
      </p:sp>
      <p:grpSp>
        <p:nvGrpSpPr>
          <p:cNvPr name="Group 62" id="62"/>
          <p:cNvGrpSpPr/>
          <p:nvPr/>
        </p:nvGrpSpPr>
        <p:grpSpPr>
          <a:xfrm rot="0">
            <a:off x="0" y="6049634"/>
            <a:ext cx="3387514" cy="2334111"/>
            <a:chOff x="0" y="0"/>
            <a:chExt cx="892185" cy="614745"/>
          </a:xfrm>
        </p:grpSpPr>
        <p:sp>
          <p:nvSpPr>
            <p:cNvPr name="Freeform 63" id="63"/>
            <p:cNvSpPr/>
            <p:nvPr/>
          </p:nvSpPr>
          <p:spPr>
            <a:xfrm flipH="false" flipV="false" rot="0">
              <a:off x="0" y="0"/>
              <a:ext cx="892185" cy="614745"/>
            </a:xfrm>
            <a:custGeom>
              <a:avLst/>
              <a:gdLst/>
              <a:ahLst/>
              <a:cxnLst/>
              <a:rect r="r" b="b" t="t" l="l"/>
              <a:pathLst>
                <a:path h="614745" w="892185">
                  <a:moveTo>
                    <a:pt x="0" y="0"/>
                  </a:moveTo>
                  <a:lnTo>
                    <a:pt x="892185" y="0"/>
                  </a:lnTo>
                  <a:lnTo>
                    <a:pt x="892185"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64" id="64"/>
            <p:cNvSpPr txBox="true"/>
            <p:nvPr/>
          </p:nvSpPr>
          <p:spPr>
            <a:xfrm>
              <a:off x="0" y="0"/>
              <a:ext cx="892185" cy="614745"/>
            </a:xfrm>
            <a:prstGeom prst="rect">
              <a:avLst/>
            </a:prstGeom>
          </p:spPr>
          <p:txBody>
            <a:bodyPr anchor="ctr" rtlCol="false" tIns="50800" lIns="50800" bIns="50800" rIns="50800"/>
            <a:lstStyle/>
            <a:p>
              <a:pPr algn="ctr">
                <a:lnSpc>
                  <a:spcPts val="2752"/>
                </a:lnSpc>
              </a:pPr>
            </a:p>
          </p:txBody>
        </p:sp>
      </p:grpSp>
      <p:grpSp>
        <p:nvGrpSpPr>
          <p:cNvPr name="Group 65" id="65"/>
          <p:cNvGrpSpPr/>
          <p:nvPr/>
        </p:nvGrpSpPr>
        <p:grpSpPr>
          <a:xfrm rot="0">
            <a:off x="3669966" y="6049634"/>
            <a:ext cx="3455622" cy="2334111"/>
            <a:chOff x="0" y="0"/>
            <a:chExt cx="910123" cy="614745"/>
          </a:xfrm>
        </p:grpSpPr>
        <p:sp>
          <p:nvSpPr>
            <p:cNvPr name="Freeform 66" id="66"/>
            <p:cNvSpPr/>
            <p:nvPr/>
          </p:nvSpPr>
          <p:spPr>
            <a:xfrm flipH="false" flipV="false" rot="0">
              <a:off x="0" y="0"/>
              <a:ext cx="910123" cy="614745"/>
            </a:xfrm>
            <a:custGeom>
              <a:avLst/>
              <a:gdLst/>
              <a:ahLst/>
              <a:cxnLst/>
              <a:rect r="r" b="b" t="t" l="l"/>
              <a:pathLst>
                <a:path h="614745" w="910123">
                  <a:moveTo>
                    <a:pt x="0" y="0"/>
                  </a:moveTo>
                  <a:lnTo>
                    <a:pt x="910123" y="0"/>
                  </a:lnTo>
                  <a:lnTo>
                    <a:pt x="910123"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67" id="67"/>
            <p:cNvSpPr txBox="true"/>
            <p:nvPr/>
          </p:nvSpPr>
          <p:spPr>
            <a:xfrm>
              <a:off x="0" y="0"/>
              <a:ext cx="910123" cy="614745"/>
            </a:xfrm>
            <a:prstGeom prst="rect">
              <a:avLst/>
            </a:prstGeom>
          </p:spPr>
          <p:txBody>
            <a:bodyPr anchor="ctr" rtlCol="false" tIns="50800" lIns="50800" bIns="50800" rIns="50800"/>
            <a:lstStyle/>
            <a:p>
              <a:pPr algn="ctr">
                <a:lnSpc>
                  <a:spcPts val="2752"/>
                </a:lnSpc>
              </a:pPr>
            </a:p>
          </p:txBody>
        </p:sp>
      </p:grpSp>
      <p:grpSp>
        <p:nvGrpSpPr>
          <p:cNvPr name="Group 68" id="68"/>
          <p:cNvGrpSpPr/>
          <p:nvPr/>
        </p:nvGrpSpPr>
        <p:grpSpPr>
          <a:xfrm rot="0">
            <a:off x="11152710" y="6049634"/>
            <a:ext cx="3476632" cy="2334111"/>
            <a:chOff x="0" y="0"/>
            <a:chExt cx="915656" cy="614745"/>
          </a:xfrm>
        </p:grpSpPr>
        <p:sp>
          <p:nvSpPr>
            <p:cNvPr name="Freeform 69" id="69"/>
            <p:cNvSpPr/>
            <p:nvPr/>
          </p:nvSpPr>
          <p:spPr>
            <a:xfrm flipH="false" flipV="false" rot="0">
              <a:off x="0" y="0"/>
              <a:ext cx="915656" cy="614745"/>
            </a:xfrm>
            <a:custGeom>
              <a:avLst/>
              <a:gdLst/>
              <a:ahLst/>
              <a:cxnLst/>
              <a:rect r="r" b="b" t="t" l="l"/>
              <a:pathLst>
                <a:path h="614745" w="915656">
                  <a:moveTo>
                    <a:pt x="0" y="0"/>
                  </a:moveTo>
                  <a:lnTo>
                    <a:pt x="915656" y="0"/>
                  </a:lnTo>
                  <a:lnTo>
                    <a:pt x="915656"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70" id="70"/>
            <p:cNvSpPr txBox="true"/>
            <p:nvPr/>
          </p:nvSpPr>
          <p:spPr>
            <a:xfrm>
              <a:off x="0" y="0"/>
              <a:ext cx="915656" cy="614745"/>
            </a:xfrm>
            <a:prstGeom prst="rect">
              <a:avLst/>
            </a:prstGeom>
          </p:spPr>
          <p:txBody>
            <a:bodyPr anchor="ctr" rtlCol="false" tIns="50800" lIns="50800" bIns="50800" rIns="50800"/>
            <a:lstStyle/>
            <a:p>
              <a:pPr algn="ctr">
                <a:lnSpc>
                  <a:spcPts val="2752"/>
                </a:lnSpc>
              </a:pPr>
            </a:p>
          </p:txBody>
        </p:sp>
      </p:grpSp>
      <p:grpSp>
        <p:nvGrpSpPr>
          <p:cNvPr name="Group 71" id="71"/>
          <p:cNvGrpSpPr/>
          <p:nvPr/>
        </p:nvGrpSpPr>
        <p:grpSpPr>
          <a:xfrm rot="0">
            <a:off x="14894081" y="6049634"/>
            <a:ext cx="3610832" cy="2334111"/>
            <a:chOff x="0" y="0"/>
            <a:chExt cx="951001" cy="614745"/>
          </a:xfrm>
        </p:grpSpPr>
        <p:sp>
          <p:nvSpPr>
            <p:cNvPr name="Freeform 72" id="72"/>
            <p:cNvSpPr/>
            <p:nvPr/>
          </p:nvSpPr>
          <p:spPr>
            <a:xfrm flipH="false" flipV="false" rot="0">
              <a:off x="0" y="0"/>
              <a:ext cx="951001" cy="614745"/>
            </a:xfrm>
            <a:custGeom>
              <a:avLst/>
              <a:gdLst/>
              <a:ahLst/>
              <a:cxnLst/>
              <a:rect r="r" b="b" t="t" l="l"/>
              <a:pathLst>
                <a:path h="614745" w="951001">
                  <a:moveTo>
                    <a:pt x="0" y="0"/>
                  </a:moveTo>
                  <a:lnTo>
                    <a:pt x="951001" y="0"/>
                  </a:lnTo>
                  <a:lnTo>
                    <a:pt x="951001" y="614745"/>
                  </a:lnTo>
                  <a:lnTo>
                    <a:pt x="0" y="614745"/>
                  </a:lnTo>
                  <a:close/>
                </a:path>
              </a:pathLst>
            </a:custGeom>
            <a:gradFill rotWithShape="true">
              <a:gsLst>
                <a:gs pos="0">
                  <a:srgbClr val="000000">
                    <a:alpha val="0"/>
                  </a:srgbClr>
                </a:gs>
                <a:gs pos="100000">
                  <a:srgbClr val="275208">
                    <a:alpha val="100000"/>
                  </a:srgbClr>
                </a:gs>
              </a:gsLst>
              <a:lin ang="5400000"/>
            </a:gradFill>
          </p:spPr>
        </p:sp>
        <p:sp>
          <p:nvSpPr>
            <p:cNvPr name="TextBox 73" id="73"/>
            <p:cNvSpPr txBox="true"/>
            <p:nvPr/>
          </p:nvSpPr>
          <p:spPr>
            <a:xfrm>
              <a:off x="0" y="0"/>
              <a:ext cx="951001" cy="614745"/>
            </a:xfrm>
            <a:prstGeom prst="rect">
              <a:avLst/>
            </a:prstGeom>
          </p:spPr>
          <p:txBody>
            <a:bodyPr anchor="ctr" rtlCol="false" tIns="50800" lIns="50800" bIns="50800" rIns="50800"/>
            <a:lstStyle/>
            <a:p>
              <a:pPr algn="ctr">
                <a:lnSpc>
                  <a:spcPts val="2752"/>
                </a:lnSpc>
              </a:pPr>
            </a:p>
          </p:txBody>
        </p:sp>
      </p:grpSp>
      <p:grpSp>
        <p:nvGrpSpPr>
          <p:cNvPr name="Group 74" id="74"/>
          <p:cNvGrpSpPr/>
          <p:nvPr/>
        </p:nvGrpSpPr>
        <p:grpSpPr>
          <a:xfrm rot="0">
            <a:off x="83389" y="8561231"/>
            <a:ext cx="3304125" cy="515046"/>
            <a:chOff x="0" y="0"/>
            <a:chExt cx="870222" cy="135650"/>
          </a:xfrm>
        </p:grpSpPr>
        <p:sp>
          <p:nvSpPr>
            <p:cNvPr name="Freeform 75" id="75"/>
            <p:cNvSpPr/>
            <p:nvPr/>
          </p:nvSpPr>
          <p:spPr>
            <a:xfrm flipH="false" flipV="false" rot="0">
              <a:off x="0" y="0"/>
              <a:ext cx="870222" cy="135650"/>
            </a:xfrm>
            <a:custGeom>
              <a:avLst/>
              <a:gdLst/>
              <a:ahLst/>
              <a:cxnLst/>
              <a:rect r="r" b="b" t="t" l="l"/>
              <a:pathLst>
                <a:path h="135650" w="870222">
                  <a:moveTo>
                    <a:pt x="60921" y="0"/>
                  </a:moveTo>
                  <a:lnTo>
                    <a:pt x="809301" y="0"/>
                  </a:lnTo>
                  <a:cubicBezTo>
                    <a:pt x="842947" y="0"/>
                    <a:pt x="870222" y="27275"/>
                    <a:pt x="870222" y="60921"/>
                  </a:cubicBezTo>
                  <a:lnTo>
                    <a:pt x="870222" y="74729"/>
                  </a:lnTo>
                  <a:cubicBezTo>
                    <a:pt x="870222" y="108375"/>
                    <a:pt x="842947" y="135650"/>
                    <a:pt x="809301" y="135650"/>
                  </a:cubicBezTo>
                  <a:lnTo>
                    <a:pt x="60921" y="135650"/>
                  </a:lnTo>
                  <a:cubicBezTo>
                    <a:pt x="27275" y="135650"/>
                    <a:pt x="0" y="108375"/>
                    <a:pt x="0" y="74729"/>
                  </a:cubicBezTo>
                  <a:lnTo>
                    <a:pt x="0" y="60921"/>
                  </a:lnTo>
                  <a:cubicBezTo>
                    <a:pt x="0" y="27275"/>
                    <a:pt x="27275" y="0"/>
                    <a:pt x="60921" y="0"/>
                  </a:cubicBezTo>
                  <a:close/>
                </a:path>
              </a:pathLst>
            </a:custGeom>
            <a:solidFill>
              <a:srgbClr val="183900"/>
            </a:solidFill>
          </p:spPr>
        </p:sp>
        <p:sp>
          <p:nvSpPr>
            <p:cNvPr name="TextBox 76" id="76"/>
            <p:cNvSpPr txBox="true"/>
            <p:nvPr/>
          </p:nvSpPr>
          <p:spPr>
            <a:xfrm>
              <a:off x="0" y="-28575"/>
              <a:ext cx="870222" cy="164225"/>
            </a:xfrm>
            <a:prstGeom prst="rect">
              <a:avLst/>
            </a:prstGeom>
          </p:spPr>
          <p:txBody>
            <a:bodyPr anchor="ctr" rtlCol="false" tIns="50800" lIns="50800" bIns="50800" rIns="50800"/>
            <a:lstStyle/>
            <a:p>
              <a:pPr algn="ctr">
                <a:lnSpc>
                  <a:spcPts val="2380"/>
                </a:lnSpc>
              </a:pPr>
            </a:p>
          </p:txBody>
        </p:sp>
      </p:grpSp>
      <p:grpSp>
        <p:nvGrpSpPr>
          <p:cNvPr name="Group 77" id="77"/>
          <p:cNvGrpSpPr/>
          <p:nvPr/>
        </p:nvGrpSpPr>
        <p:grpSpPr>
          <a:xfrm rot="0">
            <a:off x="7377436" y="8580569"/>
            <a:ext cx="3517502" cy="1475022"/>
            <a:chOff x="0" y="0"/>
            <a:chExt cx="926420" cy="388483"/>
          </a:xfrm>
        </p:grpSpPr>
        <p:sp>
          <p:nvSpPr>
            <p:cNvPr name="Freeform 78" id="78"/>
            <p:cNvSpPr/>
            <p:nvPr/>
          </p:nvSpPr>
          <p:spPr>
            <a:xfrm flipH="false" flipV="false" rot="0">
              <a:off x="0" y="0"/>
              <a:ext cx="926420" cy="388483"/>
            </a:xfrm>
            <a:custGeom>
              <a:avLst/>
              <a:gdLst/>
              <a:ahLst/>
              <a:cxnLst/>
              <a:rect r="r" b="b" t="t" l="l"/>
              <a:pathLst>
                <a:path h="388483" w="926420">
                  <a:moveTo>
                    <a:pt x="57225" y="0"/>
                  </a:moveTo>
                  <a:lnTo>
                    <a:pt x="869195" y="0"/>
                  </a:lnTo>
                  <a:cubicBezTo>
                    <a:pt x="900800" y="0"/>
                    <a:pt x="926420" y="25621"/>
                    <a:pt x="926420" y="57225"/>
                  </a:cubicBezTo>
                  <a:lnTo>
                    <a:pt x="926420" y="331258"/>
                  </a:lnTo>
                  <a:cubicBezTo>
                    <a:pt x="926420" y="362863"/>
                    <a:pt x="900800" y="388483"/>
                    <a:pt x="869195" y="388483"/>
                  </a:cubicBezTo>
                  <a:lnTo>
                    <a:pt x="57225" y="388483"/>
                  </a:lnTo>
                  <a:cubicBezTo>
                    <a:pt x="25621" y="388483"/>
                    <a:pt x="0" y="362863"/>
                    <a:pt x="0" y="331258"/>
                  </a:cubicBezTo>
                  <a:lnTo>
                    <a:pt x="0" y="57225"/>
                  </a:lnTo>
                  <a:cubicBezTo>
                    <a:pt x="0" y="25621"/>
                    <a:pt x="25621" y="0"/>
                    <a:pt x="57225" y="0"/>
                  </a:cubicBezTo>
                  <a:close/>
                </a:path>
              </a:pathLst>
            </a:custGeom>
            <a:solidFill>
              <a:srgbClr val="183900"/>
            </a:solidFill>
          </p:spPr>
        </p:sp>
        <p:sp>
          <p:nvSpPr>
            <p:cNvPr name="TextBox 79" id="79"/>
            <p:cNvSpPr txBox="true"/>
            <p:nvPr/>
          </p:nvSpPr>
          <p:spPr>
            <a:xfrm>
              <a:off x="0" y="-28575"/>
              <a:ext cx="926420" cy="417058"/>
            </a:xfrm>
            <a:prstGeom prst="rect">
              <a:avLst/>
            </a:prstGeom>
          </p:spPr>
          <p:txBody>
            <a:bodyPr anchor="ctr" rtlCol="false" tIns="50800" lIns="50800" bIns="50800" rIns="50800"/>
            <a:lstStyle/>
            <a:p>
              <a:pPr algn="ctr">
                <a:lnSpc>
                  <a:spcPts val="2380"/>
                </a:lnSpc>
              </a:pPr>
            </a:p>
          </p:txBody>
        </p:sp>
      </p:grpSp>
      <p:grpSp>
        <p:nvGrpSpPr>
          <p:cNvPr name="Group 80" id="80"/>
          <p:cNvGrpSpPr/>
          <p:nvPr/>
        </p:nvGrpSpPr>
        <p:grpSpPr>
          <a:xfrm rot="0">
            <a:off x="11230494" y="8561231"/>
            <a:ext cx="3398848" cy="495708"/>
            <a:chOff x="0" y="0"/>
            <a:chExt cx="895170" cy="130557"/>
          </a:xfrm>
        </p:grpSpPr>
        <p:sp>
          <p:nvSpPr>
            <p:cNvPr name="Freeform 81" id="81"/>
            <p:cNvSpPr/>
            <p:nvPr/>
          </p:nvSpPr>
          <p:spPr>
            <a:xfrm flipH="false" flipV="false" rot="0">
              <a:off x="0" y="0"/>
              <a:ext cx="895170" cy="130557"/>
            </a:xfrm>
            <a:custGeom>
              <a:avLst/>
              <a:gdLst/>
              <a:ahLst/>
              <a:cxnLst/>
              <a:rect r="r" b="b" t="t" l="l"/>
              <a:pathLst>
                <a:path h="130557" w="895170">
                  <a:moveTo>
                    <a:pt x="59223" y="0"/>
                  </a:moveTo>
                  <a:lnTo>
                    <a:pt x="835947" y="0"/>
                  </a:lnTo>
                  <a:cubicBezTo>
                    <a:pt x="851654" y="0"/>
                    <a:pt x="866717" y="6240"/>
                    <a:pt x="877824" y="17346"/>
                  </a:cubicBezTo>
                  <a:cubicBezTo>
                    <a:pt x="888930" y="28452"/>
                    <a:pt x="895170" y="43516"/>
                    <a:pt x="895170" y="59223"/>
                  </a:cubicBezTo>
                  <a:lnTo>
                    <a:pt x="895170" y="71334"/>
                  </a:lnTo>
                  <a:cubicBezTo>
                    <a:pt x="895170" y="104042"/>
                    <a:pt x="868655" y="130557"/>
                    <a:pt x="835947" y="130557"/>
                  </a:cubicBezTo>
                  <a:lnTo>
                    <a:pt x="59223" y="130557"/>
                  </a:lnTo>
                  <a:cubicBezTo>
                    <a:pt x="43516" y="130557"/>
                    <a:pt x="28452" y="124317"/>
                    <a:pt x="17346" y="113211"/>
                  </a:cubicBezTo>
                  <a:cubicBezTo>
                    <a:pt x="6240" y="102104"/>
                    <a:pt x="0" y="87041"/>
                    <a:pt x="0" y="71334"/>
                  </a:cubicBezTo>
                  <a:lnTo>
                    <a:pt x="0" y="59223"/>
                  </a:lnTo>
                  <a:cubicBezTo>
                    <a:pt x="0" y="26515"/>
                    <a:pt x="26515" y="0"/>
                    <a:pt x="59223" y="0"/>
                  </a:cubicBezTo>
                  <a:close/>
                </a:path>
              </a:pathLst>
            </a:custGeom>
            <a:solidFill>
              <a:srgbClr val="183900"/>
            </a:solidFill>
          </p:spPr>
        </p:sp>
        <p:sp>
          <p:nvSpPr>
            <p:cNvPr name="TextBox 82" id="82"/>
            <p:cNvSpPr txBox="true"/>
            <p:nvPr/>
          </p:nvSpPr>
          <p:spPr>
            <a:xfrm>
              <a:off x="0" y="-28575"/>
              <a:ext cx="895170" cy="159132"/>
            </a:xfrm>
            <a:prstGeom prst="rect">
              <a:avLst/>
            </a:prstGeom>
          </p:spPr>
          <p:txBody>
            <a:bodyPr anchor="ctr" rtlCol="false" tIns="50800" lIns="50800" bIns="50800" rIns="50800"/>
            <a:lstStyle/>
            <a:p>
              <a:pPr algn="ctr">
                <a:lnSpc>
                  <a:spcPts val="2380"/>
                </a:lnSpc>
              </a:pPr>
            </a:p>
          </p:txBody>
        </p:sp>
      </p:grpSp>
      <p:grpSp>
        <p:nvGrpSpPr>
          <p:cNvPr name="Group 83" id="83"/>
          <p:cNvGrpSpPr/>
          <p:nvPr/>
        </p:nvGrpSpPr>
        <p:grpSpPr>
          <a:xfrm rot="0">
            <a:off x="14861979" y="8561231"/>
            <a:ext cx="3517502" cy="495708"/>
            <a:chOff x="0" y="0"/>
            <a:chExt cx="926420" cy="130557"/>
          </a:xfrm>
        </p:grpSpPr>
        <p:sp>
          <p:nvSpPr>
            <p:cNvPr name="Freeform 84" id="84"/>
            <p:cNvSpPr/>
            <p:nvPr/>
          </p:nvSpPr>
          <p:spPr>
            <a:xfrm flipH="false" flipV="false" rot="0">
              <a:off x="0" y="0"/>
              <a:ext cx="926420" cy="130557"/>
            </a:xfrm>
            <a:custGeom>
              <a:avLst/>
              <a:gdLst/>
              <a:ahLst/>
              <a:cxnLst/>
              <a:rect r="r" b="b" t="t" l="l"/>
              <a:pathLst>
                <a:path h="130557" w="926420">
                  <a:moveTo>
                    <a:pt x="57225" y="0"/>
                  </a:moveTo>
                  <a:lnTo>
                    <a:pt x="869195" y="0"/>
                  </a:lnTo>
                  <a:cubicBezTo>
                    <a:pt x="900800" y="0"/>
                    <a:pt x="926420" y="25621"/>
                    <a:pt x="926420" y="57225"/>
                  </a:cubicBezTo>
                  <a:lnTo>
                    <a:pt x="926420" y="73331"/>
                  </a:lnTo>
                  <a:cubicBezTo>
                    <a:pt x="926420" y="104936"/>
                    <a:pt x="900800" y="130557"/>
                    <a:pt x="869195" y="130557"/>
                  </a:cubicBezTo>
                  <a:lnTo>
                    <a:pt x="57225" y="130557"/>
                  </a:lnTo>
                  <a:cubicBezTo>
                    <a:pt x="25621" y="130557"/>
                    <a:pt x="0" y="104936"/>
                    <a:pt x="0" y="73331"/>
                  </a:cubicBezTo>
                  <a:lnTo>
                    <a:pt x="0" y="57225"/>
                  </a:lnTo>
                  <a:cubicBezTo>
                    <a:pt x="0" y="25621"/>
                    <a:pt x="25621" y="0"/>
                    <a:pt x="57225" y="0"/>
                  </a:cubicBezTo>
                  <a:close/>
                </a:path>
              </a:pathLst>
            </a:custGeom>
            <a:solidFill>
              <a:srgbClr val="183900"/>
            </a:solidFill>
          </p:spPr>
        </p:sp>
        <p:sp>
          <p:nvSpPr>
            <p:cNvPr name="TextBox 85" id="85"/>
            <p:cNvSpPr txBox="true"/>
            <p:nvPr/>
          </p:nvSpPr>
          <p:spPr>
            <a:xfrm>
              <a:off x="0" y="-28575"/>
              <a:ext cx="926420" cy="159132"/>
            </a:xfrm>
            <a:prstGeom prst="rect">
              <a:avLst/>
            </a:prstGeom>
          </p:spPr>
          <p:txBody>
            <a:bodyPr anchor="ctr" rtlCol="false" tIns="50800" lIns="50800" bIns="50800" rIns="50800"/>
            <a:lstStyle/>
            <a:p>
              <a:pPr algn="ctr">
                <a:lnSpc>
                  <a:spcPts val="2380"/>
                </a:lnSpc>
              </a:pPr>
            </a:p>
          </p:txBody>
        </p:sp>
      </p:grpSp>
      <p:grpSp>
        <p:nvGrpSpPr>
          <p:cNvPr name="Group 86" id="86"/>
          <p:cNvGrpSpPr/>
          <p:nvPr/>
        </p:nvGrpSpPr>
        <p:grpSpPr>
          <a:xfrm rot="0">
            <a:off x="7955125" y="254750"/>
            <a:ext cx="10831761" cy="1187014"/>
            <a:chOff x="0" y="0"/>
            <a:chExt cx="3017792" cy="330709"/>
          </a:xfrm>
        </p:grpSpPr>
        <p:sp>
          <p:nvSpPr>
            <p:cNvPr name="Freeform 87" id="87"/>
            <p:cNvSpPr/>
            <p:nvPr/>
          </p:nvSpPr>
          <p:spPr>
            <a:xfrm flipH="false" flipV="false" rot="0">
              <a:off x="0" y="0"/>
              <a:ext cx="3017792" cy="330709"/>
            </a:xfrm>
            <a:custGeom>
              <a:avLst/>
              <a:gdLst/>
              <a:ahLst/>
              <a:cxnLst/>
              <a:rect r="r" b="b" t="t" l="l"/>
              <a:pathLst>
                <a:path h="330709" w="3017792">
                  <a:moveTo>
                    <a:pt x="71474" y="0"/>
                  </a:moveTo>
                  <a:lnTo>
                    <a:pt x="2946318" y="0"/>
                  </a:lnTo>
                  <a:cubicBezTo>
                    <a:pt x="2985792" y="0"/>
                    <a:pt x="3017792" y="32000"/>
                    <a:pt x="3017792" y="71474"/>
                  </a:cubicBezTo>
                  <a:lnTo>
                    <a:pt x="3017792" y="259235"/>
                  </a:lnTo>
                  <a:cubicBezTo>
                    <a:pt x="3017792" y="298709"/>
                    <a:pt x="2985792" y="330709"/>
                    <a:pt x="2946318" y="330709"/>
                  </a:cubicBezTo>
                  <a:lnTo>
                    <a:pt x="71474" y="330709"/>
                  </a:lnTo>
                  <a:cubicBezTo>
                    <a:pt x="32000" y="330709"/>
                    <a:pt x="0" y="298709"/>
                    <a:pt x="0" y="259235"/>
                  </a:cubicBezTo>
                  <a:lnTo>
                    <a:pt x="0" y="71474"/>
                  </a:lnTo>
                  <a:cubicBezTo>
                    <a:pt x="0" y="32000"/>
                    <a:pt x="32000" y="0"/>
                    <a:pt x="71474" y="0"/>
                  </a:cubicBezTo>
                  <a:close/>
                </a:path>
              </a:pathLst>
            </a:custGeom>
            <a:solidFill>
              <a:srgbClr val="FFFFFC"/>
            </a:solidFill>
            <a:ln w="28575" cap="rnd">
              <a:solidFill>
                <a:srgbClr val="000000"/>
              </a:solidFill>
              <a:prstDash val="solid"/>
              <a:round/>
            </a:ln>
          </p:spPr>
        </p:sp>
        <p:sp>
          <p:nvSpPr>
            <p:cNvPr name="TextBox 88" id="88"/>
            <p:cNvSpPr txBox="true"/>
            <p:nvPr/>
          </p:nvSpPr>
          <p:spPr>
            <a:xfrm>
              <a:off x="0" y="-28575"/>
              <a:ext cx="3017792" cy="359284"/>
            </a:xfrm>
            <a:prstGeom prst="rect">
              <a:avLst/>
            </a:prstGeom>
          </p:spPr>
          <p:txBody>
            <a:bodyPr anchor="ctr" rtlCol="false" tIns="48023" lIns="48023" bIns="48023" rIns="48023"/>
            <a:lstStyle/>
            <a:p>
              <a:pPr algn="ctr">
                <a:lnSpc>
                  <a:spcPts val="2380"/>
                </a:lnSpc>
              </a:pPr>
            </a:p>
          </p:txBody>
        </p:sp>
      </p:grpSp>
      <p:sp>
        <p:nvSpPr>
          <p:cNvPr name="Freeform 89" id="89"/>
          <p:cNvSpPr/>
          <p:nvPr/>
        </p:nvSpPr>
        <p:spPr>
          <a:xfrm flipH="false" flipV="false" rot="0">
            <a:off x="8275009" y="519726"/>
            <a:ext cx="568931" cy="610713"/>
          </a:xfrm>
          <a:custGeom>
            <a:avLst/>
            <a:gdLst/>
            <a:ahLst/>
            <a:cxnLst/>
            <a:rect r="r" b="b" t="t" l="l"/>
            <a:pathLst>
              <a:path h="610713" w="568931">
                <a:moveTo>
                  <a:pt x="0" y="0"/>
                </a:moveTo>
                <a:lnTo>
                  <a:pt x="568931" y="0"/>
                </a:lnTo>
                <a:lnTo>
                  <a:pt x="568931" y="610712"/>
                </a:lnTo>
                <a:lnTo>
                  <a:pt x="0" y="610712"/>
                </a:lnTo>
                <a:lnTo>
                  <a:pt x="0" y="0"/>
                </a:lnTo>
                <a:close/>
              </a:path>
            </a:pathLst>
          </a:custGeom>
          <a:blipFill>
            <a:blip r:embed="rId10"/>
            <a:stretch>
              <a:fillRect l="-3671" t="0" r="-3671" b="0"/>
            </a:stretch>
          </a:blipFill>
        </p:spPr>
      </p:sp>
      <p:sp>
        <p:nvSpPr>
          <p:cNvPr name="Freeform 90" id="90"/>
          <p:cNvSpPr/>
          <p:nvPr/>
        </p:nvSpPr>
        <p:spPr>
          <a:xfrm flipH="false" flipV="false" rot="0">
            <a:off x="12767851" y="177633"/>
            <a:ext cx="1206309" cy="1294898"/>
          </a:xfrm>
          <a:custGeom>
            <a:avLst/>
            <a:gdLst/>
            <a:ahLst/>
            <a:cxnLst/>
            <a:rect r="r" b="b" t="t" l="l"/>
            <a:pathLst>
              <a:path h="1294898" w="1206309">
                <a:moveTo>
                  <a:pt x="0" y="0"/>
                </a:moveTo>
                <a:lnTo>
                  <a:pt x="1206309" y="0"/>
                </a:lnTo>
                <a:lnTo>
                  <a:pt x="1206309" y="1294898"/>
                </a:lnTo>
                <a:lnTo>
                  <a:pt x="0" y="1294898"/>
                </a:lnTo>
                <a:lnTo>
                  <a:pt x="0" y="0"/>
                </a:lnTo>
                <a:close/>
              </a:path>
            </a:pathLst>
          </a:custGeom>
          <a:blipFill>
            <a:blip r:embed="rId11"/>
            <a:stretch>
              <a:fillRect l="-3671" t="0" r="-3671" b="0"/>
            </a:stretch>
          </a:blipFill>
        </p:spPr>
      </p:sp>
      <p:sp>
        <p:nvSpPr>
          <p:cNvPr name="Freeform 91" id="91"/>
          <p:cNvSpPr/>
          <p:nvPr/>
        </p:nvSpPr>
        <p:spPr>
          <a:xfrm flipH="false" flipV="false" rot="0">
            <a:off x="10519206" y="224045"/>
            <a:ext cx="1119834" cy="1202073"/>
          </a:xfrm>
          <a:custGeom>
            <a:avLst/>
            <a:gdLst/>
            <a:ahLst/>
            <a:cxnLst/>
            <a:rect r="r" b="b" t="t" l="l"/>
            <a:pathLst>
              <a:path h="1202073" w="1119834">
                <a:moveTo>
                  <a:pt x="0" y="0"/>
                </a:moveTo>
                <a:lnTo>
                  <a:pt x="1119834" y="0"/>
                </a:lnTo>
                <a:lnTo>
                  <a:pt x="1119834" y="1202073"/>
                </a:lnTo>
                <a:lnTo>
                  <a:pt x="0" y="1202073"/>
                </a:lnTo>
                <a:lnTo>
                  <a:pt x="0" y="0"/>
                </a:lnTo>
                <a:close/>
              </a:path>
            </a:pathLst>
          </a:custGeom>
          <a:blipFill>
            <a:blip r:embed="rId12"/>
            <a:stretch>
              <a:fillRect l="-3671" t="0" r="-3671" b="0"/>
            </a:stretch>
          </a:blipFill>
        </p:spPr>
      </p:sp>
      <p:sp>
        <p:nvSpPr>
          <p:cNvPr name="Freeform 92" id="92"/>
          <p:cNvSpPr/>
          <p:nvPr/>
        </p:nvSpPr>
        <p:spPr>
          <a:xfrm flipH="false" flipV="false" rot="0">
            <a:off x="11639040" y="177633"/>
            <a:ext cx="1206309" cy="1294898"/>
          </a:xfrm>
          <a:custGeom>
            <a:avLst/>
            <a:gdLst/>
            <a:ahLst/>
            <a:cxnLst/>
            <a:rect r="r" b="b" t="t" l="l"/>
            <a:pathLst>
              <a:path h="1294898" w="1206309">
                <a:moveTo>
                  <a:pt x="0" y="0"/>
                </a:moveTo>
                <a:lnTo>
                  <a:pt x="1206309" y="0"/>
                </a:lnTo>
                <a:lnTo>
                  <a:pt x="1206309" y="1294898"/>
                </a:lnTo>
                <a:lnTo>
                  <a:pt x="0" y="1294898"/>
                </a:lnTo>
                <a:lnTo>
                  <a:pt x="0" y="0"/>
                </a:lnTo>
                <a:close/>
              </a:path>
            </a:pathLst>
          </a:custGeom>
          <a:blipFill>
            <a:blip r:embed="rId13"/>
            <a:stretch>
              <a:fillRect l="-3671" t="0" r="-3671" b="0"/>
            </a:stretch>
          </a:blipFill>
        </p:spPr>
      </p:sp>
      <p:sp>
        <p:nvSpPr>
          <p:cNvPr name="Freeform 93" id="93"/>
          <p:cNvSpPr/>
          <p:nvPr/>
        </p:nvSpPr>
        <p:spPr>
          <a:xfrm flipH="false" flipV="false" rot="0">
            <a:off x="15741295" y="519726"/>
            <a:ext cx="590694" cy="578982"/>
          </a:xfrm>
          <a:custGeom>
            <a:avLst/>
            <a:gdLst/>
            <a:ahLst/>
            <a:cxnLst/>
            <a:rect r="r" b="b" t="t" l="l"/>
            <a:pathLst>
              <a:path h="578982" w="590694">
                <a:moveTo>
                  <a:pt x="0" y="0"/>
                </a:moveTo>
                <a:lnTo>
                  <a:pt x="590694" y="0"/>
                </a:lnTo>
                <a:lnTo>
                  <a:pt x="590694" y="578982"/>
                </a:lnTo>
                <a:lnTo>
                  <a:pt x="0" y="578982"/>
                </a:lnTo>
                <a:lnTo>
                  <a:pt x="0" y="0"/>
                </a:lnTo>
                <a:close/>
              </a:path>
            </a:pathLst>
          </a:custGeom>
          <a:blipFill>
            <a:blip r:embed="rId14"/>
            <a:stretch>
              <a:fillRect l="0" t="-1456" r="0" b="-566"/>
            </a:stretch>
          </a:blipFill>
        </p:spPr>
      </p:sp>
      <p:sp>
        <p:nvSpPr>
          <p:cNvPr name="Freeform 94" id="94"/>
          <p:cNvSpPr/>
          <p:nvPr/>
        </p:nvSpPr>
        <p:spPr>
          <a:xfrm flipH="false" flipV="false" rot="0">
            <a:off x="8974517" y="599790"/>
            <a:ext cx="1544689" cy="450583"/>
          </a:xfrm>
          <a:custGeom>
            <a:avLst/>
            <a:gdLst/>
            <a:ahLst/>
            <a:cxnLst/>
            <a:rect r="r" b="b" t="t" l="l"/>
            <a:pathLst>
              <a:path h="450583" w="1544689">
                <a:moveTo>
                  <a:pt x="0" y="0"/>
                </a:moveTo>
                <a:lnTo>
                  <a:pt x="1544689" y="0"/>
                </a:lnTo>
                <a:lnTo>
                  <a:pt x="1544689" y="450583"/>
                </a:lnTo>
                <a:lnTo>
                  <a:pt x="0" y="450583"/>
                </a:lnTo>
                <a:lnTo>
                  <a:pt x="0" y="0"/>
                </a:lnTo>
                <a:close/>
              </a:path>
            </a:pathLst>
          </a:custGeom>
          <a:blipFill>
            <a:blip r:embed="rId15"/>
            <a:stretch>
              <a:fillRect l="0" t="-552" r="0" b="-552"/>
            </a:stretch>
          </a:blipFill>
        </p:spPr>
      </p:sp>
      <p:sp>
        <p:nvSpPr>
          <p:cNvPr name="Freeform 95" id="95"/>
          <p:cNvSpPr/>
          <p:nvPr/>
        </p:nvSpPr>
        <p:spPr>
          <a:xfrm flipH="false" flipV="false" rot="0">
            <a:off x="16407128" y="535591"/>
            <a:ext cx="1622900" cy="625332"/>
          </a:xfrm>
          <a:custGeom>
            <a:avLst/>
            <a:gdLst/>
            <a:ahLst/>
            <a:cxnLst/>
            <a:rect r="r" b="b" t="t" l="l"/>
            <a:pathLst>
              <a:path h="625332" w="1622900">
                <a:moveTo>
                  <a:pt x="0" y="0"/>
                </a:moveTo>
                <a:lnTo>
                  <a:pt x="1622900" y="0"/>
                </a:lnTo>
                <a:lnTo>
                  <a:pt x="1622900" y="625332"/>
                </a:lnTo>
                <a:lnTo>
                  <a:pt x="0" y="625332"/>
                </a:lnTo>
                <a:lnTo>
                  <a:pt x="0" y="0"/>
                </a:lnTo>
                <a:close/>
              </a:path>
            </a:pathLst>
          </a:custGeom>
          <a:blipFill>
            <a:blip r:embed="rId16"/>
            <a:stretch>
              <a:fillRect l="0" t="0" r="-5929" b="0"/>
            </a:stretch>
          </a:blipFill>
        </p:spPr>
      </p:sp>
      <p:sp>
        <p:nvSpPr>
          <p:cNvPr name="Freeform 96" id="96"/>
          <p:cNvSpPr/>
          <p:nvPr/>
        </p:nvSpPr>
        <p:spPr>
          <a:xfrm flipH="false" flipV="false" rot="0">
            <a:off x="13869759" y="599790"/>
            <a:ext cx="1796397" cy="470431"/>
          </a:xfrm>
          <a:custGeom>
            <a:avLst/>
            <a:gdLst/>
            <a:ahLst/>
            <a:cxnLst/>
            <a:rect r="r" b="b" t="t" l="l"/>
            <a:pathLst>
              <a:path h="470431" w="1796397">
                <a:moveTo>
                  <a:pt x="0" y="0"/>
                </a:moveTo>
                <a:lnTo>
                  <a:pt x="1796397" y="0"/>
                </a:lnTo>
                <a:lnTo>
                  <a:pt x="1796397" y="470432"/>
                </a:lnTo>
                <a:lnTo>
                  <a:pt x="0" y="470432"/>
                </a:lnTo>
                <a:lnTo>
                  <a:pt x="0" y="0"/>
                </a:lnTo>
                <a:close/>
              </a:path>
            </a:pathLst>
          </a:custGeom>
          <a:blipFill>
            <a:blip r:embed="rId17"/>
            <a:stretch>
              <a:fillRect l="0" t="0" r="0" b="0"/>
            </a:stretch>
          </a:blipFill>
        </p:spPr>
      </p:sp>
      <p:sp>
        <p:nvSpPr>
          <p:cNvPr name="TextBox 97" id="97"/>
          <p:cNvSpPr txBox="true"/>
          <p:nvPr/>
        </p:nvSpPr>
        <p:spPr>
          <a:xfrm rot="0">
            <a:off x="618473" y="390287"/>
            <a:ext cx="6593703" cy="1152355"/>
          </a:xfrm>
          <a:prstGeom prst="rect">
            <a:avLst/>
          </a:prstGeom>
        </p:spPr>
        <p:txBody>
          <a:bodyPr anchor="t" rtlCol="false" tIns="0" lIns="0" bIns="0" rIns="0">
            <a:spAutoFit/>
          </a:bodyPr>
          <a:lstStyle/>
          <a:p>
            <a:pPr algn="l">
              <a:lnSpc>
                <a:spcPts val="4287"/>
              </a:lnSpc>
            </a:pPr>
            <a:r>
              <a:rPr lang="en-US" b="true" sz="4375">
                <a:solidFill>
                  <a:srgbClr val="FFFFFC"/>
                </a:solidFill>
                <a:latin typeface="Poppins Bold"/>
                <a:ea typeface="Poppins Bold"/>
                <a:cs typeface="Poppins Bold"/>
                <a:sym typeface="Poppins Bold"/>
              </a:rPr>
              <a:t>DOSEN PENDAMPING DAN SUSUNAN TIM</a:t>
            </a:r>
          </a:p>
        </p:txBody>
      </p:sp>
      <p:sp>
        <p:nvSpPr>
          <p:cNvPr name="TextBox 98" id="98"/>
          <p:cNvSpPr txBox="true"/>
          <p:nvPr/>
        </p:nvSpPr>
        <p:spPr>
          <a:xfrm rot="0">
            <a:off x="7431377" y="8783795"/>
            <a:ext cx="3519302" cy="1341781"/>
          </a:xfrm>
          <a:prstGeom prst="rect">
            <a:avLst/>
          </a:prstGeom>
        </p:spPr>
        <p:txBody>
          <a:bodyPr anchor="t" rtlCol="false" tIns="0" lIns="0" bIns="0" rIns="0">
            <a:spAutoFit/>
          </a:bodyPr>
          <a:lstStyle/>
          <a:p>
            <a:pPr algn="ctr">
              <a:lnSpc>
                <a:spcPts val="2663"/>
              </a:lnSpc>
            </a:pPr>
            <a:r>
              <a:rPr lang="en-US" sz="2336" b="true">
                <a:solidFill>
                  <a:srgbClr val="FFFFFF"/>
                </a:solidFill>
                <a:latin typeface="Open Sans Bold"/>
                <a:ea typeface="Open Sans Bold"/>
                <a:cs typeface="Open Sans Bold"/>
                <a:sym typeface="Open Sans Bold"/>
              </a:rPr>
              <a:t>Dr. drg. Indra Bramanti, M.Sc., Sp.KGA(K)</a:t>
            </a:r>
          </a:p>
          <a:p>
            <a:pPr algn="ctr">
              <a:lnSpc>
                <a:spcPts val="2663"/>
              </a:lnSpc>
            </a:pPr>
          </a:p>
        </p:txBody>
      </p:sp>
      <p:sp>
        <p:nvSpPr>
          <p:cNvPr name="TextBox 99" id="99"/>
          <p:cNvSpPr txBox="true"/>
          <p:nvPr/>
        </p:nvSpPr>
        <p:spPr>
          <a:xfrm rot="0">
            <a:off x="349892" y="8539844"/>
            <a:ext cx="2727263" cy="481330"/>
          </a:xfrm>
          <a:prstGeom prst="rect">
            <a:avLst/>
          </a:prstGeom>
        </p:spPr>
        <p:txBody>
          <a:bodyPr anchor="t" rtlCol="false" tIns="0" lIns="0" bIns="0" rIns="0">
            <a:spAutoFit/>
          </a:bodyPr>
          <a:lstStyle/>
          <a:p>
            <a:pPr algn="ctr">
              <a:lnSpc>
                <a:spcPts val="3919"/>
              </a:lnSpc>
            </a:pPr>
            <a:r>
              <a:rPr lang="en-US" sz="2799" b="true">
                <a:solidFill>
                  <a:srgbClr val="FFFFFF"/>
                </a:solidFill>
                <a:latin typeface="Open Sans Bold"/>
                <a:ea typeface="Open Sans Bold"/>
                <a:cs typeface="Open Sans Bold"/>
                <a:sym typeface="Open Sans Bold"/>
              </a:rPr>
              <a:t>Hendra Kurnia</a:t>
            </a:r>
          </a:p>
        </p:txBody>
      </p:sp>
      <p:sp>
        <p:nvSpPr>
          <p:cNvPr name="TextBox 100" id="100"/>
          <p:cNvSpPr txBox="true"/>
          <p:nvPr/>
        </p:nvSpPr>
        <p:spPr>
          <a:xfrm rot="0">
            <a:off x="349892" y="9317908"/>
            <a:ext cx="2727263" cy="662940"/>
          </a:xfrm>
          <a:prstGeom prst="rect">
            <a:avLst/>
          </a:prstGeom>
        </p:spPr>
        <p:txBody>
          <a:bodyPr anchor="t" rtlCol="false" tIns="0" lIns="0" bIns="0" rIns="0">
            <a:spAutoFit/>
          </a:bodyPr>
          <a:lstStyle/>
          <a:p>
            <a:pPr algn="ctr">
              <a:lnSpc>
                <a:spcPts val="2625"/>
              </a:lnSpc>
            </a:pPr>
            <a:r>
              <a:rPr lang="en-US" b="true" sz="2100">
                <a:solidFill>
                  <a:srgbClr val="FFFFFF"/>
                </a:solidFill>
                <a:latin typeface="Open Sans Bold"/>
                <a:ea typeface="Open Sans Bold"/>
                <a:cs typeface="Open Sans Bold"/>
                <a:sym typeface="Open Sans Bold"/>
              </a:rPr>
              <a:t>Teknologi Informasi 2024</a:t>
            </a:r>
          </a:p>
        </p:txBody>
      </p:sp>
      <p:sp>
        <p:nvSpPr>
          <p:cNvPr name="TextBox 101" id="101"/>
          <p:cNvSpPr txBox="true"/>
          <p:nvPr/>
        </p:nvSpPr>
        <p:spPr>
          <a:xfrm rot="0">
            <a:off x="11725373" y="8522268"/>
            <a:ext cx="2336304" cy="481330"/>
          </a:xfrm>
          <a:prstGeom prst="rect">
            <a:avLst/>
          </a:prstGeom>
        </p:spPr>
        <p:txBody>
          <a:bodyPr anchor="t" rtlCol="false" tIns="0" lIns="0" bIns="0" rIns="0">
            <a:spAutoFit/>
          </a:bodyPr>
          <a:lstStyle/>
          <a:p>
            <a:pPr algn="ctr">
              <a:lnSpc>
                <a:spcPts val="3919"/>
              </a:lnSpc>
            </a:pPr>
            <a:r>
              <a:rPr lang="en-US" sz="2799" b="true">
                <a:solidFill>
                  <a:srgbClr val="FFFFFF"/>
                </a:solidFill>
                <a:latin typeface="Open Sans Bold"/>
                <a:ea typeface="Open Sans Bold"/>
                <a:cs typeface="Open Sans Bold"/>
                <a:sym typeface="Open Sans Bold"/>
              </a:rPr>
              <a:t>Naefi Luthfia</a:t>
            </a:r>
          </a:p>
        </p:txBody>
      </p:sp>
      <p:sp>
        <p:nvSpPr>
          <p:cNvPr name="TextBox 102" id="102"/>
          <p:cNvSpPr txBox="true"/>
          <p:nvPr/>
        </p:nvSpPr>
        <p:spPr>
          <a:xfrm rot="0">
            <a:off x="11625549" y="9221486"/>
            <a:ext cx="2505819" cy="662940"/>
          </a:xfrm>
          <a:prstGeom prst="rect">
            <a:avLst/>
          </a:prstGeom>
        </p:spPr>
        <p:txBody>
          <a:bodyPr anchor="t" rtlCol="false" tIns="0" lIns="0" bIns="0" rIns="0">
            <a:spAutoFit/>
          </a:bodyPr>
          <a:lstStyle/>
          <a:p>
            <a:pPr algn="ctr">
              <a:lnSpc>
                <a:spcPts val="2625"/>
              </a:lnSpc>
            </a:pPr>
            <a:r>
              <a:rPr lang="en-US" b="true" sz="2100">
                <a:solidFill>
                  <a:srgbClr val="FFFFFC"/>
                </a:solidFill>
                <a:latin typeface="Open Sans Bold"/>
                <a:ea typeface="Open Sans Bold"/>
                <a:cs typeface="Open Sans Bold"/>
                <a:sym typeface="Open Sans Bold"/>
              </a:rPr>
              <a:t>Kedokteran Gigi</a:t>
            </a:r>
          </a:p>
          <a:p>
            <a:pPr algn="ctr">
              <a:lnSpc>
                <a:spcPts val="2625"/>
              </a:lnSpc>
            </a:pPr>
            <a:r>
              <a:rPr lang="en-US" b="true" sz="2100">
                <a:solidFill>
                  <a:srgbClr val="FFFFFC"/>
                </a:solidFill>
                <a:latin typeface="Open Sans Bold"/>
                <a:ea typeface="Open Sans Bold"/>
                <a:cs typeface="Open Sans Bold"/>
                <a:sym typeface="Open Sans Bold"/>
              </a:rPr>
              <a:t>2025</a:t>
            </a:r>
          </a:p>
        </p:txBody>
      </p:sp>
      <p:sp>
        <p:nvSpPr>
          <p:cNvPr name="TextBox 103" id="103"/>
          <p:cNvSpPr txBox="true"/>
          <p:nvPr/>
        </p:nvSpPr>
        <p:spPr>
          <a:xfrm rot="0">
            <a:off x="3714292" y="8539845"/>
            <a:ext cx="3438373"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Alya Ramadhani </a:t>
            </a:r>
          </a:p>
        </p:txBody>
      </p:sp>
      <p:sp>
        <p:nvSpPr>
          <p:cNvPr name="TextBox 104" id="104"/>
          <p:cNvSpPr txBox="true"/>
          <p:nvPr/>
        </p:nvSpPr>
        <p:spPr>
          <a:xfrm rot="0">
            <a:off x="4043662" y="9317908"/>
            <a:ext cx="2505819" cy="662940"/>
          </a:xfrm>
          <a:prstGeom prst="rect">
            <a:avLst/>
          </a:prstGeom>
        </p:spPr>
        <p:txBody>
          <a:bodyPr anchor="t" rtlCol="false" tIns="0" lIns="0" bIns="0" rIns="0">
            <a:spAutoFit/>
          </a:bodyPr>
          <a:lstStyle/>
          <a:p>
            <a:pPr algn="ctr">
              <a:lnSpc>
                <a:spcPts val="2625"/>
              </a:lnSpc>
            </a:pPr>
            <a:r>
              <a:rPr lang="en-US" b="true" sz="2100">
                <a:solidFill>
                  <a:srgbClr val="FDFDFD"/>
                </a:solidFill>
                <a:latin typeface="Open Sans Bold"/>
                <a:ea typeface="Open Sans Bold"/>
                <a:cs typeface="Open Sans Bold"/>
                <a:sym typeface="Open Sans Bold"/>
              </a:rPr>
              <a:t>Kedokteran Gigi</a:t>
            </a:r>
          </a:p>
          <a:p>
            <a:pPr algn="ctr">
              <a:lnSpc>
                <a:spcPts val="2625"/>
              </a:lnSpc>
            </a:pPr>
            <a:r>
              <a:rPr lang="en-US" b="true" sz="2100">
                <a:solidFill>
                  <a:srgbClr val="FDFDFD"/>
                </a:solidFill>
                <a:latin typeface="Open Sans Bold"/>
                <a:ea typeface="Open Sans Bold"/>
                <a:cs typeface="Open Sans Bold"/>
                <a:sym typeface="Open Sans Bold"/>
              </a:rPr>
              <a:t>2025</a:t>
            </a:r>
          </a:p>
        </p:txBody>
      </p:sp>
      <p:sp>
        <p:nvSpPr>
          <p:cNvPr name="TextBox 105" id="105"/>
          <p:cNvSpPr txBox="true"/>
          <p:nvPr/>
        </p:nvSpPr>
        <p:spPr>
          <a:xfrm rot="0">
            <a:off x="15025108" y="8522268"/>
            <a:ext cx="3132462" cy="481330"/>
          </a:xfrm>
          <a:prstGeom prst="rect">
            <a:avLst/>
          </a:prstGeom>
        </p:spPr>
        <p:txBody>
          <a:bodyPr anchor="t" rtlCol="false" tIns="0" lIns="0" bIns="0" rIns="0">
            <a:spAutoFit/>
          </a:bodyPr>
          <a:lstStyle/>
          <a:p>
            <a:pPr algn="ctr">
              <a:lnSpc>
                <a:spcPts val="3919"/>
              </a:lnSpc>
            </a:pPr>
            <a:r>
              <a:rPr lang="en-US" sz="2799" b="true">
                <a:solidFill>
                  <a:srgbClr val="FFFFFF"/>
                </a:solidFill>
                <a:latin typeface="Open Sans Bold"/>
                <a:ea typeface="Open Sans Bold"/>
                <a:cs typeface="Open Sans Bold"/>
                <a:sym typeface="Open Sans Bold"/>
              </a:rPr>
              <a:t>Emmily Martha</a:t>
            </a:r>
          </a:p>
        </p:txBody>
      </p:sp>
      <p:sp>
        <p:nvSpPr>
          <p:cNvPr name="TextBox 106" id="106"/>
          <p:cNvSpPr txBox="true"/>
          <p:nvPr/>
        </p:nvSpPr>
        <p:spPr>
          <a:xfrm rot="0">
            <a:off x="15297318" y="9181100"/>
            <a:ext cx="2505819" cy="662940"/>
          </a:xfrm>
          <a:prstGeom prst="rect">
            <a:avLst/>
          </a:prstGeom>
        </p:spPr>
        <p:txBody>
          <a:bodyPr anchor="t" rtlCol="false" tIns="0" lIns="0" bIns="0" rIns="0">
            <a:spAutoFit/>
          </a:bodyPr>
          <a:lstStyle/>
          <a:p>
            <a:pPr algn="ctr">
              <a:lnSpc>
                <a:spcPts val="2625"/>
              </a:lnSpc>
            </a:pPr>
            <a:r>
              <a:rPr lang="en-US" b="true" sz="2100">
                <a:solidFill>
                  <a:srgbClr val="FFFFFF"/>
                </a:solidFill>
                <a:latin typeface="Open Sans Bold"/>
                <a:ea typeface="Open Sans Bold"/>
                <a:cs typeface="Open Sans Bold"/>
                <a:sym typeface="Open Sans Bold"/>
              </a:rPr>
              <a:t>Kedokteran Gigi</a:t>
            </a:r>
          </a:p>
          <a:p>
            <a:pPr algn="ctr">
              <a:lnSpc>
                <a:spcPts val="2625"/>
              </a:lnSpc>
            </a:pPr>
            <a:r>
              <a:rPr lang="en-US" b="true" sz="2100">
                <a:solidFill>
                  <a:srgbClr val="FFFFFF"/>
                </a:solidFill>
                <a:latin typeface="Open Sans Bold"/>
                <a:ea typeface="Open Sans Bold"/>
                <a:cs typeface="Open Sans Bold"/>
                <a:sym typeface="Open Sans Bold"/>
              </a:rPr>
              <a:t>2025</a:t>
            </a:r>
          </a:p>
        </p:txBody>
      </p:sp>
      <p:sp>
        <p:nvSpPr>
          <p:cNvPr name="TextBox 107" id="107"/>
          <p:cNvSpPr txBox="true"/>
          <p:nvPr/>
        </p:nvSpPr>
        <p:spPr>
          <a:xfrm rot="0">
            <a:off x="439845" y="7239978"/>
            <a:ext cx="2423596"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ANGGOTA</a:t>
            </a:r>
          </a:p>
        </p:txBody>
      </p:sp>
      <p:sp>
        <p:nvSpPr>
          <p:cNvPr name="TextBox 108" id="108"/>
          <p:cNvSpPr txBox="true"/>
          <p:nvPr/>
        </p:nvSpPr>
        <p:spPr>
          <a:xfrm rot="0">
            <a:off x="7577749" y="7378333"/>
            <a:ext cx="3115074" cy="986575"/>
          </a:xfrm>
          <a:prstGeom prst="rect">
            <a:avLst/>
          </a:prstGeom>
        </p:spPr>
        <p:txBody>
          <a:bodyPr anchor="t" rtlCol="false" tIns="0" lIns="0" bIns="0" rIns="0">
            <a:spAutoFit/>
          </a:bodyPr>
          <a:lstStyle/>
          <a:p>
            <a:pPr algn="ctr">
              <a:lnSpc>
                <a:spcPts val="8053"/>
              </a:lnSpc>
            </a:pPr>
            <a:r>
              <a:rPr lang="en-US" b="true" sz="5752">
                <a:solidFill>
                  <a:srgbClr val="FFFFFF"/>
                </a:solidFill>
                <a:latin typeface="Tek Tall Arabic Condensed Bold"/>
                <a:ea typeface="Tek Tall Arabic Condensed Bold"/>
                <a:cs typeface="Tek Tall Arabic Condensed Bold"/>
                <a:sym typeface="Tek Tall Arabic Condensed Bold"/>
              </a:rPr>
              <a:t>PEMBIMBING</a:t>
            </a:r>
          </a:p>
        </p:txBody>
      </p:sp>
      <p:sp>
        <p:nvSpPr>
          <p:cNvPr name="TextBox 109" id="109"/>
          <p:cNvSpPr txBox="true"/>
          <p:nvPr/>
        </p:nvSpPr>
        <p:spPr>
          <a:xfrm rot="0">
            <a:off x="11718120" y="7239978"/>
            <a:ext cx="2423596"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ANGGOTA</a:t>
            </a:r>
          </a:p>
        </p:txBody>
      </p:sp>
      <p:sp>
        <p:nvSpPr>
          <p:cNvPr name="TextBox 110" id="110"/>
          <p:cNvSpPr txBox="true"/>
          <p:nvPr/>
        </p:nvSpPr>
        <p:spPr>
          <a:xfrm rot="0">
            <a:off x="4149542" y="7239978"/>
            <a:ext cx="2423596"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KETUA</a:t>
            </a:r>
          </a:p>
        </p:txBody>
      </p:sp>
      <p:sp>
        <p:nvSpPr>
          <p:cNvPr name="TextBox 111" id="111"/>
          <p:cNvSpPr txBox="true"/>
          <p:nvPr/>
        </p:nvSpPr>
        <p:spPr>
          <a:xfrm rot="0">
            <a:off x="15379541" y="7239978"/>
            <a:ext cx="2423596" cy="984064"/>
          </a:xfrm>
          <a:prstGeom prst="rect">
            <a:avLst/>
          </a:prstGeom>
        </p:spPr>
        <p:txBody>
          <a:bodyPr anchor="t" rtlCol="false" tIns="0" lIns="0" bIns="0" rIns="0">
            <a:spAutoFit/>
          </a:bodyPr>
          <a:lstStyle/>
          <a:p>
            <a:pPr algn="ctr">
              <a:lnSpc>
                <a:spcPts val="8047"/>
              </a:lnSpc>
            </a:pPr>
            <a:r>
              <a:rPr lang="en-US" sz="5747">
                <a:solidFill>
                  <a:srgbClr val="FFFFFF"/>
                </a:solidFill>
                <a:latin typeface="Anton"/>
                <a:ea typeface="Anton"/>
                <a:cs typeface="Anton"/>
                <a:sym typeface="Anton"/>
              </a:rPr>
              <a:t>ANGGOTA</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C"/>
        </a:solidFill>
      </p:bgPr>
    </p:bg>
    <p:spTree>
      <p:nvGrpSpPr>
        <p:cNvPr id="1" name=""/>
        <p:cNvGrpSpPr/>
        <p:nvPr/>
      </p:nvGrpSpPr>
      <p:grpSpPr>
        <a:xfrm>
          <a:off x="0" y="0"/>
          <a:ext cx="0" cy="0"/>
          <a:chOff x="0" y="0"/>
          <a:chExt cx="0" cy="0"/>
        </a:xfrm>
      </p:grpSpPr>
      <p:sp>
        <p:nvSpPr>
          <p:cNvPr name="Freeform 2" id="2"/>
          <p:cNvSpPr/>
          <p:nvPr/>
        </p:nvSpPr>
        <p:spPr>
          <a:xfrm flipH="false" flipV="false" rot="0">
            <a:off x="-305777" y="-249774"/>
            <a:ext cx="18478850" cy="9994359"/>
          </a:xfrm>
          <a:custGeom>
            <a:avLst/>
            <a:gdLst/>
            <a:ahLst/>
            <a:cxnLst/>
            <a:rect r="r" b="b" t="t" l="l"/>
            <a:pathLst>
              <a:path h="9994359" w="18478850">
                <a:moveTo>
                  <a:pt x="0" y="0"/>
                </a:moveTo>
                <a:lnTo>
                  <a:pt x="18478850" y="0"/>
                </a:lnTo>
                <a:lnTo>
                  <a:pt x="18478850" y="9994359"/>
                </a:lnTo>
                <a:lnTo>
                  <a:pt x="0" y="9994359"/>
                </a:lnTo>
                <a:lnTo>
                  <a:pt x="0" y="0"/>
                </a:lnTo>
                <a:close/>
              </a:path>
            </a:pathLst>
          </a:custGeom>
          <a:blipFill>
            <a:blip r:embed="rId2">
              <a:alphaModFix amt="19999"/>
            </a:blip>
            <a:stretch>
              <a:fillRect l="0" t="-19334" r="0" b="-19334"/>
            </a:stretch>
          </a:blipFill>
        </p:spPr>
      </p:sp>
      <p:grpSp>
        <p:nvGrpSpPr>
          <p:cNvPr name="Group 3" id="3"/>
          <p:cNvGrpSpPr/>
          <p:nvPr/>
        </p:nvGrpSpPr>
        <p:grpSpPr>
          <a:xfrm rot="0">
            <a:off x="-4152115" y="9258300"/>
            <a:ext cx="13138502" cy="3432170"/>
            <a:chOff x="0" y="0"/>
            <a:chExt cx="2016070" cy="526658"/>
          </a:xfrm>
        </p:grpSpPr>
        <p:sp>
          <p:nvSpPr>
            <p:cNvPr name="Freeform 4" id="4"/>
            <p:cNvSpPr/>
            <p:nvPr/>
          </p:nvSpPr>
          <p:spPr>
            <a:xfrm flipH="false" flipV="false" rot="0">
              <a:off x="10176" y="0"/>
              <a:ext cx="1995719" cy="526658"/>
            </a:xfrm>
            <a:custGeom>
              <a:avLst/>
              <a:gdLst/>
              <a:ahLst/>
              <a:cxnLst/>
              <a:rect r="r" b="b" t="t" l="l"/>
              <a:pathLst>
                <a:path h="526658" w="1995719">
                  <a:moveTo>
                    <a:pt x="1770285" y="0"/>
                  </a:moveTo>
                  <a:lnTo>
                    <a:pt x="22233" y="0"/>
                  </a:lnTo>
                  <a:cubicBezTo>
                    <a:pt x="14904" y="0"/>
                    <a:pt x="8045" y="3612"/>
                    <a:pt x="3899" y="9656"/>
                  </a:cubicBezTo>
                  <a:cubicBezTo>
                    <a:pt x="-247" y="15700"/>
                    <a:pt x="-1148" y="23399"/>
                    <a:pt x="1490" y="30236"/>
                  </a:cubicBezTo>
                  <a:lnTo>
                    <a:pt x="181358" y="496421"/>
                  </a:lnTo>
                  <a:cubicBezTo>
                    <a:pt x="188388" y="514642"/>
                    <a:pt x="205904" y="526658"/>
                    <a:pt x="225433" y="526658"/>
                  </a:cubicBezTo>
                  <a:lnTo>
                    <a:pt x="1973485" y="526658"/>
                  </a:lnTo>
                  <a:cubicBezTo>
                    <a:pt x="1980815" y="526658"/>
                    <a:pt x="1987673" y="523046"/>
                    <a:pt x="1991819" y="517002"/>
                  </a:cubicBezTo>
                  <a:cubicBezTo>
                    <a:pt x="1995965" y="510958"/>
                    <a:pt x="1996867" y="503259"/>
                    <a:pt x="1994228" y="496421"/>
                  </a:cubicBezTo>
                  <a:lnTo>
                    <a:pt x="1814361" y="30236"/>
                  </a:lnTo>
                  <a:cubicBezTo>
                    <a:pt x="1807331" y="12016"/>
                    <a:pt x="1789815" y="0"/>
                    <a:pt x="1770285" y="0"/>
                  </a:cubicBezTo>
                  <a:close/>
                </a:path>
              </a:pathLst>
            </a:custGeom>
            <a:solidFill>
              <a:srgbClr val="457A00"/>
            </a:solidFill>
          </p:spPr>
        </p:sp>
        <p:sp>
          <p:nvSpPr>
            <p:cNvPr name="TextBox 5" id="5"/>
            <p:cNvSpPr txBox="true"/>
            <p:nvPr/>
          </p:nvSpPr>
          <p:spPr>
            <a:xfrm>
              <a:off x="101600" y="-47625"/>
              <a:ext cx="1812870" cy="574283"/>
            </a:xfrm>
            <a:prstGeom prst="rect">
              <a:avLst/>
            </a:prstGeom>
          </p:spPr>
          <p:txBody>
            <a:bodyPr anchor="ctr" rtlCol="false" tIns="50800" lIns="50800" bIns="50800" rIns="50800"/>
            <a:lstStyle/>
            <a:p>
              <a:pPr algn="ctr">
                <a:lnSpc>
                  <a:spcPts val="3318"/>
                </a:lnSpc>
              </a:pPr>
            </a:p>
          </p:txBody>
        </p:sp>
      </p:grpSp>
      <p:grpSp>
        <p:nvGrpSpPr>
          <p:cNvPr name="Group 6" id="6"/>
          <p:cNvGrpSpPr/>
          <p:nvPr/>
        </p:nvGrpSpPr>
        <p:grpSpPr>
          <a:xfrm rot="0">
            <a:off x="8456306" y="-1027829"/>
            <a:ext cx="21134602" cy="6197164"/>
            <a:chOff x="0" y="0"/>
            <a:chExt cx="2078960" cy="609600"/>
          </a:xfrm>
        </p:grpSpPr>
        <p:sp>
          <p:nvSpPr>
            <p:cNvPr name="Freeform 7" id="7"/>
            <p:cNvSpPr/>
            <p:nvPr/>
          </p:nvSpPr>
          <p:spPr>
            <a:xfrm flipH="false" flipV="false" rot="0">
              <a:off x="7569" y="0"/>
              <a:ext cx="2063821" cy="609600"/>
            </a:xfrm>
            <a:custGeom>
              <a:avLst/>
              <a:gdLst/>
              <a:ahLst/>
              <a:cxnLst/>
              <a:rect r="r" b="b" t="t" l="l"/>
              <a:pathLst>
                <a:path h="609600" w="2063821">
                  <a:moveTo>
                    <a:pt x="1841083" y="0"/>
                  </a:moveTo>
                  <a:lnTo>
                    <a:pt x="19538" y="0"/>
                  </a:lnTo>
                  <a:cubicBezTo>
                    <a:pt x="13258" y="0"/>
                    <a:pt x="7361" y="3019"/>
                    <a:pt x="3688" y="8114"/>
                  </a:cubicBezTo>
                  <a:cubicBezTo>
                    <a:pt x="16" y="13209"/>
                    <a:pt x="-983" y="19758"/>
                    <a:pt x="1003" y="25716"/>
                  </a:cubicBezTo>
                  <a:lnTo>
                    <a:pt x="187059" y="583884"/>
                  </a:lnTo>
                  <a:cubicBezTo>
                    <a:pt x="192178" y="599241"/>
                    <a:pt x="206550" y="609600"/>
                    <a:pt x="222738" y="609600"/>
                  </a:cubicBezTo>
                  <a:lnTo>
                    <a:pt x="2044283" y="609600"/>
                  </a:lnTo>
                  <a:cubicBezTo>
                    <a:pt x="2050564" y="609600"/>
                    <a:pt x="2056461" y="606581"/>
                    <a:pt x="2060133" y="601486"/>
                  </a:cubicBezTo>
                  <a:cubicBezTo>
                    <a:pt x="2063805" y="596391"/>
                    <a:pt x="2064805" y="589842"/>
                    <a:pt x="2062818" y="583884"/>
                  </a:cubicBezTo>
                  <a:lnTo>
                    <a:pt x="1876763" y="25716"/>
                  </a:lnTo>
                  <a:cubicBezTo>
                    <a:pt x="1871643" y="10359"/>
                    <a:pt x="1857271" y="0"/>
                    <a:pt x="1841083" y="0"/>
                  </a:cubicBezTo>
                  <a:close/>
                </a:path>
              </a:pathLst>
            </a:custGeom>
            <a:gradFill rotWithShape="true">
              <a:gsLst>
                <a:gs pos="0">
                  <a:srgbClr val="3E701D">
                    <a:alpha val="100000"/>
                  </a:srgbClr>
                </a:gs>
                <a:gs pos="50000">
                  <a:srgbClr val="669435">
                    <a:alpha val="100000"/>
                  </a:srgbClr>
                </a:gs>
                <a:gs pos="100000">
                  <a:srgbClr val="8BC24B">
                    <a:alpha val="100000"/>
                  </a:srgbClr>
                </a:gs>
              </a:gsLst>
              <a:lin ang="0"/>
            </a:gradFill>
          </p:spPr>
        </p:sp>
        <p:sp>
          <p:nvSpPr>
            <p:cNvPr name="TextBox 8" id="8"/>
            <p:cNvSpPr txBox="true"/>
            <p:nvPr/>
          </p:nvSpPr>
          <p:spPr>
            <a:xfrm>
              <a:off x="101600" y="-47625"/>
              <a:ext cx="1875760" cy="657225"/>
            </a:xfrm>
            <a:prstGeom prst="rect">
              <a:avLst/>
            </a:prstGeom>
          </p:spPr>
          <p:txBody>
            <a:bodyPr anchor="ctr" rtlCol="false" tIns="50800" lIns="50800" bIns="50800" rIns="50800"/>
            <a:lstStyle/>
            <a:p>
              <a:pPr algn="ctr">
                <a:lnSpc>
                  <a:spcPts val="3318"/>
                </a:lnSpc>
              </a:pPr>
            </a:p>
          </p:txBody>
        </p:sp>
      </p:grpSp>
      <p:grpSp>
        <p:nvGrpSpPr>
          <p:cNvPr name="Group 9" id="9"/>
          <p:cNvGrpSpPr/>
          <p:nvPr/>
        </p:nvGrpSpPr>
        <p:grpSpPr>
          <a:xfrm rot="0">
            <a:off x="8806238" y="-1096897"/>
            <a:ext cx="31503968" cy="9237707"/>
            <a:chOff x="0" y="0"/>
            <a:chExt cx="2078960" cy="609600"/>
          </a:xfrm>
        </p:grpSpPr>
        <p:sp>
          <p:nvSpPr>
            <p:cNvPr name="Freeform 10" id="10"/>
            <p:cNvSpPr/>
            <p:nvPr/>
          </p:nvSpPr>
          <p:spPr>
            <a:xfrm flipH="false" flipV="false" rot="0">
              <a:off x="5078" y="0"/>
              <a:ext cx="2068804" cy="609600"/>
            </a:xfrm>
            <a:custGeom>
              <a:avLst/>
              <a:gdLst/>
              <a:ahLst/>
              <a:cxnLst/>
              <a:rect r="r" b="b" t="t" l="l"/>
              <a:pathLst>
                <a:path h="609600" w="2068804">
                  <a:moveTo>
                    <a:pt x="1852496" y="0"/>
                  </a:moveTo>
                  <a:lnTo>
                    <a:pt x="13107" y="0"/>
                  </a:lnTo>
                  <a:cubicBezTo>
                    <a:pt x="8894" y="0"/>
                    <a:pt x="4938" y="2025"/>
                    <a:pt x="2474" y="5443"/>
                  </a:cubicBezTo>
                  <a:cubicBezTo>
                    <a:pt x="11" y="8861"/>
                    <a:pt x="-660" y="13255"/>
                    <a:pt x="673" y="17252"/>
                  </a:cubicBezTo>
                  <a:lnTo>
                    <a:pt x="192371" y="592348"/>
                  </a:lnTo>
                  <a:cubicBezTo>
                    <a:pt x="195806" y="602651"/>
                    <a:pt x="205447" y="609600"/>
                    <a:pt x="216307" y="609600"/>
                  </a:cubicBezTo>
                  <a:lnTo>
                    <a:pt x="2055696" y="609600"/>
                  </a:lnTo>
                  <a:cubicBezTo>
                    <a:pt x="2059910" y="609600"/>
                    <a:pt x="2063866" y="607575"/>
                    <a:pt x="2066329" y="604157"/>
                  </a:cubicBezTo>
                  <a:cubicBezTo>
                    <a:pt x="2068793" y="600739"/>
                    <a:pt x="2069463" y="596345"/>
                    <a:pt x="2068131" y="592348"/>
                  </a:cubicBezTo>
                  <a:lnTo>
                    <a:pt x="1876432" y="17252"/>
                  </a:lnTo>
                  <a:cubicBezTo>
                    <a:pt x="1872998" y="6949"/>
                    <a:pt x="1863356" y="0"/>
                    <a:pt x="1852496" y="0"/>
                  </a:cubicBezTo>
                  <a:close/>
                </a:path>
              </a:pathLst>
            </a:custGeom>
            <a:solidFill>
              <a:srgbClr val="910608"/>
            </a:solidFill>
          </p:spPr>
        </p:sp>
        <p:sp>
          <p:nvSpPr>
            <p:cNvPr name="TextBox 11" id="11"/>
            <p:cNvSpPr txBox="true"/>
            <p:nvPr/>
          </p:nvSpPr>
          <p:spPr>
            <a:xfrm>
              <a:off x="101600" y="-47625"/>
              <a:ext cx="1875760" cy="657225"/>
            </a:xfrm>
            <a:prstGeom prst="rect">
              <a:avLst/>
            </a:prstGeom>
          </p:spPr>
          <p:txBody>
            <a:bodyPr anchor="ctr" rtlCol="false" tIns="50800" lIns="50800" bIns="50800" rIns="50800"/>
            <a:lstStyle/>
            <a:p>
              <a:pPr algn="ctr">
                <a:lnSpc>
                  <a:spcPts val="3318"/>
                </a:lnSpc>
              </a:pPr>
            </a:p>
          </p:txBody>
        </p:sp>
      </p:grpSp>
      <p:grpSp>
        <p:nvGrpSpPr>
          <p:cNvPr name="Group 12" id="12"/>
          <p:cNvGrpSpPr/>
          <p:nvPr/>
        </p:nvGrpSpPr>
        <p:grpSpPr>
          <a:xfrm rot="0">
            <a:off x="8021488" y="9258300"/>
            <a:ext cx="13738640" cy="3051915"/>
            <a:chOff x="0" y="0"/>
            <a:chExt cx="2331306" cy="517879"/>
          </a:xfrm>
        </p:grpSpPr>
        <p:sp>
          <p:nvSpPr>
            <p:cNvPr name="Freeform 13" id="13"/>
            <p:cNvSpPr/>
            <p:nvPr/>
          </p:nvSpPr>
          <p:spPr>
            <a:xfrm flipH="false" flipV="false" rot="0">
              <a:off x="13267" y="0"/>
              <a:ext cx="2304773" cy="517879"/>
            </a:xfrm>
            <a:custGeom>
              <a:avLst/>
              <a:gdLst/>
              <a:ahLst/>
              <a:cxnLst/>
              <a:rect r="r" b="b" t="t" l="l"/>
              <a:pathLst>
                <a:path h="517879" w="2304773">
                  <a:moveTo>
                    <a:pt x="2073139" y="0"/>
                  </a:moveTo>
                  <a:lnTo>
                    <a:pt x="28433" y="0"/>
                  </a:lnTo>
                  <a:cubicBezTo>
                    <a:pt x="19031" y="0"/>
                    <a:pt x="10238" y="4647"/>
                    <a:pt x="4941" y="12415"/>
                  </a:cubicBezTo>
                  <a:cubicBezTo>
                    <a:pt x="-355" y="20183"/>
                    <a:pt x="-1470" y="30067"/>
                    <a:pt x="1964" y="38819"/>
                  </a:cubicBezTo>
                  <a:lnTo>
                    <a:pt x="174702" y="479060"/>
                  </a:lnTo>
                  <a:cubicBezTo>
                    <a:pt x="183890" y="502476"/>
                    <a:pt x="206479" y="517879"/>
                    <a:pt x="231633" y="517879"/>
                  </a:cubicBezTo>
                  <a:lnTo>
                    <a:pt x="2276339" y="517879"/>
                  </a:lnTo>
                  <a:cubicBezTo>
                    <a:pt x="2285741" y="517879"/>
                    <a:pt x="2294535" y="513231"/>
                    <a:pt x="2299831" y="505463"/>
                  </a:cubicBezTo>
                  <a:cubicBezTo>
                    <a:pt x="2305128" y="497696"/>
                    <a:pt x="2306242" y="487812"/>
                    <a:pt x="2302808" y="479060"/>
                  </a:cubicBezTo>
                  <a:lnTo>
                    <a:pt x="2130071" y="38819"/>
                  </a:lnTo>
                  <a:cubicBezTo>
                    <a:pt x="2120883" y="15402"/>
                    <a:pt x="2098294" y="0"/>
                    <a:pt x="2073139" y="0"/>
                  </a:cubicBezTo>
                  <a:close/>
                </a:path>
              </a:pathLst>
            </a:custGeom>
            <a:gradFill rotWithShape="true">
              <a:gsLst>
                <a:gs pos="0">
                  <a:srgbClr val="3E701D">
                    <a:alpha val="100000"/>
                  </a:srgbClr>
                </a:gs>
                <a:gs pos="50000">
                  <a:srgbClr val="669435">
                    <a:alpha val="100000"/>
                  </a:srgbClr>
                </a:gs>
                <a:gs pos="100000">
                  <a:srgbClr val="8BC24B">
                    <a:alpha val="100000"/>
                  </a:srgbClr>
                </a:gs>
              </a:gsLst>
              <a:path path="circle">
                <a:fillToRect l="50000" r="50000" t="50000" b="50000"/>
              </a:path>
            </a:gradFill>
          </p:spPr>
        </p:sp>
        <p:sp>
          <p:nvSpPr>
            <p:cNvPr name="TextBox 14" id="14"/>
            <p:cNvSpPr txBox="true"/>
            <p:nvPr/>
          </p:nvSpPr>
          <p:spPr>
            <a:xfrm>
              <a:off x="101600" y="-47625"/>
              <a:ext cx="2128106" cy="565504"/>
            </a:xfrm>
            <a:prstGeom prst="rect">
              <a:avLst/>
            </a:prstGeom>
          </p:spPr>
          <p:txBody>
            <a:bodyPr anchor="ctr" rtlCol="false" tIns="50800" lIns="50800" bIns="50800" rIns="50800"/>
            <a:lstStyle/>
            <a:p>
              <a:pPr algn="ctr">
                <a:lnSpc>
                  <a:spcPts val="3318"/>
                </a:lnSpc>
              </a:pPr>
            </a:p>
          </p:txBody>
        </p:sp>
      </p:grpSp>
      <p:grpSp>
        <p:nvGrpSpPr>
          <p:cNvPr name="Group 15" id="15"/>
          <p:cNvGrpSpPr/>
          <p:nvPr/>
        </p:nvGrpSpPr>
        <p:grpSpPr>
          <a:xfrm rot="0">
            <a:off x="11432231" y="508580"/>
            <a:ext cx="6629072" cy="662907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28979" r="0" b="-12532"/>
              </a:stretch>
            </a:blipFill>
            <a:ln w="266700" cap="sq">
              <a:solidFill>
                <a:srgbClr val="457A00"/>
              </a:solidFill>
              <a:prstDash val="solid"/>
              <a:miter/>
            </a:ln>
          </p:spPr>
        </p:sp>
      </p:grpSp>
      <p:grpSp>
        <p:nvGrpSpPr>
          <p:cNvPr name="Group 17" id="17"/>
          <p:cNvGrpSpPr/>
          <p:nvPr/>
        </p:nvGrpSpPr>
        <p:grpSpPr>
          <a:xfrm rot="0">
            <a:off x="508850" y="508580"/>
            <a:ext cx="6232956" cy="533984"/>
            <a:chOff x="0" y="0"/>
            <a:chExt cx="3154180" cy="270222"/>
          </a:xfrm>
        </p:grpSpPr>
        <p:sp>
          <p:nvSpPr>
            <p:cNvPr name="Freeform 18" id="18"/>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19" id="19"/>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20" id="20"/>
          <p:cNvSpPr/>
          <p:nvPr/>
        </p:nvSpPr>
        <p:spPr>
          <a:xfrm flipH="false" flipV="false" rot="0">
            <a:off x="722337" y="545966"/>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4"/>
            <a:stretch>
              <a:fillRect l="-3671" t="0" r="-3671" b="0"/>
            </a:stretch>
          </a:blipFill>
        </p:spPr>
      </p:sp>
      <p:sp>
        <p:nvSpPr>
          <p:cNvPr name="Freeform 21" id="21"/>
          <p:cNvSpPr/>
          <p:nvPr/>
        </p:nvSpPr>
        <p:spPr>
          <a:xfrm flipH="false" flipV="false" rot="0">
            <a:off x="4044431" y="288738"/>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5"/>
            <a:stretch>
              <a:fillRect l="-3671" t="0" r="-3671" b="0"/>
            </a:stretch>
          </a:blipFill>
        </p:spPr>
      </p:sp>
      <p:sp>
        <p:nvSpPr>
          <p:cNvPr name="Freeform 22" id="22"/>
          <p:cNvSpPr/>
          <p:nvPr/>
        </p:nvSpPr>
        <p:spPr>
          <a:xfrm flipH="false" flipV="false" rot="0">
            <a:off x="2339431" y="323637"/>
            <a:ext cx="842033" cy="903870"/>
          </a:xfrm>
          <a:custGeom>
            <a:avLst/>
            <a:gdLst/>
            <a:ahLst/>
            <a:cxnLst/>
            <a:rect r="r" b="b" t="t" l="l"/>
            <a:pathLst>
              <a:path h="903870" w="842033">
                <a:moveTo>
                  <a:pt x="0" y="0"/>
                </a:moveTo>
                <a:lnTo>
                  <a:pt x="842033" y="0"/>
                </a:lnTo>
                <a:lnTo>
                  <a:pt x="842033" y="903870"/>
                </a:lnTo>
                <a:lnTo>
                  <a:pt x="0" y="903870"/>
                </a:lnTo>
                <a:lnTo>
                  <a:pt x="0" y="0"/>
                </a:lnTo>
                <a:close/>
              </a:path>
            </a:pathLst>
          </a:custGeom>
          <a:blipFill>
            <a:blip r:embed="rId6"/>
            <a:stretch>
              <a:fillRect l="-3671" t="0" r="-3671" b="0"/>
            </a:stretch>
          </a:blipFill>
        </p:spPr>
      </p:sp>
      <p:sp>
        <p:nvSpPr>
          <p:cNvPr name="Freeform 23" id="23"/>
          <p:cNvSpPr/>
          <p:nvPr/>
        </p:nvSpPr>
        <p:spPr>
          <a:xfrm flipH="false" flipV="false" rot="0">
            <a:off x="3171800" y="288738"/>
            <a:ext cx="907056" cy="973668"/>
          </a:xfrm>
          <a:custGeom>
            <a:avLst/>
            <a:gdLst/>
            <a:ahLst/>
            <a:cxnLst/>
            <a:rect r="r" b="b" t="t" l="l"/>
            <a:pathLst>
              <a:path h="973668" w="907056">
                <a:moveTo>
                  <a:pt x="0" y="0"/>
                </a:moveTo>
                <a:lnTo>
                  <a:pt x="907056" y="0"/>
                </a:lnTo>
                <a:lnTo>
                  <a:pt x="907056" y="973668"/>
                </a:lnTo>
                <a:lnTo>
                  <a:pt x="0" y="973668"/>
                </a:lnTo>
                <a:lnTo>
                  <a:pt x="0" y="0"/>
                </a:lnTo>
                <a:close/>
              </a:path>
            </a:pathLst>
          </a:custGeom>
          <a:blipFill>
            <a:blip r:embed="rId7"/>
            <a:stretch>
              <a:fillRect l="-3671" t="0" r="-3671" b="0"/>
            </a:stretch>
          </a:blipFill>
        </p:spPr>
      </p:sp>
      <p:sp>
        <p:nvSpPr>
          <p:cNvPr name="Freeform 24" id="24"/>
          <p:cNvSpPr/>
          <p:nvPr/>
        </p:nvSpPr>
        <p:spPr>
          <a:xfrm flipH="false" flipV="false" rot="0">
            <a:off x="4894790" y="557896"/>
            <a:ext cx="444158" cy="435352"/>
          </a:xfrm>
          <a:custGeom>
            <a:avLst/>
            <a:gdLst/>
            <a:ahLst/>
            <a:cxnLst/>
            <a:rect r="r" b="b" t="t" l="l"/>
            <a:pathLst>
              <a:path h="435352" w="444158">
                <a:moveTo>
                  <a:pt x="0" y="0"/>
                </a:moveTo>
                <a:lnTo>
                  <a:pt x="444159" y="0"/>
                </a:lnTo>
                <a:lnTo>
                  <a:pt x="444159" y="435352"/>
                </a:lnTo>
                <a:lnTo>
                  <a:pt x="0" y="435352"/>
                </a:lnTo>
                <a:lnTo>
                  <a:pt x="0" y="0"/>
                </a:lnTo>
                <a:close/>
              </a:path>
            </a:pathLst>
          </a:custGeom>
          <a:blipFill>
            <a:blip r:embed="rId8"/>
            <a:stretch>
              <a:fillRect l="0" t="-1456" r="0" b="-566"/>
            </a:stretch>
          </a:blipFill>
        </p:spPr>
      </p:sp>
      <p:sp>
        <p:nvSpPr>
          <p:cNvPr name="Freeform 25" id="25"/>
          <p:cNvSpPr/>
          <p:nvPr/>
        </p:nvSpPr>
        <p:spPr>
          <a:xfrm flipH="false" flipV="false" rot="0">
            <a:off x="1194707" y="617039"/>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9"/>
            <a:stretch>
              <a:fillRect l="0" t="-552" r="0" b="-552"/>
            </a:stretch>
          </a:blipFill>
        </p:spPr>
      </p:sp>
      <p:sp>
        <p:nvSpPr>
          <p:cNvPr name="Freeform 26" id="26"/>
          <p:cNvSpPr/>
          <p:nvPr/>
        </p:nvSpPr>
        <p:spPr>
          <a:xfrm flipH="false" flipV="false" rot="0">
            <a:off x="5386574" y="546903"/>
            <a:ext cx="1189341" cy="458274"/>
          </a:xfrm>
          <a:custGeom>
            <a:avLst/>
            <a:gdLst/>
            <a:ahLst/>
            <a:cxnLst/>
            <a:rect r="r" b="b" t="t" l="l"/>
            <a:pathLst>
              <a:path h="458274" w="1189341">
                <a:moveTo>
                  <a:pt x="0" y="0"/>
                </a:moveTo>
                <a:lnTo>
                  <a:pt x="1189341" y="0"/>
                </a:lnTo>
                <a:lnTo>
                  <a:pt x="1189341" y="458274"/>
                </a:lnTo>
                <a:lnTo>
                  <a:pt x="0" y="458274"/>
                </a:lnTo>
                <a:lnTo>
                  <a:pt x="0" y="0"/>
                </a:lnTo>
                <a:close/>
              </a:path>
            </a:pathLst>
          </a:custGeom>
          <a:blipFill>
            <a:blip r:embed="rId10"/>
            <a:stretch>
              <a:fillRect l="0" t="0" r="-5929" b="0"/>
            </a:stretch>
          </a:blipFill>
        </p:spPr>
      </p:sp>
      <p:sp>
        <p:nvSpPr>
          <p:cNvPr name="TextBox 27" id="27"/>
          <p:cNvSpPr txBox="true"/>
          <p:nvPr/>
        </p:nvSpPr>
        <p:spPr>
          <a:xfrm rot="0">
            <a:off x="17874226" y="9816076"/>
            <a:ext cx="152400" cy="209550"/>
          </a:xfrm>
          <a:prstGeom prst="rect">
            <a:avLst/>
          </a:prstGeom>
        </p:spPr>
        <p:txBody>
          <a:bodyPr anchor="t" rtlCol="false" tIns="0" lIns="0" bIns="0" rIns="0" wrap="none">
            <a:spAutoFit/>
          </a:bodyPr>
          <a:lstStyle/>
          <a:p>
            <a:pPr algn="ctr">
              <a:lnSpc>
                <a:spcPts val="4200"/>
              </a:lnSpc>
              <a:spcBef>
                <a:spcPct val="0"/>
              </a:spcBef>
            </a:pPr>
            <a:r>
              <a:rPr lang="en-US" b="true" sz="3000">
                <a:solidFill>
                  <a:srgbClr val="4684E7"/>
                </a:solidFill>
                <a:latin typeface="Montserrat Bold"/>
                <a:ea typeface="Montserrat Bold"/>
                <a:cs typeface="Montserrat Bold"/>
                <a:sym typeface="Montserrat Bold"/>
              </a:rPr>
              <a:t>15</a:t>
            </a:r>
          </a:p>
        </p:txBody>
      </p:sp>
      <p:sp>
        <p:nvSpPr>
          <p:cNvPr name="TextBox 28" id="28"/>
          <p:cNvSpPr txBox="true"/>
          <p:nvPr/>
        </p:nvSpPr>
        <p:spPr>
          <a:xfrm rot="0">
            <a:off x="623991" y="2146953"/>
            <a:ext cx="9197339" cy="5371353"/>
          </a:xfrm>
          <a:prstGeom prst="rect">
            <a:avLst/>
          </a:prstGeom>
        </p:spPr>
        <p:txBody>
          <a:bodyPr anchor="t" rtlCol="false" tIns="0" lIns="0" bIns="0" rIns="0">
            <a:spAutoFit/>
          </a:bodyPr>
          <a:lstStyle/>
          <a:p>
            <a:pPr algn="l">
              <a:lnSpc>
                <a:spcPts val="5317"/>
              </a:lnSpc>
            </a:pPr>
            <a:r>
              <a:rPr lang="en-US" sz="5162" spc="139" b="true">
                <a:solidFill>
                  <a:srgbClr val="910608"/>
                </a:solidFill>
                <a:latin typeface="Montserrat Bold"/>
                <a:ea typeface="Montserrat Bold"/>
                <a:cs typeface="Montserrat Bold"/>
                <a:sym typeface="Montserrat Bold"/>
              </a:rPr>
              <a:t>GLICOVIA</a:t>
            </a:r>
            <a:r>
              <a:rPr lang="en-US" sz="5162" spc="139" b="true">
                <a:solidFill>
                  <a:srgbClr val="000000"/>
                </a:solidFill>
                <a:latin typeface="Montserrat Bold"/>
                <a:ea typeface="Montserrat Bold"/>
                <a:cs typeface="Montserrat Bold"/>
                <a:sym typeface="Montserrat Bold"/>
              </a:rPr>
              <a:t>: Inovasi</a:t>
            </a:r>
          </a:p>
          <a:p>
            <a:pPr algn="l">
              <a:lnSpc>
                <a:spcPts val="5317"/>
              </a:lnSpc>
            </a:pPr>
            <a:r>
              <a:rPr lang="en-US" b="true" sz="5162" i="true" spc="139">
                <a:solidFill>
                  <a:srgbClr val="000000"/>
                </a:solidFill>
                <a:latin typeface="Montserrat Bold Italics"/>
                <a:ea typeface="Montserrat Bold Italics"/>
                <a:cs typeface="Montserrat Bold Italics"/>
                <a:sym typeface="Montserrat Bold Italics"/>
              </a:rPr>
              <a:t>Non-Invasive Salivary Gluc</a:t>
            </a:r>
            <a:r>
              <a:rPr lang="en-US" b="true" sz="5162" i="true" spc="139">
                <a:solidFill>
                  <a:srgbClr val="000000"/>
                </a:solidFill>
                <a:latin typeface="Montserrat Bold Italics"/>
                <a:ea typeface="Montserrat Bold Italics"/>
                <a:cs typeface="Montserrat Bold Italics"/>
                <a:sym typeface="Montserrat Bold Italics"/>
              </a:rPr>
              <a:t>ose Detector</a:t>
            </a:r>
            <a:r>
              <a:rPr lang="en-US" b="true" sz="5162" spc="139">
                <a:solidFill>
                  <a:srgbClr val="000000"/>
                </a:solidFill>
                <a:latin typeface="Montserrat Bold"/>
                <a:ea typeface="Montserrat Bold"/>
                <a:cs typeface="Montserrat Bold"/>
                <a:sym typeface="Montserrat Bold"/>
              </a:rPr>
              <a:t> Berbasis </a:t>
            </a:r>
            <a:r>
              <a:rPr lang="en-US" b="true" sz="5162" i="true" spc="139">
                <a:solidFill>
                  <a:srgbClr val="000000"/>
                </a:solidFill>
                <a:latin typeface="Montserrat Bold Italics"/>
                <a:ea typeface="Montserrat Bold Italics"/>
                <a:cs typeface="Montserrat Bold Italics"/>
                <a:sym typeface="Montserrat Bold Italics"/>
              </a:rPr>
              <a:t>Support Vector Machine</a:t>
            </a:r>
            <a:r>
              <a:rPr lang="en-US" b="true" sz="5162" spc="139">
                <a:solidFill>
                  <a:srgbClr val="000000"/>
                </a:solidFill>
                <a:latin typeface="Montserrat Bold"/>
                <a:ea typeface="Montserrat Bold"/>
                <a:cs typeface="Montserrat Bold"/>
                <a:sym typeface="Montserrat Bold"/>
              </a:rPr>
              <a:t> (SVM) Terintegrasi IoT sebagai Upaya Deteksi Dini Prediabetes</a:t>
            </a:r>
          </a:p>
        </p:txBody>
      </p:sp>
      <p:grpSp>
        <p:nvGrpSpPr>
          <p:cNvPr name="Group 29" id="29"/>
          <p:cNvGrpSpPr/>
          <p:nvPr/>
        </p:nvGrpSpPr>
        <p:grpSpPr>
          <a:xfrm rot="0">
            <a:off x="623991" y="7973453"/>
            <a:ext cx="8134622" cy="939182"/>
            <a:chOff x="0" y="0"/>
            <a:chExt cx="10846162" cy="1252242"/>
          </a:xfrm>
        </p:grpSpPr>
        <p:sp>
          <p:nvSpPr>
            <p:cNvPr name="TextBox 30" id="30"/>
            <p:cNvSpPr txBox="true"/>
            <p:nvPr/>
          </p:nvSpPr>
          <p:spPr>
            <a:xfrm rot="0">
              <a:off x="0" y="9525"/>
              <a:ext cx="10846162" cy="520617"/>
            </a:xfrm>
            <a:prstGeom prst="rect">
              <a:avLst/>
            </a:prstGeom>
          </p:spPr>
          <p:txBody>
            <a:bodyPr anchor="t" rtlCol="false" tIns="0" lIns="0" bIns="0" rIns="0">
              <a:spAutoFit/>
            </a:bodyPr>
            <a:lstStyle/>
            <a:p>
              <a:pPr algn="l">
                <a:lnSpc>
                  <a:spcPts val="3014"/>
                </a:lnSpc>
              </a:pPr>
              <a:r>
                <a:rPr lang="en-US" sz="2667" b="true">
                  <a:solidFill>
                    <a:srgbClr val="000000"/>
                  </a:solidFill>
                  <a:latin typeface="Montserrat Bold"/>
                  <a:ea typeface="Montserrat Bold"/>
                  <a:cs typeface="Montserrat Bold"/>
                  <a:sym typeface="Montserrat Bold"/>
                </a:rPr>
                <a:t>Sesuai dengan tema PKM ke-2:</a:t>
              </a:r>
            </a:p>
          </p:txBody>
        </p:sp>
        <p:sp>
          <p:nvSpPr>
            <p:cNvPr name="TextBox 31" id="31"/>
            <p:cNvSpPr txBox="true"/>
            <p:nvPr/>
          </p:nvSpPr>
          <p:spPr>
            <a:xfrm rot="0">
              <a:off x="0" y="549192"/>
              <a:ext cx="10846162" cy="703050"/>
            </a:xfrm>
            <a:prstGeom prst="rect">
              <a:avLst/>
            </a:prstGeom>
          </p:spPr>
          <p:txBody>
            <a:bodyPr anchor="t" rtlCol="false" tIns="0" lIns="0" bIns="0" rIns="0">
              <a:spAutoFit/>
            </a:bodyPr>
            <a:lstStyle/>
            <a:p>
              <a:pPr algn="l">
                <a:lnSpc>
                  <a:spcPts val="4032"/>
                </a:lnSpc>
              </a:pPr>
              <a:r>
                <a:rPr lang="en-US" sz="3568" b="true">
                  <a:solidFill>
                    <a:srgbClr val="000000"/>
                  </a:solidFill>
                  <a:latin typeface="Montserrat Bold"/>
                  <a:ea typeface="Montserrat Bold"/>
                  <a:cs typeface="Montserrat Bold"/>
                  <a:sym typeface="Montserrat Bold"/>
                </a:rPr>
                <a:t>Kesehatan dan Gizi Masyarakat</a:t>
              </a:r>
            </a:p>
          </p:txBody>
        </p:sp>
      </p:grpSp>
    </p:spTree>
  </p:cSld>
  <p:clrMapOvr>
    <a:masterClrMapping/>
  </p:clrMapOvr>
  <p:transition spd="slow">
    <p:cover dir="u"/>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91165" y="-50690"/>
            <a:ext cx="19134073" cy="1918706"/>
            <a:chOff x="0" y="0"/>
            <a:chExt cx="5039427" cy="505338"/>
          </a:xfrm>
        </p:grpSpPr>
        <p:sp>
          <p:nvSpPr>
            <p:cNvPr name="Freeform 3" id="3"/>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4" id="4"/>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5" id="5"/>
          <p:cNvGrpSpPr/>
          <p:nvPr/>
        </p:nvGrpSpPr>
        <p:grpSpPr>
          <a:xfrm rot="0">
            <a:off x="-503371" y="9258300"/>
            <a:ext cx="19294741" cy="2441562"/>
            <a:chOff x="0" y="0"/>
            <a:chExt cx="5081743" cy="643045"/>
          </a:xfrm>
        </p:grpSpPr>
        <p:sp>
          <p:nvSpPr>
            <p:cNvPr name="Freeform 6" id="6"/>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7" id="7"/>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8" id="8"/>
          <p:cNvGrpSpPr/>
          <p:nvPr/>
        </p:nvGrpSpPr>
        <p:grpSpPr>
          <a:xfrm rot="0">
            <a:off x="240438" y="9601920"/>
            <a:ext cx="16877922" cy="600132"/>
            <a:chOff x="0" y="0"/>
            <a:chExt cx="22503897" cy="800176"/>
          </a:xfrm>
        </p:grpSpPr>
        <p:grpSp>
          <p:nvGrpSpPr>
            <p:cNvPr name="Group 9" id="9"/>
            <p:cNvGrpSpPr/>
            <p:nvPr/>
          </p:nvGrpSpPr>
          <p:grpSpPr>
            <a:xfrm rot="0">
              <a:off x="0" y="6193"/>
              <a:ext cx="5347837" cy="793983"/>
              <a:chOff x="0" y="0"/>
              <a:chExt cx="1056363" cy="156836"/>
            </a:xfrm>
          </p:grpSpPr>
          <p:sp>
            <p:nvSpPr>
              <p:cNvPr name="Freeform 10" id="1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1" id="1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4707376" y="0"/>
              <a:ext cx="5347837" cy="793983"/>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13154013" y="6193"/>
              <a:ext cx="5347837" cy="793983"/>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16106266" y="0"/>
              <a:ext cx="6397630" cy="793983"/>
              <a:chOff x="0" y="0"/>
              <a:chExt cx="1263729" cy="156836"/>
            </a:xfrm>
          </p:grpSpPr>
          <p:sp>
            <p:nvSpPr>
              <p:cNvPr name="Freeform 22" id="22"/>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3" id="23"/>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4" id="24"/>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5" id="25"/>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6" id="26"/>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7" id="27"/>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8" id="28"/>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29" id="29"/>
          <p:cNvGrpSpPr/>
          <p:nvPr/>
        </p:nvGrpSpPr>
        <p:grpSpPr>
          <a:xfrm rot="0">
            <a:off x="16443867" y="9362871"/>
            <a:ext cx="996408" cy="1848257"/>
            <a:chOff x="0" y="0"/>
            <a:chExt cx="438186" cy="812800"/>
          </a:xfrm>
        </p:grpSpPr>
        <p:sp>
          <p:nvSpPr>
            <p:cNvPr name="Freeform 30" id="30"/>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1" id="31"/>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2" id="32"/>
          <p:cNvSpPr/>
          <p:nvPr/>
        </p:nvSpPr>
        <p:spPr>
          <a:xfrm flipH="false" flipV="false" rot="0">
            <a:off x="-304335" y="1868016"/>
            <a:ext cx="18760967" cy="7390284"/>
          </a:xfrm>
          <a:custGeom>
            <a:avLst/>
            <a:gdLst/>
            <a:ahLst/>
            <a:cxnLst/>
            <a:rect r="r" b="b" t="t" l="l"/>
            <a:pathLst>
              <a:path h="7390284" w="18760967">
                <a:moveTo>
                  <a:pt x="0" y="0"/>
                </a:moveTo>
                <a:lnTo>
                  <a:pt x="18760968" y="0"/>
                </a:lnTo>
                <a:lnTo>
                  <a:pt x="18760968" y="7390284"/>
                </a:lnTo>
                <a:lnTo>
                  <a:pt x="0" y="7390284"/>
                </a:lnTo>
                <a:lnTo>
                  <a:pt x="0" y="0"/>
                </a:lnTo>
                <a:close/>
              </a:path>
            </a:pathLst>
          </a:custGeom>
          <a:blipFill>
            <a:blip r:embed="rId2">
              <a:alphaModFix amt="5000"/>
            </a:blip>
            <a:stretch>
              <a:fillRect l="0" t="-52298" r="0" b="-16518"/>
            </a:stretch>
          </a:blipFill>
        </p:spPr>
      </p:sp>
      <p:grpSp>
        <p:nvGrpSpPr>
          <p:cNvPr name="Group 33" id="33"/>
          <p:cNvGrpSpPr/>
          <p:nvPr/>
        </p:nvGrpSpPr>
        <p:grpSpPr>
          <a:xfrm rot="0">
            <a:off x="4905487" y="7094835"/>
            <a:ext cx="7120449" cy="1401144"/>
            <a:chOff x="0" y="0"/>
            <a:chExt cx="9493932" cy="1868192"/>
          </a:xfrm>
        </p:grpSpPr>
        <p:sp>
          <p:nvSpPr>
            <p:cNvPr name="Freeform 34" id="34"/>
            <p:cNvSpPr/>
            <p:nvPr/>
          </p:nvSpPr>
          <p:spPr>
            <a:xfrm flipH="false" flipV="false" rot="0">
              <a:off x="30789" y="970833"/>
              <a:ext cx="722374" cy="897359"/>
            </a:xfrm>
            <a:custGeom>
              <a:avLst/>
              <a:gdLst/>
              <a:ahLst/>
              <a:cxnLst/>
              <a:rect r="r" b="b" t="t" l="l"/>
              <a:pathLst>
                <a:path h="897359" w="722374">
                  <a:moveTo>
                    <a:pt x="0" y="0"/>
                  </a:moveTo>
                  <a:lnTo>
                    <a:pt x="722374" y="0"/>
                  </a:lnTo>
                  <a:lnTo>
                    <a:pt x="722374" y="897359"/>
                  </a:lnTo>
                  <a:lnTo>
                    <a:pt x="0" y="897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0" y="0"/>
              <a:ext cx="753163" cy="753163"/>
            </a:xfrm>
            <a:custGeom>
              <a:avLst/>
              <a:gdLst/>
              <a:ahLst/>
              <a:cxnLst/>
              <a:rect r="r" b="b" t="t" l="l"/>
              <a:pathLst>
                <a:path h="753163" w="753163">
                  <a:moveTo>
                    <a:pt x="0" y="0"/>
                  </a:moveTo>
                  <a:lnTo>
                    <a:pt x="753163" y="0"/>
                  </a:lnTo>
                  <a:lnTo>
                    <a:pt x="753163" y="753163"/>
                  </a:lnTo>
                  <a:lnTo>
                    <a:pt x="0" y="7531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6" id="36"/>
            <p:cNvSpPr txBox="true"/>
            <p:nvPr/>
          </p:nvSpPr>
          <p:spPr>
            <a:xfrm rot="0">
              <a:off x="1009740" y="30138"/>
              <a:ext cx="8484192" cy="596858"/>
            </a:xfrm>
            <a:prstGeom prst="rect">
              <a:avLst/>
            </a:prstGeom>
          </p:spPr>
          <p:txBody>
            <a:bodyPr anchor="t" rtlCol="false" tIns="0" lIns="0" bIns="0" rIns="0">
              <a:spAutoFit/>
            </a:bodyPr>
            <a:lstStyle/>
            <a:p>
              <a:pPr algn="l">
                <a:lnSpc>
                  <a:spcPts val="3304"/>
                </a:lnSpc>
              </a:pPr>
              <a:r>
                <a:rPr lang="en-US" sz="2800" b="true">
                  <a:solidFill>
                    <a:srgbClr val="FFFFFF"/>
                  </a:solidFill>
                  <a:latin typeface="Poppins Bold"/>
                  <a:ea typeface="Poppins Bold"/>
                  <a:cs typeface="Poppins Bold"/>
                  <a:sym typeface="Poppins Bold"/>
                </a:rPr>
                <a:t>Juli - September 2026</a:t>
              </a:r>
            </a:p>
          </p:txBody>
        </p:sp>
        <p:sp>
          <p:nvSpPr>
            <p:cNvPr name="TextBox 37" id="37"/>
            <p:cNvSpPr txBox="true"/>
            <p:nvPr/>
          </p:nvSpPr>
          <p:spPr>
            <a:xfrm rot="0">
              <a:off x="1009740" y="1073068"/>
              <a:ext cx="8484192" cy="596858"/>
            </a:xfrm>
            <a:prstGeom prst="rect">
              <a:avLst/>
            </a:prstGeom>
          </p:spPr>
          <p:txBody>
            <a:bodyPr anchor="t" rtlCol="false" tIns="0" lIns="0" bIns="0" rIns="0">
              <a:spAutoFit/>
            </a:bodyPr>
            <a:lstStyle/>
            <a:p>
              <a:pPr algn="l">
                <a:lnSpc>
                  <a:spcPts val="3304"/>
                </a:lnSpc>
              </a:pPr>
              <a:r>
                <a:rPr lang="en-US" sz="2800" b="true">
                  <a:solidFill>
                    <a:srgbClr val="FFFFFF"/>
                  </a:solidFill>
                  <a:latin typeface="Poppins Bold"/>
                  <a:ea typeface="Poppins Bold"/>
                  <a:cs typeface="Poppins Bold"/>
                  <a:sym typeface="Poppins Bold"/>
                </a:rPr>
                <a:t>Workshop HAL Point</a:t>
              </a:r>
            </a:p>
          </p:txBody>
        </p:sp>
      </p:grpSp>
      <p:grpSp>
        <p:nvGrpSpPr>
          <p:cNvPr name="Group 38" id="38"/>
          <p:cNvGrpSpPr/>
          <p:nvPr/>
        </p:nvGrpSpPr>
        <p:grpSpPr>
          <a:xfrm rot="0">
            <a:off x="12159970" y="7032967"/>
            <a:ext cx="6631401" cy="1614797"/>
            <a:chOff x="0" y="0"/>
            <a:chExt cx="8841868" cy="2153063"/>
          </a:xfrm>
        </p:grpSpPr>
        <p:sp>
          <p:nvSpPr>
            <p:cNvPr name="Freeform 39" id="39"/>
            <p:cNvSpPr/>
            <p:nvPr/>
          </p:nvSpPr>
          <p:spPr>
            <a:xfrm flipH="false" flipV="false" rot="0">
              <a:off x="28675" y="904154"/>
              <a:ext cx="672760" cy="835727"/>
            </a:xfrm>
            <a:custGeom>
              <a:avLst/>
              <a:gdLst/>
              <a:ahLst/>
              <a:cxnLst/>
              <a:rect r="r" b="b" t="t" l="l"/>
              <a:pathLst>
                <a:path h="835727" w="672760">
                  <a:moveTo>
                    <a:pt x="0" y="0"/>
                  </a:moveTo>
                  <a:lnTo>
                    <a:pt x="672760" y="0"/>
                  </a:lnTo>
                  <a:lnTo>
                    <a:pt x="672760" y="835727"/>
                  </a:lnTo>
                  <a:lnTo>
                    <a:pt x="0" y="8357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0" id="40"/>
            <p:cNvSpPr/>
            <p:nvPr/>
          </p:nvSpPr>
          <p:spPr>
            <a:xfrm flipH="false" flipV="false" rot="0">
              <a:off x="0" y="0"/>
              <a:ext cx="701435" cy="701435"/>
            </a:xfrm>
            <a:custGeom>
              <a:avLst/>
              <a:gdLst/>
              <a:ahLst/>
              <a:cxnLst/>
              <a:rect r="r" b="b" t="t" l="l"/>
              <a:pathLst>
                <a:path h="701435" w="701435">
                  <a:moveTo>
                    <a:pt x="0" y="0"/>
                  </a:moveTo>
                  <a:lnTo>
                    <a:pt x="701435" y="0"/>
                  </a:lnTo>
                  <a:lnTo>
                    <a:pt x="701435" y="701435"/>
                  </a:lnTo>
                  <a:lnTo>
                    <a:pt x="0" y="7014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1" id="41"/>
            <p:cNvSpPr txBox="true"/>
            <p:nvPr/>
          </p:nvSpPr>
          <p:spPr>
            <a:xfrm rot="0">
              <a:off x="940389" y="26105"/>
              <a:ext cx="7901479" cy="596858"/>
            </a:xfrm>
            <a:prstGeom prst="rect">
              <a:avLst/>
            </a:prstGeom>
          </p:spPr>
          <p:txBody>
            <a:bodyPr anchor="t" rtlCol="false" tIns="0" lIns="0" bIns="0" rIns="0">
              <a:spAutoFit/>
            </a:bodyPr>
            <a:lstStyle/>
            <a:p>
              <a:pPr algn="l">
                <a:lnSpc>
                  <a:spcPts val="3304"/>
                </a:lnSpc>
              </a:pPr>
              <a:r>
                <a:rPr lang="en-US" sz="2800" b="true">
                  <a:solidFill>
                    <a:srgbClr val="FFFFFF"/>
                  </a:solidFill>
                  <a:latin typeface="Poppins Bold"/>
                  <a:ea typeface="Poppins Bold"/>
                  <a:cs typeface="Poppins Bold"/>
                  <a:sym typeface="Poppins Bold"/>
                </a:rPr>
                <a:t>Agustus - September 2026</a:t>
              </a:r>
            </a:p>
          </p:txBody>
        </p:sp>
        <p:sp>
          <p:nvSpPr>
            <p:cNvPr name="TextBox 42" id="42"/>
            <p:cNvSpPr txBox="true"/>
            <p:nvPr/>
          </p:nvSpPr>
          <p:spPr>
            <a:xfrm rot="0">
              <a:off x="940389" y="997405"/>
              <a:ext cx="7901479" cy="1155658"/>
            </a:xfrm>
            <a:prstGeom prst="rect">
              <a:avLst/>
            </a:prstGeom>
          </p:spPr>
          <p:txBody>
            <a:bodyPr anchor="t" rtlCol="false" tIns="0" lIns="0" bIns="0" rIns="0">
              <a:spAutoFit/>
            </a:bodyPr>
            <a:lstStyle/>
            <a:p>
              <a:pPr algn="l">
                <a:lnSpc>
                  <a:spcPts val="3304"/>
                </a:lnSpc>
              </a:pPr>
              <a:r>
                <a:rPr lang="en-US" sz="2800" b="true">
                  <a:solidFill>
                    <a:srgbClr val="FFFFFF"/>
                  </a:solidFill>
                  <a:latin typeface="Poppins Bold"/>
                  <a:ea typeface="Poppins Bold"/>
                  <a:cs typeface="Poppins Bold"/>
                  <a:sym typeface="Poppins Bold"/>
                </a:rPr>
                <a:t>Fakultas Kedokteran Gigi</a:t>
              </a:r>
            </a:p>
            <a:p>
              <a:pPr algn="l">
                <a:lnSpc>
                  <a:spcPts val="3304"/>
                </a:lnSpc>
              </a:pPr>
              <a:r>
                <a:rPr lang="en-US" sz="2800" b="true">
                  <a:solidFill>
                    <a:srgbClr val="FFFFFF"/>
                  </a:solidFill>
                  <a:latin typeface="Poppins Bold"/>
                  <a:ea typeface="Poppins Bold"/>
                  <a:cs typeface="Poppins Bold"/>
                  <a:sym typeface="Poppins Bold"/>
                </a:rPr>
                <a:t>Universitas Gadjah Mada</a:t>
              </a:r>
            </a:p>
          </p:txBody>
        </p:sp>
      </p:grpSp>
      <p:grpSp>
        <p:nvGrpSpPr>
          <p:cNvPr name="Group 43" id="43"/>
          <p:cNvGrpSpPr/>
          <p:nvPr/>
        </p:nvGrpSpPr>
        <p:grpSpPr>
          <a:xfrm rot="0">
            <a:off x="-3690703" y="319703"/>
            <a:ext cx="14183956" cy="1177919"/>
            <a:chOff x="0" y="0"/>
            <a:chExt cx="18911942" cy="1570559"/>
          </a:xfrm>
        </p:grpSpPr>
        <p:grpSp>
          <p:nvGrpSpPr>
            <p:cNvPr name="Group 44" id="44"/>
            <p:cNvGrpSpPr/>
            <p:nvPr/>
          </p:nvGrpSpPr>
          <p:grpSpPr>
            <a:xfrm rot="0">
              <a:off x="2862324" y="0"/>
              <a:ext cx="16049617" cy="1570559"/>
              <a:chOff x="0" y="0"/>
              <a:chExt cx="1813634" cy="177476"/>
            </a:xfrm>
          </p:grpSpPr>
          <p:sp>
            <p:nvSpPr>
              <p:cNvPr name="Freeform 45" id="45"/>
              <p:cNvSpPr/>
              <p:nvPr/>
            </p:nvSpPr>
            <p:spPr>
              <a:xfrm flipH="false" flipV="false" rot="0">
                <a:off x="0" y="0"/>
                <a:ext cx="1813634" cy="177476"/>
              </a:xfrm>
              <a:custGeom>
                <a:avLst/>
                <a:gdLst/>
                <a:ahLst/>
                <a:cxnLst/>
                <a:rect r="r" b="b" t="t" l="l"/>
                <a:pathLst>
                  <a:path h="177476" w="1813634">
                    <a:moveTo>
                      <a:pt x="64317" y="0"/>
                    </a:moveTo>
                    <a:lnTo>
                      <a:pt x="1749317" y="0"/>
                    </a:lnTo>
                    <a:cubicBezTo>
                      <a:pt x="1784839" y="0"/>
                      <a:pt x="1813634" y="28795"/>
                      <a:pt x="1813634" y="64317"/>
                    </a:cubicBezTo>
                    <a:lnTo>
                      <a:pt x="1813634" y="113159"/>
                    </a:lnTo>
                    <a:cubicBezTo>
                      <a:pt x="1813634" y="148680"/>
                      <a:pt x="1784839" y="177476"/>
                      <a:pt x="1749317" y="177476"/>
                    </a:cubicBezTo>
                    <a:lnTo>
                      <a:pt x="64317" y="177476"/>
                    </a:lnTo>
                    <a:cubicBezTo>
                      <a:pt x="28795" y="177476"/>
                      <a:pt x="0" y="148680"/>
                      <a:pt x="0" y="113159"/>
                    </a:cubicBezTo>
                    <a:lnTo>
                      <a:pt x="0" y="64317"/>
                    </a:lnTo>
                    <a:cubicBezTo>
                      <a:pt x="0" y="28795"/>
                      <a:pt x="28795" y="0"/>
                      <a:pt x="64317" y="0"/>
                    </a:cubicBezTo>
                    <a:close/>
                  </a:path>
                </a:pathLst>
              </a:custGeom>
              <a:solidFill>
                <a:srgbClr val="183900"/>
              </a:solidFill>
              <a:ln cap="rnd">
                <a:noFill/>
                <a:prstDash val="solid"/>
                <a:round/>
              </a:ln>
            </p:spPr>
          </p:sp>
          <p:sp>
            <p:nvSpPr>
              <p:cNvPr name="TextBox 46" id="46"/>
              <p:cNvSpPr txBox="true"/>
              <p:nvPr/>
            </p:nvSpPr>
            <p:spPr>
              <a:xfrm>
                <a:off x="0" y="-28575"/>
                <a:ext cx="1813634" cy="206051"/>
              </a:xfrm>
              <a:prstGeom prst="rect">
                <a:avLst/>
              </a:prstGeom>
            </p:spPr>
            <p:txBody>
              <a:bodyPr anchor="ctr" rtlCol="false" tIns="67599" lIns="67599" bIns="67599" rIns="67599"/>
              <a:lstStyle/>
              <a:p>
                <a:pPr algn="ctr">
                  <a:lnSpc>
                    <a:spcPts val="2380"/>
                  </a:lnSpc>
                </a:pPr>
              </a:p>
            </p:txBody>
          </p:sp>
        </p:grpSp>
        <p:sp>
          <p:nvSpPr>
            <p:cNvPr name="TextBox 47" id="47"/>
            <p:cNvSpPr txBox="true"/>
            <p:nvPr/>
          </p:nvSpPr>
          <p:spPr>
            <a:xfrm rot="0">
              <a:off x="0" y="175110"/>
              <a:ext cx="18471375" cy="1220340"/>
            </a:xfrm>
            <a:prstGeom prst="rect">
              <a:avLst/>
            </a:prstGeom>
          </p:spPr>
          <p:txBody>
            <a:bodyPr anchor="t" rtlCol="false" tIns="0" lIns="0" bIns="0" rIns="0">
              <a:spAutoFit/>
            </a:bodyPr>
            <a:lstStyle/>
            <a:p>
              <a:pPr algn="r">
                <a:lnSpc>
                  <a:spcPts val="6674"/>
                </a:lnSpc>
              </a:pPr>
              <a:r>
                <a:rPr lang="en-US" sz="6067" b="true">
                  <a:solidFill>
                    <a:srgbClr val="FFFFFF"/>
                  </a:solidFill>
                  <a:latin typeface="Poppins Bold"/>
                  <a:ea typeface="Poppins Bold"/>
                  <a:cs typeface="Poppins Bold"/>
                  <a:sym typeface="Poppins Bold"/>
                </a:rPr>
                <a:t>TAHAPAN PELAKSANAAN </a:t>
              </a:r>
            </a:p>
          </p:txBody>
        </p:sp>
      </p:grpSp>
      <p:grpSp>
        <p:nvGrpSpPr>
          <p:cNvPr name="Group 48" id="48"/>
          <p:cNvGrpSpPr/>
          <p:nvPr/>
        </p:nvGrpSpPr>
        <p:grpSpPr>
          <a:xfrm rot="0">
            <a:off x="4905487" y="2465583"/>
            <a:ext cx="13023122" cy="4207272"/>
            <a:chOff x="0" y="0"/>
            <a:chExt cx="17364163" cy="5609696"/>
          </a:xfrm>
        </p:grpSpPr>
        <p:grpSp>
          <p:nvGrpSpPr>
            <p:cNvPr name="Group 49" id="49"/>
            <p:cNvGrpSpPr/>
            <p:nvPr/>
          </p:nvGrpSpPr>
          <p:grpSpPr>
            <a:xfrm rot="0">
              <a:off x="0" y="1408522"/>
              <a:ext cx="6830979" cy="4201174"/>
              <a:chOff x="0" y="0"/>
              <a:chExt cx="812800" cy="499887"/>
            </a:xfrm>
          </p:grpSpPr>
          <p:sp>
            <p:nvSpPr>
              <p:cNvPr name="Freeform 50" id="50"/>
              <p:cNvSpPr/>
              <p:nvPr/>
            </p:nvSpPr>
            <p:spPr>
              <a:xfrm flipH="false" flipV="false" rot="0">
                <a:off x="0" y="0"/>
                <a:ext cx="812800" cy="499887"/>
              </a:xfrm>
              <a:custGeom>
                <a:avLst/>
                <a:gdLst/>
                <a:ahLst/>
                <a:cxnLst/>
                <a:rect r="r" b="b" t="t" l="l"/>
                <a:pathLst>
                  <a:path h="499887" w="812800">
                    <a:moveTo>
                      <a:pt x="0" y="0"/>
                    </a:moveTo>
                    <a:lnTo>
                      <a:pt x="812800" y="0"/>
                    </a:lnTo>
                    <a:lnTo>
                      <a:pt x="812800" y="499887"/>
                    </a:lnTo>
                    <a:lnTo>
                      <a:pt x="0" y="499887"/>
                    </a:lnTo>
                    <a:close/>
                  </a:path>
                </a:pathLst>
              </a:custGeom>
              <a:blipFill>
                <a:blip r:embed="rId7"/>
                <a:stretch>
                  <a:fillRect l="-4668" t="0" r="-4668" b="0"/>
                </a:stretch>
              </a:blipFill>
              <a:ln w="76200" cap="sq">
                <a:solidFill>
                  <a:srgbClr val="000000"/>
                </a:solidFill>
                <a:prstDash val="solid"/>
                <a:miter/>
              </a:ln>
            </p:spPr>
          </p:sp>
        </p:grpSp>
        <p:grpSp>
          <p:nvGrpSpPr>
            <p:cNvPr name="Group 51" id="51"/>
            <p:cNvGrpSpPr/>
            <p:nvPr/>
          </p:nvGrpSpPr>
          <p:grpSpPr>
            <a:xfrm rot="0">
              <a:off x="9851177" y="1342364"/>
              <a:ext cx="6830979" cy="4267331"/>
              <a:chOff x="0" y="0"/>
              <a:chExt cx="812800" cy="507758"/>
            </a:xfrm>
          </p:grpSpPr>
          <p:sp>
            <p:nvSpPr>
              <p:cNvPr name="Freeform 52" id="52"/>
              <p:cNvSpPr/>
              <p:nvPr/>
            </p:nvSpPr>
            <p:spPr>
              <a:xfrm flipH="false" flipV="false" rot="0">
                <a:off x="0" y="0"/>
                <a:ext cx="812800" cy="507758"/>
              </a:xfrm>
              <a:custGeom>
                <a:avLst/>
                <a:gdLst/>
                <a:ahLst/>
                <a:cxnLst/>
                <a:rect r="r" b="b" t="t" l="l"/>
                <a:pathLst>
                  <a:path h="507758" w="812800">
                    <a:moveTo>
                      <a:pt x="0" y="0"/>
                    </a:moveTo>
                    <a:lnTo>
                      <a:pt x="812800" y="0"/>
                    </a:lnTo>
                    <a:lnTo>
                      <a:pt x="812800" y="507758"/>
                    </a:lnTo>
                    <a:lnTo>
                      <a:pt x="0" y="507758"/>
                    </a:lnTo>
                    <a:close/>
                  </a:path>
                </a:pathLst>
              </a:custGeom>
              <a:blipFill>
                <a:blip r:embed="rId8"/>
                <a:stretch>
                  <a:fillRect l="0" t="-92289" r="0" b="-92289"/>
                </a:stretch>
              </a:blipFill>
              <a:ln w="76200" cap="sq">
                <a:solidFill>
                  <a:srgbClr val="000000"/>
                </a:solidFill>
                <a:prstDash val="solid"/>
                <a:miter/>
              </a:ln>
            </p:spPr>
          </p:sp>
        </p:grpSp>
        <p:sp>
          <p:nvSpPr>
            <p:cNvPr name="TextBox 53" id="53"/>
            <p:cNvSpPr txBox="true"/>
            <p:nvPr/>
          </p:nvSpPr>
          <p:spPr>
            <a:xfrm rot="0">
              <a:off x="0" y="45582"/>
              <a:ext cx="6956561" cy="955707"/>
            </a:xfrm>
            <a:prstGeom prst="rect">
              <a:avLst/>
            </a:prstGeom>
          </p:spPr>
          <p:txBody>
            <a:bodyPr anchor="t" rtlCol="false" tIns="0" lIns="0" bIns="0" rIns="0">
              <a:spAutoFit/>
            </a:bodyPr>
            <a:lstStyle/>
            <a:p>
              <a:pPr algn="l">
                <a:lnSpc>
                  <a:spcPts val="1443"/>
                </a:lnSpc>
              </a:pPr>
            </a:p>
            <a:p>
              <a:pPr algn="just">
                <a:lnSpc>
                  <a:spcPts val="4157"/>
                </a:lnSpc>
              </a:pPr>
              <a:r>
                <a:rPr lang="en-US" sz="3523" b="true">
                  <a:solidFill>
                    <a:srgbClr val="C90000"/>
                  </a:solidFill>
                  <a:latin typeface="Poppins Bold"/>
                  <a:ea typeface="Poppins Bold"/>
                  <a:cs typeface="Poppins Bold"/>
                  <a:sym typeface="Poppins Bold"/>
                </a:rPr>
                <a:t> Pembuatan Prototipe </a:t>
              </a:r>
            </a:p>
          </p:txBody>
        </p:sp>
        <p:sp>
          <p:nvSpPr>
            <p:cNvPr name="TextBox 54" id="54"/>
            <p:cNvSpPr txBox="true"/>
            <p:nvPr/>
          </p:nvSpPr>
          <p:spPr>
            <a:xfrm rot="0">
              <a:off x="9851177" y="-28575"/>
              <a:ext cx="7512986" cy="1029864"/>
            </a:xfrm>
            <a:prstGeom prst="rect">
              <a:avLst/>
            </a:prstGeom>
          </p:spPr>
          <p:txBody>
            <a:bodyPr anchor="t" rtlCol="false" tIns="0" lIns="0" bIns="0" rIns="0">
              <a:spAutoFit/>
            </a:bodyPr>
            <a:lstStyle/>
            <a:p>
              <a:pPr algn="l">
                <a:lnSpc>
                  <a:spcPts val="1559"/>
                </a:lnSpc>
              </a:pPr>
            </a:p>
            <a:p>
              <a:pPr algn="just">
                <a:lnSpc>
                  <a:spcPts val="4490"/>
                </a:lnSpc>
              </a:pPr>
              <a:r>
                <a:rPr lang="en-US" sz="3805" b="true">
                  <a:solidFill>
                    <a:srgbClr val="C90000"/>
                  </a:solidFill>
                  <a:latin typeface="Poppins Bold"/>
                  <a:ea typeface="Poppins Bold"/>
                  <a:cs typeface="Poppins Bold"/>
                  <a:sym typeface="Poppins Bold"/>
                </a:rPr>
                <a:t> Pengujian Prototipe </a:t>
              </a:r>
            </a:p>
          </p:txBody>
        </p:sp>
      </p:grpSp>
      <p:sp>
        <p:nvSpPr>
          <p:cNvPr name="Freeform 55" id="55"/>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56" id="56"/>
          <p:cNvGrpSpPr/>
          <p:nvPr/>
        </p:nvGrpSpPr>
        <p:grpSpPr>
          <a:xfrm rot="0">
            <a:off x="11787427" y="457984"/>
            <a:ext cx="6232956" cy="533984"/>
            <a:chOff x="0" y="0"/>
            <a:chExt cx="3154180" cy="270222"/>
          </a:xfrm>
        </p:grpSpPr>
        <p:sp>
          <p:nvSpPr>
            <p:cNvPr name="Freeform 57" id="57"/>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58" id="58"/>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59" id="59"/>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11"/>
            <a:stretch>
              <a:fillRect l="-3671" t="0" r="-3671" b="0"/>
            </a:stretch>
          </a:blipFill>
        </p:spPr>
      </p:sp>
      <p:sp>
        <p:nvSpPr>
          <p:cNvPr name="Freeform 60" id="60"/>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2"/>
            <a:stretch>
              <a:fillRect l="-3671" t="0" r="-3671" b="0"/>
            </a:stretch>
          </a:blipFill>
        </p:spPr>
      </p:sp>
      <p:sp>
        <p:nvSpPr>
          <p:cNvPr name="Freeform 61" id="61"/>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13"/>
            <a:stretch>
              <a:fillRect l="-3671" t="0" r="-3671" b="0"/>
            </a:stretch>
          </a:blipFill>
        </p:spPr>
      </p:sp>
      <p:sp>
        <p:nvSpPr>
          <p:cNvPr name="Freeform 62" id="62"/>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4"/>
            <a:stretch>
              <a:fillRect l="-3671" t="0" r="-3671" b="0"/>
            </a:stretch>
          </a:blipFill>
        </p:spPr>
      </p:sp>
      <p:sp>
        <p:nvSpPr>
          <p:cNvPr name="Freeform 63" id="63"/>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5"/>
            <a:stretch>
              <a:fillRect l="0" t="-1456" r="0" b="-566"/>
            </a:stretch>
          </a:blipFill>
        </p:spPr>
      </p:sp>
      <p:sp>
        <p:nvSpPr>
          <p:cNvPr name="Freeform 64" id="64"/>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6"/>
            <a:stretch>
              <a:fillRect l="0" t="-552" r="0" b="-552"/>
            </a:stretch>
          </a:blipFill>
        </p:spPr>
      </p:sp>
      <p:sp>
        <p:nvSpPr>
          <p:cNvPr name="Freeform 65" id="65"/>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7"/>
            <a:stretch>
              <a:fillRect l="0" t="0" r="-5929" b="0"/>
            </a:stretch>
          </a:blipFill>
        </p:spPr>
      </p:sp>
      <p:sp>
        <p:nvSpPr>
          <p:cNvPr name="TextBox 66" id="66"/>
          <p:cNvSpPr txBox="true"/>
          <p:nvPr/>
        </p:nvSpPr>
        <p:spPr>
          <a:xfrm rot="0">
            <a:off x="16741823" y="9421254"/>
            <a:ext cx="400496"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11</a:t>
            </a:r>
          </a:p>
        </p:txBody>
      </p:sp>
      <p:sp>
        <p:nvSpPr>
          <p:cNvPr name="TextBox 67" id="67"/>
          <p:cNvSpPr txBox="true"/>
          <p:nvPr/>
        </p:nvSpPr>
        <p:spPr>
          <a:xfrm rot="0">
            <a:off x="0" y="4123499"/>
            <a:ext cx="4766191" cy="2011426"/>
          </a:xfrm>
          <a:prstGeom prst="rect">
            <a:avLst/>
          </a:prstGeom>
        </p:spPr>
        <p:txBody>
          <a:bodyPr anchor="t" rtlCol="false" tIns="0" lIns="0" bIns="0" rIns="0">
            <a:spAutoFit/>
          </a:bodyPr>
          <a:lstStyle/>
          <a:p>
            <a:pPr algn="ctr">
              <a:lnSpc>
                <a:spcPts val="5192"/>
              </a:lnSpc>
            </a:pPr>
            <a:r>
              <a:rPr lang="en-US" sz="4400" b="true">
                <a:solidFill>
                  <a:srgbClr val="FFFFFF"/>
                </a:solidFill>
                <a:latin typeface="Poppins Bold"/>
                <a:ea typeface="Poppins Bold"/>
                <a:cs typeface="Poppins Bold"/>
                <a:sym typeface="Poppins Bold"/>
              </a:rPr>
              <a:t>Waktu dan Tempat Pelaksanaan</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10608"/>
        </a:solidFill>
      </p:bgPr>
    </p:bg>
    <p:spTree>
      <p:nvGrpSpPr>
        <p:cNvPr id="1" name=""/>
        <p:cNvGrpSpPr/>
        <p:nvPr/>
      </p:nvGrpSpPr>
      <p:grpSpPr>
        <a:xfrm>
          <a:off x="0" y="0"/>
          <a:ext cx="0" cy="0"/>
          <a:chOff x="0" y="0"/>
          <a:chExt cx="0" cy="0"/>
        </a:xfrm>
      </p:grpSpPr>
      <p:sp>
        <p:nvSpPr>
          <p:cNvPr name="Freeform 2" id="2"/>
          <p:cNvSpPr/>
          <p:nvPr/>
        </p:nvSpPr>
        <p:spPr>
          <a:xfrm flipH="false" flipV="false" rot="0">
            <a:off x="1272012" y="-1105447"/>
            <a:ext cx="18065388" cy="9638961"/>
          </a:xfrm>
          <a:custGeom>
            <a:avLst/>
            <a:gdLst/>
            <a:ahLst/>
            <a:cxnLst/>
            <a:rect r="r" b="b" t="t" l="l"/>
            <a:pathLst>
              <a:path h="9638961" w="18065388">
                <a:moveTo>
                  <a:pt x="0" y="0"/>
                </a:moveTo>
                <a:lnTo>
                  <a:pt x="18065388" y="0"/>
                </a:lnTo>
                <a:lnTo>
                  <a:pt x="18065388" y="9638961"/>
                </a:lnTo>
                <a:lnTo>
                  <a:pt x="0" y="9638961"/>
                </a:lnTo>
                <a:lnTo>
                  <a:pt x="0" y="0"/>
                </a:lnTo>
                <a:close/>
              </a:path>
            </a:pathLst>
          </a:custGeom>
          <a:blipFill>
            <a:blip r:embed="rId2">
              <a:alphaModFix amt="41000"/>
            </a:blip>
            <a:stretch>
              <a:fillRect l="0" t="-4305" r="0" b="-20641"/>
            </a:stretch>
          </a:blipFill>
        </p:spPr>
      </p:sp>
      <p:grpSp>
        <p:nvGrpSpPr>
          <p:cNvPr name="Group 3" id="3"/>
          <p:cNvGrpSpPr/>
          <p:nvPr/>
        </p:nvGrpSpPr>
        <p:grpSpPr>
          <a:xfrm rot="0">
            <a:off x="1272012" y="-778722"/>
            <a:ext cx="18065388" cy="9312236"/>
            <a:chOff x="0" y="0"/>
            <a:chExt cx="4757962" cy="2452605"/>
          </a:xfrm>
        </p:grpSpPr>
        <p:sp>
          <p:nvSpPr>
            <p:cNvPr name="Freeform 4" id="4"/>
            <p:cNvSpPr/>
            <p:nvPr/>
          </p:nvSpPr>
          <p:spPr>
            <a:xfrm flipH="false" flipV="false" rot="0">
              <a:off x="0" y="0"/>
              <a:ext cx="4757962" cy="2452606"/>
            </a:xfrm>
            <a:custGeom>
              <a:avLst/>
              <a:gdLst/>
              <a:ahLst/>
              <a:cxnLst/>
              <a:rect r="r" b="b" t="t" l="l"/>
              <a:pathLst>
                <a:path h="2452606" w="4757962">
                  <a:moveTo>
                    <a:pt x="42855" y="0"/>
                  </a:moveTo>
                  <a:lnTo>
                    <a:pt x="4715107" y="0"/>
                  </a:lnTo>
                  <a:cubicBezTo>
                    <a:pt x="4726473" y="0"/>
                    <a:pt x="4737374" y="4515"/>
                    <a:pt x="4745410" y="12552"/>
                  </a:cubicBezTo>
                  <a:cubicBezTo>
                    <a:pt x="4753447" y="20589"/>
                    <a:pt x="4757962" y="31489"/>
                    <a:pt x="4757962" y="42855"/>
                  </a:cubicBezTo>
                  <a:lnTo>
                    <a:pt x="4757962" y="2409751"/>
                  </a:lnTo>
                  <a:cubicBezTo>
                    <a:pt x="4757962" y="2421116"/>
                    <a:pt x="4753447" y="2432017"/>
                    <a:pt x="4745410" y="2440054"/>
                  </a:cubicBezTo>
                  <a:cubicBezTo>
                    <a:pt x="4737374" y="2448090"/>
                    <a:pt x="4726473" y="2452606"/>
                    <a:pt x="4715107" y="2452606"/>
                  </a:cubicBezTo>
                  <a:lnTo>
                    <a:pt x="42855" y="2452606"/>
                  </a:lnTo>
                  <a:cubicBezTo>
                    <a:pt x="31489" y="2452606"/>
                    <a:pt x="20589" y="2448090"/>
                    <a:pt x="12552" y="2440054"/>
                  </a:cubicBezTo>
                  <a:cubicBezTo>
                    <a:pt x="4515" y="2432017"/>
                    <a:pt x="0" y="2421116"/>
                    <a:pt x="0" y="2409751"/>
                  </a:cubicBezTo>
                  <a:lnTo>
                    <a:pt x="0" y="42855"/>
                  </a:lnTo>
                  <a:cubicBezTo>
                    <a:pt x="0" y="31489"/>
                    <a:pt x="4515" y="20589"/>
                    <a:pt x="12552" y="12552"/>
                  </a:cubicBezTo>
                  <a:cubicBezTo>
                    <a:pt x="20589" y="4515"/>
                    <a:pt x="31489" y="0"/>
                    <a:pt x="42855" y="0"/>
                  </a:cubicBezTo>
                  <a:close/>
                </a:path>
              </a:pathLst>
            </a:custGeom>
            <a:solidFill>
              <a:srgbClr val="FFFFFC">
                <a:alpha val="80000"/>
              </a:srgbClr>
            </a:solidFill>
            <a:ln w="76200" cap="rnd">
              <a:gradFill>
                <a:gsLst>
                  <a:gs pos="0">
                    <a:srgbClr val="FFFCFC">
                      <a:alpha val="0"/>
                    </a:srgbClr>
                  </a:gs>
                  <a:gs pos="100000">
                    <a:srgbClr val="FFD21F">
                      <a:alpha val="80000"/>
                    </a:srgbClr>
                  </a:gs>
                </a:gsLst>
                <a:lin ang="5400000"/>
              </a:gradFill>
              <a:prstDash val="solid"/>
              <a:round/>
            </a:ln>
          </p:spPr>
        </p:sp>
        <p:sp>
          <p:nvSpPr>
            <p:cNvPr name="TextBox 5" id="5"/>
            <p:cNvSpPr txBox="true"/>
            <p:nvPr/>
          </p:nvSpPr>
          <p:spPr>
            <a:xfrm>
              <a:off x="0" y="0"/>
              <a:ext cx="4757962" cy="2452605"/>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391165" y="-50690"/>
            <a:ext cx="19134073" cy="1918706"/>
            <a:chOff x="0" y="0"/>
            <a:chExt cx="5039427" cy="505338"/>
          </a:xfrm>
        </p:grpSpPr>
        <p:sp>
          <p:nvSpPr>
            <p:cNvPr name="Freeform 7" id="7"/>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8" id="8"/>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977281" y="4553376"/>
            <a:ext cx="13663019" cy="300767"/>
            <a:chOff x="0" y="0"/>
            <a:chExt cx="3598490" cy="79214"/>
          </a:xfrm>
        </p:grpSpPr>
        <p:sp>
          <p:nvSpPr>
            <p:cNvPr name="Freeform 10" id="10"/>
            <p:cNvSpPr/>
            <p:nvPr/>
          </p:nvSpPr>
          <p:spPr>
            <a:xfrm flipH="false" flipV="false" rot="0">
              <a:off x="0" y="0"/>
              <a:ext cx="3598490" cy="79214"/>
            </a:xfrm>
            <a:custGeom>
              <a:avLst/>
              <a:gdLst/>
              <a:ahLst/>
              <a:cxnLst/>
              <a:rect r="r" b="b" t="t" l="l"/>
              <a:pathLst>
                <a:path h="79214" w="3598490">
                  <a:moveTo>
                    <a:pt x="39607" y="0"/>
                  </a:moveTo>
                  <a:lnTo>
                    <a:pt x="3558883" y="0"/>
                  </a:lnTo>
                  <a:cubicBezTo>
                    <a:pt x="3569388" y="0"/>
                    <a:pt x="3579462" y="4173"/>
                    <a:pt x="3586890" y="11601"/>
                  </a:cubicBezTo>
                  <a:cubicBezTo>
                    <a:pt x="3594317" y="19028"/>
                    <a:pt x="3598490" y="29103"/>
                    <a:pt x="3598490" y="39607"/>
                  </a:cubicBezTo>
                  <a:lnTo>
                    <a:pt x="3598490" y="39607"/>
                  </a:lnTo>
                  <a:cubicBezTo>
                    <a:pt x="3598490" y="61482"/>
                    <a:pt x="3580758" y="79214"/>
                    <a:pt x="3558883"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11" id="11"/>
            <p:cNvSpPr txBox="true"/>
            <p:nvPr/>
          </p:nvSpPr>
          <p:spPr>
            <a:xfrm>
              <a:off x="0" y="0"/>
              <a:ext cx="3598490" cy="79214"/>
            </a:xfrm>
            <a:prstGeom prst="rect">
              <a:avLst/>
            </a:prstGeom>
          </p:spPr>
          <p:txBody>
            <a:bodyPr anchor="ctr" rtlCol="false" tIns="50800" lIns="50800" bIns="50800" rIns="50800"/>
            <a:lstStyle/>
            <a:p>
              <a:pPr algn="ctr">
                <a:lnSpc>
                  <a:spcPts val="2752"/>
                </a:lnSpc>
              </a:pPr>
            </a:p>
          </p:txBody>
        </p:sp>
      </p:grpSp>
      <p:grpSp>
        <p:nvGrpSpPr>
          <p:cNvPr name="Group 12" id="12"/>
          <p:cNvGrpSpPr/>
          <p:nvPr/>
        </p:nvGrpSpPr>
        <p:grpSpPr>
          <a:xfrm rot="0">
            <a:off x="0" y="9423688"/>
            <a:ext cx="18742908" cy="1239467"/>
            <a:chOff x="0" y="0"/>
            <a:chExt cx="3949066" cy="261151"/>
          </a:xfrm>
        </p:grpSpPr>
        <p:sp>
          <p:nvSpPr>
            <p:cNvPr name="Freeform 13" id="13"/>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14" id="14"/>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15" id="15"/>
          <p:cNvGrpSpPr/>
          <p:nvPr/>
        </p:nvGrpSpPr>
        <p:grpSpPr>
          <a:xfrm rot="0">
            <a:off x="240438" y="9601920"/>
            <a:ext cx="16877922" cy="600132"/>
            <a:chOff x="0" y="0"/>
            <a:chExt cx="22503897" cy="800176"/>
          </a:xfrm>
        </p:grpSpPr>
        <p:grpSp>
          <p:nvGrpSpPr>
            <p:cNvPr name="Group 16" id="16"/>
            <p:cNvGrpSpPr/>
            <p:nvPr/>
          </p:nvGrpSpPr>
          <p:grpSpPr>
            <a:xfrm rot="0">
              <a:off x="0" y="6193"/>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4707376" y="0"/>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8838517" y="0"/>
              <a:ext cx="5347837" cy="793983"/>
              <a:chOff x="0" y="0"/>
              <a:chExt cx="1056363" cy="156836"/>
            </a:xfrm>
          </p:grpSpPr>
          <p:sp>
            <p:nvSpPr>
              <p:cNvPr name="Freeform 23" id="2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5" id="25"/>
            <p:cNvGrpSpPr/>
            <p:nvPr/>
          </p:nvGrpSpPr>
          <p:grpSpPr>
            <a:xfrm rot="0">
              <a:off x="13154013" y="6193"/>
              <a:ext cx="5347837" cy="793983"/>
              <a:chOff x="0" y="0"/>
              <a:chExt cx="1056363" cy="156836"/>
            </a:xfrm>
          </p:grpSpPr>
          <p:sp>
            <p:nvSpPr>
              <p:cNvPr name="Freeform 26" id="2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7" id="2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8" id="28"/>
            <p:cNvGrpSpPr/>
            <p:nvPr/>
          </p:nvGrpSpPr>
          <p:grpSpPr>
            <a:xfrm rot="0">
              <a:off x="16106266" y="0"/>
              <a:ext cx="6397630" cy="793983"/>
              <a:chOff x="0" y="0"/>
              <a:chExt cx="1263729" cy="156836"/>
            </a:xfrm>
          </p:grpSpPr>
          <p:sp>
            <p:nvSpPr>
              <p:cNvPr name="Freeform 29" id="29"/>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30" id="30"/>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1" id="31"/>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32" id="32"/>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33" id="33"/>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34" id="34"/>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35" id="35"/>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6" id="36"/>
          <p:cNvGrpSpPr/>
          <p:nvPr/>
        </p:nvGrpSpPr>
        <p:grpSpPr>
          <a:xfrm rot="0">
            <a:off x="16443867" y="9362871"/>
            <a:ext cx="996408" cy="1848257"/>
            <a:chOff x="0" y="0"/>
            <a:chExt cx="438186" cy="812800"/>
          </a:xfrm>
        </p:grpSpPr>
        <p:sp>
          <p:nvSpPr>
            <p:cNvPr name="Freeform 37" id="37"/>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8" id="38"/>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39" id="39"/>
          <p:cNvSpPr txBox="true"/>
          <p:nvPr/>
        </p:nvSpPr>
        <p:spPr>
          <a:xfrm rot="0">
            <a:off x="3977281" y="5076825"/>
            <a:ext cx="2350062" cy="932032"/>
          </a:xfrm>
          <a:prstGeom prst="rect">
            <a:avLst/>
          </a:prstGeom>
        </p:spPr>
        <p:txBody>
          <a:bodyPr anchor="t" rtlCol="false" tIns="0" lIns="0" bIns="0" rIns="0">
            <a:spAutoFit/>
          </a:bodyPr>
          <a:lstStyle/>
          <a:p>
            <a:pPr algn="ctr">
              <a:lnSpc>
                <a:spcPts val="3689"/>
              </a:lnSpc>
            </a:pPr>
            <a:r>
              <a:rPr lang="en-US" sz="2635" b="true">
                <a:solidFill>
                  <a:srgbClr val="183900"/>
                </a:solidFill>
                <a:latin typeface="Poppins Bold"/>
                <a:ea typeface="Poppins Bold"/>
                <a:cs typeface="Poppins Bold"/>
                <a:sym typeface="Poppins Bold"/>
              </a:rPr>
              <a:t>Studi Literatur</a:t>
            </a:r>
          </a:p>
        </p:txBody>
      </p:sp>
      <p:sp>
        <p:nvSpPr>
          <p:cNvPr name="TextBox 40" id="40"/>
          <p:cNvSpPr txBox="true"/>
          <p:nvPr/>
        </p:nvSpPr>
        <p:spPr>
          <a:xfrm rot="0">
            <a:off x="16689956" y="9421254"/>
            <a:ext cx="504230"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12</a:t>
            </a:r>
          </a:p>
        </p:txBody>
      </p:sp>
      <p:grpSp>
        <p:nvGrpSpPr>
          <p:cNvPr name="Group 41" id="41"/>
          <p:cNvGrpSpPr/>
          <p:nvPr/>
        </p:nvGrpSpPr>
        <p:grpSpPr>
          <a:xfrm rot="0">
            <a:off x="4635641" y="2676172"/>
            <a:ext cx="1006348" cy="2331517"/>
            <a:chOff x="0" y="0"/>
            <a:chExt cx="1341797" cy="3108689"/>
          </a:xfrm>
        </p:grpSpPr>
        <p:grpSp>
          <p:nvGrpSpPr>
            <p:cNvPr name="Group 42" id="42"/>
            <p:cNvGrpSpPr/>
            <p:nvPr/>
          </p:nvGrpSpPr>
          <p:grpSpPr>
            <a:xfrm rot="5400000">
              <a:off x="-387864" y="1431121"/>
              <a:ext cx="2117526" cy="401022"/>
              <a:chOff x="0" y="0"/>
              <a:chExt cx="418277" cy="79214"/>
            </a:xfrm>
          </p:grpSpPr>
          <p:sp>
            <p:nvSpPr>
              <p:cNvPr name="Freeform 43" id="43"/>
              <p:cNvSpPr/>
              <p:nvPr/>
            </p:nvSpPr>
            <p:spPr>
              <a:xfrm flipH="false" flipV="false" rot="0">
                <a:off x="0" y="0"/>
                <a:ext cx="418277" cy="79214"/>
              </a:xfrm>
              <a:custGeom>
                <a:avLst/>
                <a:gdLst/>
                <a:ahLst/>
                <a:cxnLst/>
                <a:rect r="r" b="b" t="t" l="l"/>
                <a:pathLst>
                  <a:path h="79214" w="418277">
                    <a:moveTo>
                      <a:pt x="39607" y="0"/>
                    </a:moveTo>
                    <a:lnTo>
                      <a:pt x="378670" y="0"/>
                    </a:lnTo>
                    <a:cubicBezTo>
                      <a:pt x="400544" y="0"/>
                      <a:pt x="418277" y="17733"/>
                      <a:pt x="418277" y="39607"/>
                    </a:cubicBezTo>
                    <a:lnTo>
                      <a:pt x="418277" y="39607"/>
                    </a:lnTo>
                    <a:cubicBezTo>
                      <a:pt x="418277" y="61482"/>
                      <a:pt x="400544" y="79214"/>
                      <a:pt x="378670"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44" id="44"/>
              <p:cNvSpPr txBox="true"/>
              <p:nvPr/>
            </p:nvSpPr>
            <p:spPr>
              <a:xfrm>
                <a:off x="0" y="0"/>
                <a:ext cx="418277" cy="79214"/>
              </a:xfrm>
              <a:prstGeom prst="rect">
                <a:avLst/>
              </a:prstGeom>
            </p:spPr>
            <p:txBody>
              <a:bodyPr anchor="ctr" rtlCol="false" tIns="50800" lIns="50800" bIns="50800" rIns="50800"/>
              <a:lstStyle/>
              <a:p>
                <a:pPr algn="ctr">
                  <a:lnSpc>
                    <a:spcPts val="2752"/>
                  </a:lnSpc>
                </a:pPr>
              </a:p>
            </p:txBody>
          </p:sp>
        </p:grpSp>
        <p:grpSp>
          <p:nvGrpSpPr>
            <p:cNvPr name="Group 45" id="45"/>
            <p:cNvGrpSpPr/>
            <p:nvPr/>
          </p:nvGrpSpPr>
          <p:grpSpPr>
            <a:xfrm rot="0">
              <a:off x="252604" y="2272100"/>
              <a:ext cx="836589" cy="836589"/>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47" id="47"/>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48" id="48"/>
            <p:cNvGrpSpPr/>
            <p:nvPr/>
          </p:nvGrpSpPr>
          <p:grpSpPr>
            <a:xfrm rot="0">
              <a:off x="407781" y="2427277"/>
              <a:ext cx="526234" cy="526234"/>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51" id="51"/>
            <p:cNvGrpSpPr/>
            <p:nvPr/>
          </p:nvGrpSpPr>
          <p:grpSpPr>
            <a:xfrm rot="0">
              <a:off x="0" y="0"/>
              <a:ext cx="1341797" cy="1341797"/>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53" id="53"/>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54" id="54"/>
            <p:cNvGrpSpPr/>
            <p:nvPr/>
          </p:nvGrpSpPr>
          <p:grpSpPr>
            <a:xfrm rot="0">
              <a:off x="152500" y="152500"/>
              <a:ext cx="1036798" cy="1036798"/>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6" id="56"/>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sp>
          <p:nvSpPr>
            <p:cNvPr name="TextBox 57" id="57"/>
            <p:cNvSpPr txBox="true"/>
            <p:nvPr/>
          </p:nvSpPr>
          <p:spPr>
            <a:xfrm rot="0">
              <a:off x="548105" y="228727"/>
              <a:ext cx="245586" cy="817668"/>
            </a:xfrm>
            <a:prstGeom prst="rect">
              <a:avLst/>
            </a:prstGeom>
          </p:spPr>
          <p:txBody>
            <a:bodyPr anchor="t" rtlCol="false" tIns="0" lIns="0" bIns="0" rIns="0">
              <a:spAutoFit/>
            </a:bodyPr>
            <a:lstStyle/>
            <a:p>
              <a:pPr algn="ctr">
                <a:lnSpc>
                  <a:spcPts val="5179"/>
                </a:lnSpc>
              </a:pPr>
              <a:r>
                <a:rPr lang="en-US" b="true" sz="3699">
                  <a:solidFill>
                    <a:srgbClr val="183900"/>
                  </a:solidFill>
                  <a:latin typeface="Montserrat Bold"/>
                  <a:ea typeface="Montserrat Bold"/>
                  <a:cs typeface="Montserrat Bold"/>
                  <a:sym typeface="Montserrat Bold"/>
                </a:rPr>
                <a:t>1</a:t>
              </a:r>
            </a:p>
          </p:txBody>
        </p:sp>
      </p:grpSp>
      <p:grpSp>
        <p:nvGrpSpPr>
          <p:cNvPr name="Group 58" id="58"/>
          <p:cNvGrpSpPr/>
          <p:nvPr/>
        </p:nvGrpSpPr>
        <p:grpSpPr>
          <a:xfrm rot="0">
            <a:off x="7278212" y="2659140"/>
            <a:ext cx="1006348" cy="2348549"/>
            <a:chOff x="0" y="0"/>
            <a:chExt cx="1341797" cy="3131398"/>
          </a:xfrm>
        </p:grpSpPr>
        <p:grpSp>
          <p:nvGrpSpPr>
            <p:cNvPr name="Group 59" id="59"/>
            <p:cNvGrpSpPr/>
            <p:nvPr/>
          </p:nvGrpSpPr>
          <p:grpSpPr>
            <a:xfrm rot="5400000">
              <a:off x="-387864" y="1431121"/>
              <a:ext cx="2117526" cy="401022"/>
              <a:chOff x="0" y="0"/>
              <a:chExt cx="418277" cy="79214"/>
            </a:xfrm>
          </p:grpSpPr>
          <p:sp>
            <p:nvSpPr>
              <p:cNvPr name="Freeform 60" id="60"/>
              <p:cNvSpPr/>
              <p:nvPr/>
            </p:nvSpPr>
            <p:spPr>
              <a:xfrm flipH="false" flipV="false" rot="0">
                <a:off x="0" y="0"/>
                <a:ext cx="418277" cy="79214"/>
              </a:xfrm>
              <a:custGeom>
                <a:avLst/>
                <a:gdLst/>
                <a:ahLst/>
                <a:cxnLst/>
                <a:rect r="r" b="b" t="t" l="l"/>
                <a:pathLst>
                  <a:path h="79214" w="418277">
                    <a:moveTo>
                      <a:pt x="39607" y="0"/>
                    </a:moveTo>
                    <a:lnTo>
                      <a:pt x="378670" y="0"/>
                    </a:lnTo>
                    <a:cubicBezTo>
                      <a:pt x="400544" y="0"/>
                      <a:pt x="418277" y="17733"/>
                      <a:pt x="418277" y="39607"/>
                    </a:cubicBezTo>
                    <a:lnTo>
                      <a:pt x="418277" y="39607"/>
                    </a:lnTo>
                    <a:cubicBezTo>
                      <a:pt x="418277" y="61482"/>
                      <a:pt x="400544" y="79214"/>
                      <a:pt x="378670"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61" id="61"/>
              <p:cNvSpPr txBox="true"/>
              <p:nvPr/>
            </p:nvSpPr>
            <p:spPr>
              <a:xfrm>
                <a:off x="0" y="0"/>
                <a:ext cx="418277" cy="79214"/>
              </a:xfrm>
              <a:prstGeom prst="rect">
                <a:avLst/>
              </a:prstGeom>
            </p:spPr>
            <p:txBody>
              <a:bodyPr anchor="ctr" rtlCol="false" tIns="50800" lIns="50800" bIns="50800" rIns="50800"/>
              <a:lstStyle/>
              <a:p>
                <a:pPr algn="ctr">
                  <a:lnSpc>
                    <a:spcPts val="2752"/>
                  </a:lnSpc>
                </a:pPr>
              </a:p>
            </p:txBody>
          </p:sp>
        </p:grpSp>
        <p:grpSp>
          <p:nvGrpSpPr>
            <p:cNvPr name="Group 62" id="62"/>
            <p:cNvGrpSpPr/>
            <p:nvPr/>
          </p:nvGrpSpPr>
          <p:grpSpPr>
            <a:xfrm rot="0">
              <a:off x="251536" y="2294809"/>
              <a:ext cx="836589" cy="836589"/>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64" id="64"/>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65" id="65"/>
            <p:cNvGrpSpPr/>
            <p:nvPr/>
          </p:nvGrpSpPr>
          <p:grpSpPr>
            <a:xfrm rot="0">
              <a:off x="406714" y="2449987"/>
              <a:ext cx="526234" cy="526234"/>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7" id="67"/>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68" id="68"/>
            <p:cNvGrpSpPr/>
            <p:nvPr/>
          </p:nvGrpSpPr>
          <p:grpSpPr>
            <a:xfrm rot="0">
              <a:off x="0" y="0"/>
              <a:ext cx="1341797" cy="1341797"/>
              <a:chOff x="0" y="0"/>
              <a:chExt cx="812800" cy="812800"/>
            </a:xfrm>
          </p:grpSpPr>
          <p:sp>
            <p:nvSpPr>
              <p:cNvPr name="Freeform 69" id="6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70" id="70"/>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71" id="71"/>
            <p:cNvGrpSpPr/>
            <p:nvPr/>
          </p:nvGrpSpPr>
          <p:grpSpPr>
            <a:xfrm rot="0">
              <a:off x="152500" y="152500"/>
              <a:ext cx="1036798" cy="1036798"/>
              <a:chOff x="0" y="0"/>
              <a:chExt cx="812800" cy="812800"/>
            </a:xfrm>
          </p:grpSpPr>
          <p:sp>
            <p:nvSpPr>
              <p:cNvPr name="Freeform 72" id="7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3" id="73"/>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sp>
          <p:nvSpPr>
            <p:cNvPr name="TextBox 74" id="74"/>
            <p:cNvSpPr txBox="true"/>
            <p:nvPr/>
          </p:nvSpPr>
          <p:spPr>
            <a:xfrm rot="0">
              <a:off x="486034" y="228727"/>
              <a:ext cx="369729" cy="817668"/>
            </a:xfrm>
            <a:prstGeom prst="rect">
              <a:avLst/>
            </a:prstGeom>
          </p:spPr>
          <p:txBody>
            <a:bodyPr anchor="t" rtlCol="false" tIns="0" lIns="0" bIns="0" rIns="0">
              <a:spAutoFit/>
            </a:bodyPr>
            <a:lstStyle/>
            <a:p>
              <a:pPr algn="ctr">
                <a:lnSpc>
                  <a:spcPts val="5179"/>
                </a:lnSpc>
              </a:pPr>
              <a:r>
                <a:rPr lang="en-US" b="true" sz="3699">
                  <a:solidFill>
                    <a:srgbClr val="183900"/>
                  </a:solidFill>
                  <a:latin typeface="Montserrat Bold"/>
                  <a:ea typeface="Montserrat Bold"/>
                  <a:cs typeface="Montserrat Bold"/>
                  <a:sym typeface="Montserrat Bold"/>
                </a:rPr>
                <a:t>2</a:t>
              </a:r>
            </a:p>
          </p:txBody>
        </p:sp>
      </p:grpSp>
      <p:grpSp>
        <p:nvGrpSpPr>
          <p:cNvPr name="Group 75" id="75"/>
          <p:cNvGrpSpPr/>
          <p:nvPr/>
        </p:nvGrpSpPr>
        <p:grpSpPr>
          <a:xfrm rot="0">
            <a:off x="10139456" y="2683413"/>
            <a:ext cx="1006348" cy="2317035"/>
            <a:chOff x="0" y="0"/>
            <a:chExt cx="1341797" cy="3089380"/>
          </a:xfrm>
        </p:grpSpPr>
        <p:grpSp>
          <p:nvGrpSpPr>
            <p:cNvPr name="Group 76" id="76"/>
            <p:cNvGrpSpPr/>
            <p:nvPr/>
          </p:nvGrpSpPr>
          <p:grpSpPr>
            <a:xfrm rot="0">
              <a:off x="256464" y="2252791"/>
              <a:ext cx="836589" cy="836589"/>
              <a:chOff x="0" y="0"/>
              <a:chExt cx="812800" cy="812800"/>
            </a:xfrm>
          </p:grpSpPr>
          <p:sp>
            <p:nvSpPr>
              <p:cNvPr name="Freeform 77" id="7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78" id="78"/>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79" id="79"/>
            <p:cNvGrpSpPr/>
            <p:nvPr/>
          </p:nvGrpSpPr>
          <p:grpSpPr>
            <a:xfrm rot="5400000">
              <a:off x="-387864" y="1431121"/>
              <a:ext cx="2117526" cy="401022"/>
              <a:chOff x="0" y="0"/>
              <a:chExt cx="418277" cy="79214"/>
            </a:xfrm>
          </p:grpSpPr>
          <p:sp>
            <p:nvSpPr>
              <p:cNvPr name="Freeform 80" id="80"/>
              <p:cNvSpPr/>
              <p:nvPr/>
            </p:nvSpPr>
            <p:spPr>
              <a:xfrm flipH="false" flipV="false" rot="0">
                <a:off x="0" y="0"/>
                <a:ext cx="418277" cy="79214"/>
              </a:xfrm>
              <a:custGeom>
                <a:avLst/>
                <a:gdLst/>
                <a:ahLst/>
                <a:cxnLst/>
                <a:rect r="r" b="b" t="t" l="l"/>
                <a:pathLst>
                  <a:path h="79214" w="418277">
                    <a:moveTo>
                      <a:pt x="39607" y="0"/>
                    </a:moveTo>
                    <a:lnTo>
                      <a:pt x="378670" y="0"/>
                    </a:lnTo>
                    <a:cubicBezTo>
                      <a:pt x="400544" y="0"/>
                      <a:pt x="418277" y="17733"/>
                      <a:pt x="418277" y="39607"/>
                    </a:cubicBezTo>
                    <a:lnTo>
                      <a:pt x="418277" y="39607"/>
                    </a:lnTo>
                    <a:cubicBezTo>
                      <a:pt x="418277" y="61482"/>
                      <a:pt x="400544" y="79214"/>
                      <a:pt x="378670"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81" id="81"/>
              <p:cNvSpPr txBox="true"/>
              <p:nvPr/>
            </p:nvSpPr>
            <p:spPr>
              <a:xfrm>
                <a:off x="0" y="0"/>
                <a:ext cx="418277" cy="79214"/>
              </a:xfrm>
              <a:prstGeom prst="rect">
                <a:avLst/>
              </a:prstGeom>
            </p:spPr>
            <p:txBody>
              <a:bodyPr anchor="ctr" rtlCol="false" tIns="50800" lIns="50800" bIns="50800" rIns="50800"/>
              <a:lstStyle/>
              <a:p>
                <a:pPr algn="ctr">
                  <a:lnSpc>
                    <a:spcPts val="2752"/>
                  </a:lnSpc>
                </a:pPr>
              </a:p>
            </p:txBody>
          </p:sp>
        </p:grpSp>
        <p:grpSp>
          <p:nvGrpSpPr>
            <p:cNvPr name="Group 82" id="82"/>
            <p:cNvGrpSpPr/>
            <p:nvPr/>
          </p:nvGrpSpPr>
          <p:grpSpPr>
            <a:xfrm rot="0">
              <a:off x="411641" y="2407968"/>
              <a:ext cx="526234" cy="526234"/>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4" id="84"/>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85" id="85"/>
            <p:cNvGrpSpPr/>
            <p:nvPr/>
          </p:nvGrpSpPr>
          <p:grpSpPr>
            <a:xfrm rot="0">
              <a:off x="0" y="0"/>
              <a:ext cx="1341797" cy="1341797"/>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87" id="87"/>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88" id="88"/>
            <p:cNvGrpSpPr/>
            <p:nvPr/>
          </p:nvGrpSpPr>
          <p:grpSpPr>
            <a:xfrm rot="0">
              <a:off x="152500" y="152500"/>
              <a:ext cx="1036798" cy="1036798"/>
              <a:chOff x="0" y="0"/>
              <a:chExt cx="812800" cy="812800"/>
            </a:xfrm>
          </p:grpSpPr>
          <p:sp>
            <p:nvSpPr>
              <p:cNvPr name="Freeform 89" id="8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0" id="90"/>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sp>
          <p:nvSpPr>
            <p:cNvPr name="TextBox 91" id="91"/>
            <p:cNvSpPr txBox="true"/>
            <p:nvPr/>
          </p:nvSpPr>
          <p:spPr>
            <a:xfrm rot="0">
              <a:off x="485399" y="228727"/>
              <a:ext cx="370999" cy="817668"/>
            </a:xfrm>
            <a:prstGeom prst="rect">
              <a:avLst/>
            </a:prstGeom>
          </p:spPr>
          <p:txBody>
            <a:bodyPr anchor="t" rtlCol="false" tIns="0" lIns="0" bIns="0" rIns="0">
              <a:spAutoFit/>
            </a:bodyPr>
            <a:lstStyle/>
            <a:p>
              <a:pPr algn="ctr">
                <a:lnSpc>
                  <a:spcPts val="5179"/>
                </a:lnSpc>
              </a:pPr>
              <a:r>
                <a:rPr lang="en-US" b="true" sz="3699">
                  <a:solidFill>
                    <a:srgbClr val="183900"/>
                  </a:solidFill>
                  <a:latin typeface="Montserrat Bold"/>
                  <a:ea typeface="Montserrat Bold"/>
                  <a:cs typeface="Montserrat Bold"/>
                  <a:sym typeface="Montserrat Bold"/>
                </a:rPr>
                <a:t>3</a:t>
              </a:r>
            </a:p>
          </p:txBody>
        </p:sp>
      </p:grpSp>
      <p:sp>
        <p:nvSpPr>
          <p:cNvPr name="TextBox 92" id="92"/>
          <p:cNvSpPr txBox="true"/>
          <p:nvPr/>
        </p:nvSpPr>
        <p:spPr>
          <a:xfrm rot="0">
            <a:off x="240438" y="715753"/>
            <a:ext cx="9714430" cy="908303"/>
          </a:xfrm>
          <a:prstGeom prst="rect">
            <a:avLst/>
          </a:prstGeom>
        </p:spPr>
        <p:txBody>
          <a:bodyPr anchor="t" rtlCol="false" tIns="0" lIns="0" bIns="0" rIns="0">
            <a:spAutoFit/>
          </a:bodyPr>
          <a:lstStyle/>
          <a:p>
            <a:pPr algn="r">
              <a:lnSpc>
                <a:spcPts val="6623"/>
              </a:lnSpc>
            </a:pPr>
            <a:r>
              <a:rPr lang="en-US" sz="6021" b="true">
                <a:solidFill>
                  <a:srgbClr val="FFFFFF"/>
                </a:solidFill>
                <a:latin typeface="Poppins Bold"/>
                <a:ea typeface="Poppins Bold"/>
                <a:cs typeface="Poppins Bold"/>
                <a:sym typeface="Poppins Bold"/>
              </a:rPr>
              <a:t>TAHAPAN PELAKSANAAN</a:t>
            </a:r>
          </a:p>
        </p:txBody>
      </p:sp>
      <p:grpSp>
        <p:nvGrpSpPr>
          <p:cNvPr name="Group 93" id="93"/>
          <p:cNvGrpSpPr/>
          <p:nvPr/>
        </p:nvGrpSpPr>
        <p:grpSpPr>
          <a:xfrm rot="0">
            <a:off x="12784104" y="2659140"/>
            <a:ext cx="1006348" cy="2317035"/>
            <a:chOff x="0" y="0"/>
            <a:chExt cx="1341797" cy="3089380"/>
          </a:xfrm>
        </p:grpSpPr>
        <p:grpSp>
          <p:nvGrpSpPr>
            <p:cNvPr name="Group 94" id="94"/>
            <p:cNvGrpSpPr/>
            <p:nvPr/>
          </p:nvGrpSpPr>
          <p:grpSpPr>
            <a:xfrm rot="0">
              <a:off x="256464" y="2252791"/>
              <a:ext cx="836589" cy="836589"/>
              <a:chOff x="0" y="0"/>
              <a:chExt cx="812800" cy="812800"/>
            </a:xfrm>
          </p:grpSpPr>
          <p:sp>
            <p:nvSpPr>
              <p:cNvPr name="Freeform 95" id="9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96" id="96"/>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97" id="97"/>
            <p:cNvGrpSpPr/>
            <p:nvPr/>
          </p:nvGrpSpPr>
          <p:grpSpPr>
            <a:xfrm rot="5400000">
              <a:off x="-387864" y="1431121"/>
              <a:ext cx="2117526" cy="401022"/>
              <a:chOff x="0" y="0"/>
              <a:chExt cx="418277" cy="79214"/>
            </a:xfrm>
          </p:grpSpPr>
          <p:sp>
            <p:nvSpPr>
              <p:cNvPr name="Freeform 98" id="98"/>
              <p:cNvSpPr/>
              <p:nvPr/>
            </p:nvSpPr>
            <p:spPr>
              <a:xfrm flipH="false" flipV="false" rot="0">
                <a:off x="0" y="0"/>
                <a:ext cx="418277" cy="79214"/>
              </a:xfrm>
              <a:custGeom>
                <a:avLst/>
                <a:gdLst/>
                <a:ahLst/>
                <a:cxnLst/>
                <a:rect r="r" b="b" t="t" l="l"/>
                <a:pathLst>
                  <a:path h="79214" w="418277">
                    <a:moveTo>
                      <a:pt x="39607" y="0"/>
                    </a:moveTo>
                    <a:lnTo>
                      <a:pt x="378670" y="0"/>
                    </a:lnTo>
                    <a:cubicBezTo>
                      <a:pt x="400544" y="0"/>
                      <a:pt x="418277" y="17733"/>
                      <a:pt x="418277" y="39607"/>
                    </a:cubicBezTo>
                    <a:lnTo>
                      <a:pt x="418277" y="39607"/>
                    </a:lnTo>
                    <a:cubicBezTo>
                      <a:pt x="418277" y="61482"/>
                      <a:pt x="400544" y="79214"/>
                      <a:pt x="378670"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99" id="99"/>
              <p:cNvSpPr txBox="true"/>
              <p:nvPr/>
            </p:nvSpPr>
            <p:spPr>
              <a:xfrm>
                <a:off x="0" y="0"/>
                <a:ext cx="418277" cy="79214"/>
              </a:xfrm>
              <a:prstGeom prst="rect">
                <a:avLst/>
              </a:prstGeom>
            </p:spPr>
            <p:txBody>
              <a:bodyPr anchor="ctr" rtlCol="false" tIns="50800" lIns="50800" bIns="50800" rIns="50800"/>
              <a:lstStyle/>
              <a:p>
                <a:pPr algn="ctr">
                  <a:lnSpc>
                    <a:spcPts val="2752"/>
                  </a:lnSpc>
                </a:pPr>
              </a:p>
            </p:txBody>
          </p:sp>
        </p:grpSp>
        <p:grpSp>
          <p:nvGrpSpPr>
            <p:cNvPr name="Group 100" id="100"/>
            <p:cNvGrpSpPr/>
            <p:nvPr/>
          </p:nvGrpSpPr>
          <p:grpSpPr>
            <a:xfrm rot="0">
              <a:off x="411641" y="2407968"/>
              <a:ext cx="526234" cy="526234"/>
              <a:chOff x="0" y="0"/>
              <a:chExt cx="812800" cy="812800"/>
            </a:xfrm>
          </p:grpSpPr>
          <p:sp>
            <p:nvSpPr>
              <p:cNvPr name="Freeform 101" id="10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2" id="102"/>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103" id="103"/>
            <p:cNvGrpSpPr/>
            <p:nvPr/>
          </p:nvGrpSpPr>
          <p:grpSpPr>
            <a:xfrm rot="0">
              <a:off x="0" y="0"/>
              <a:ext cx="1341797" cy="1341797"/>
              <a:chOff x="0" y="0"/>
              <a:chExt cx="812800" cy="812800"/>
            </a:xfrm>
          </p:grpSpPr>
          <p:sp>
            <p:nvSpPr>
              <p:cNvPr name="Freeform 104" id="10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105" id="105"/>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106" id="106"/>
            <p:cNvGrpSpPr/>
            <p:nvPr/>
          </p:nvGrpSpPr>
          <p:grpSpPr>
            <a:xfrm rot="0">
              <a:off x="152500" y="152500"/>
              <a:ext cx="1036798" cy="1036798"/>
              <a:chOff x="0" y="0"/>
              <a:chExt cx="812800" cy="812800"/>
            </a:xfrm>
          </p:grpSpPr>
          <p:sp>
            <p:nvSpPr>
              <p:cNvPr name="Freeform 107" id="10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8" id="108"/>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sp>
          <p:nvSpPr>
            <p:cNvPr name="TextBox 109" id="109"/>
            <p:cNvSpPr txBox="true"/>
            <p:nvPr/>
          </p:nvSpPr>
          <p:spPr>
            <a:xfrm rot="0">
              <a:off x="455078" y="228727"/>
              <a:ext cx="431641" cy="817668"/>
            </a:xfrm>
            <a:prstGeom prst="rect">
              <a:avLst/>
            </a:prstGeom>
          </p:spPr>
          <p:txBody>
            <a:bodyPr anchor="t" rtlCol="false" tIns="0" lIns="0" bIns="0" rIns="0">
              <a:spAutoFit/>
            </a:bodyPr>
            <a:lstStyle/>
            <a:p>
              <a:pPr algn="ctr">
                <a:lnSpc>
                  <a:spcPts val="5179"/>
                </a:lnSpc>
              </a:pPr>
              <a:r>
                <a:rPr lang="en-US" sz="3699" b="true">
                  <a:solidFill>
                    <a:srgbClr val="183900"/>
                  </a:solidFill>
                  <a:latin typeface="Montserrat Bold"/>
                  <a:ea typeface="Montserrat Bold"/>
                  <a:cs typeface="Montserrat Bold"/>
                  <a:sym typeface="Montserrat Bold"/>
                </a:rPr>
                <a:t>4</a:t>
              </a:r>
            </a:p>
          </p:txBody>
        </p:sp>
      </p:grpSp>
      <p:sp>
        <p:nvSpPr>
          <p:cNvPr name="TextBox 110" id="110"/>
          <p:cNvSpPr txBox="true"/>
          <p:nvPr/>
        </p:nvSpPr>
        <p:spPr>
          <a:xfrm rot="0">
            <a:off x="6418772" y="5038925"/>
            <a:ext cx="2725228" cy="1375461"/>
          </a:xfrm>
          <a:prstGeom prst="rect">
            <a:avLst/>
          </a:prstGeom>
        </p:spPr>
        <p:txBody>
          <a:bodyPr anchor="t" rtlCol="false" tIns="0" lIns="0" bIns="0" rIns="0">
            <a:spAutoFit/>
          </a:bodyPr>
          <a:lstStyle/>
          <a:p>
            <a:pPr algn="ctr">
              <a:lnSpc>
                <a:spcPts val="3626"/>
              </a:lnSpc>
            </a:pPr>
            <a:r>
              <a:rPr lang="en-US" sz="2590" b="true">
                <a:solidFill>
                  <a:srgbClr val="183900"/>
                </a:solidFill>
                <a:latin typeface="Poppins Bold"/>
                <a:ea typeface="Poppins Bold"/>
                <a:cs typeface="Poppins Bold"/>
                <a:sym typeface="Poppins Bold"/>
              </a:rPr>
              <a:t>Pembuatan prototipe dan Kalibrasi</a:t>
            </a:r>
          </a:p>
        </p:txBody>
      </p:sp>
      <p:sp>
        <p:nvSpPr>
          <p:cNvPr name="TextBox 111" id="111"/>
          <p:cNvSpPr txBox="true"/>
          <p:nvPr/>
        </p:nvSpPr>
        <p:spPr>
          <a:xfrm rot="0">
            <a:off x="9371454" y="5057775"/>
            <a:ext cx="2703356" cy="969103"/>
          </a:xfrm>
          <a:prstGeom prst="rect">
            <a:avLst/>
          </a:prstGeom>
        </p:spPr>
        <p:txBody>
          <a:bodyPr anchor="t" rtlCol="false" tIns="0" lIns="0" bIns="0" rIns="0">
            <a:spAutoFit/>
          </a:bodyPr>
          <a:lstStyle/>
          <a:p>
            <a:pPr algn="ctr">
              <a:lnSpc>
                <a:spcPts val="3809"/>
              </a:lnSpc>
            </a:pPr>
            <a:r>
              <a:rPr lang="en-US" sz="2721" b="true">
                <a:solidFill>
                  <a:srgbClr val="183900"/>
                </a:solidFill>
                <a:latin typeface="Poppins Bold"/>
                <a:ea typeface="Poppins Bold"/>
                <a:cs typeface="Poppins Bold"/>
                <a:sym typeface="Poppins Bold"/>
              </a:rPr>
              <a:t>Pembuatan</a:t>
            </a:r>
          </a:p>
          <a:p>
            <a:pPr algn="ctr">
              <a:lnSpc>
                <a:spcPts val="3809"/>
              </a:lnSpc>
            </a:pPr>
            <a:r>
              <a:rPr lang="en-US" b="true" sz="2721" i="true">
                <a:solidFill>
                  <a:srgbClr val="183900"/>
                </a:solidFill>
                <a:latin typeface="Poppins Bold Italics"/>
                <a:ea typeface="Poppins Bold Italics"/>
                <a:cs typeface="Poppins Bold Italics"/>
                <a:sym typeface="Poppins Bold Italics"/>
              </a:rPr>
              <a:t>Website</a:t>
            </a:r>
          </a:p>
        </p:txBody>
      </p:sp>
      <p:sp>
        <p:nvSpPr>
          <p:cNvPr name="TextBox 112" id="112"/>
          <p:cNvSpPr txBox="true"/>
          <p:nvPr/>
        </p:nvSpPr>
        <p:spPr>
          <a:xfrm rot="0">
            <a:off x="11928334" y="5057775"/>
            <a:ext cx="2951758" cy="1500505"/>
          </a:xfrm>
          <a:prstGeom prst="rect">
            <a:avLst/>
          </a:prstGeom>
        </p:spPr>
        <p:txBody>
          <a:bodyPr anchor="t" rtlCol="false" tIns="0" lIns="0" bIns="0" rIns="0">
            <a:spAutoFit/>
          </a:bodyPr>
          <a:lstStyle/>
          <a:p>
            <a:pPr algn="ctr">
              <a:lnSpc>
                <a:spcPts val="3919"/>
              </a:lnSpc>
            </a:pPr>
            <a:r>
              <a:rPr lang="en-US" sz="2799" b="true">
                <a:solidFill>
                  <a:srgbClr val="183900"/>
                </a:solidFill>
                <a:latin typeface="Poppins Bold"/>
                <a:ea typeface="Poppins Bold"/>
                <a:cs typeface="Poppins Bold"/>
                <a:sym typeface="Poppins Bold"/>
              </a:rPr>
              <a:t>Pengujian Prototipe dan </a:t>
            </a:r>
            <a:r>
              <a:rPr lang="en-US" b="true" sz="2799" i="true">
                <a:solidFill>
                  <a:srgbClr val="183900"/>
                </a:solidFill>
                <a:latin typeface="Poppins Bold Italics"/>
                <a:ea typeface="Poppins Bold Italics"/>
                <a:cs typeface="Poppins Bold Italics"/>
                <a:sym typeface="Poppins Bold Italics"/>
              </a:rPr>
              <a:t>Website</a:t>
            </a:r>
            <a:r>
              <a:rPr lang="en-US" sz="2799" b="true">
                <a:solidFill>
                  <a:srgbClr val="183900"/>
                </a:solidFill>
                <a:latin typeface="Poppins Bold"/>
                <a:ea typeface="Poppins Bold"/>
                <a:cs typeface="Poppins Bold"/>
                <a:sym typeface="Poppins Bold"/>
              </a:rPr>
              <a:t> </a:t>
            </a:r>
          </a:p>
        </p:txBody>
      </p:sp>
      <p:grpSp>
        <p:nvGrpSpPr>
          <p:cNvPr name="Group 113" id="113"/>
          <p:cNvGrpSpPr/>
          <p:nvPr/>
        </p:nvGrpSpPr>
        <p:grpSpPr>
          <a:xfrm rot="0">
            <a:off x="15428751" y="2659140"/>
            <a:ext cx="1006348" cy="2317035"/>
            <a:chOff x="0" y="0"/>
            <a:chExt cx="1341797" cy="3089380"/>
          </a:xfrm>
        </p:grpSpPr>
        <p:grpSp>
          <p:nvGrpSpPr>
            <p:cNvPr name="Group 114" id="114"/>
            <p:cNvGrpSpPr/>
            <p:nvPr/>
          </p:nvGrpSpPr>
          <p:grpSpPr>
            <a:xfrm rot="0">
              <a:off x="256464" y="2252791"/>
              <a:ext cx="836589" cy="836589"/>
              <a:chOff x="0" y="0"/>
              <a:chExt cx="812800" cy="812800"/>
            </a:xfrm>
          </p:grpSpPr>
          <p:sp>
            <p:nvSpPr>
              <p:cNvPr name="Freeform 115" id="1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116" id="116"/>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117" id="117"/>
            <p:cNvGrpSpPr/>
            <p:nvPr/>
          </p:nvGrpSpPr>
          <p:grpSpPr>
            <a:xfrm rot="5400000">
              <a:off x="-387864" y="1431121"/>
              <a:ext cx="2117526" cy="401022"/>
              <a:chOff x="0" y="0"/>
              <a:chExt cx="418277" cy="79214"/>
            </a:xfrm>
          </p:grpSpPr>
          <p:sp>
            <p:nvSpPr>
              <p:cNvPr name="Freeform 118" id="118"/>
              <p:cNvSpPr/>
              <p:nvPr/>
            </p:nvSpPr>
            <p:spPr>
              <a:xfrm flipH="false" flipV="false" rot="0">
                <a:off x="0" y="0"/>
                <a:ext cx="418277" cy="79214"/>
              </a:xfrm>
              <a:custGeom>
                <a:avLst/>
                <a:gdLst/>
                <a:ahLst/>
                <a:cxnLst/>
                <a:rect r="r" b="b" t="t" l="l"/>
                <a:pathLst>
                  <a:path h="79214" w="418277">
                    <a:moveTo>
                      <a:pt x="39607" y="0"/>
                    </a:moveTo>
                    <a:lnTo>
                      <a:pt x="378670" y="0"/>
                    </a:lnTo>
                    <a:cubicBezTo>
                      <a:pt x="400544" y="0"/>
                      <a:pt x="418277" y="17733"/>
                      <a:pt x="418277" y="39607"/>
                    </a:cubicBezTo>
                    <a:lnTo>
                      <a:pt x="418277" y="39607"/>
                    </a:lnTo>
                    <a:cubicBezTo>
                      <a:pt x="418277" y="61482"/>
                      <a:pt x="400544" y="79214"/>
                      <a:pt x="378670" y="79214"/>
                    </a:cubicBezTo>
                    <a:lnTo>
                      <a:pt x="39607" y="79214"/>
                    </a:lnTo>
                    <a:cubicBezTo>
                      <a:pt x="17733" y="79214"/>
                      <a:pt x="0" y="61482"/>
                      <a:pt x="0" y="39607"/>
                    </a:cubicBezTo>
                    <a:lnTo>
                      <a:pt x="0" y="39607"/>
                    </a:lnTo>
                    <a:cubicBezTo>
                      <a:pt x="0" y="17733"/>
                      <a:pt x="17733" y="0"/>
                      <a:pt x="39607" y="0"/>
                    </a:cubicBezTo>
                    <a:close/>
                  </a:path>
                </a:pathLst>
              </a:custGeom>
              <a:solidFill>
                <a:srgbClr val="183900"/>
              </a:solidFill>
            </p:spPr>
          </p:sp>
          <p:sp>
            <p:nvSpPr>
              <p:cNvPr name="TextBox 119" id="119"/>
              <p:cNvSpPr txBox="true"/>
              <p:nvPr/>
            </p:nvSpPr>
            <p:spPr>
              <a:xfrm>
                <a:off x="0" y="0"/>
                <a:ext cx="418277" cy="79214"/>
              </a:xfrm>
              <a:prstGeom prst="rect">
                <a:avLst/>
              </a:prstGeom>
            </p:spPr>
            <p:txBody>
              <a:bodyPr anchor="ctr" rtlCol="false" tIns="50800" lIns="50800" bIns="50800" rIns="50800"/>
              <a:lstStyle/>
              <a:p>
                <a:pPr algn="ctr">
                  <a:lnSpc>
                    <a:spcPts val="2752"/>
                  </a:lnSpc>
                </a:pPr>
              </a:p>
            </p:txBody>
          </p:sp>
        </p:grpSp>
        <p:grpSp>
          <p:nvGrpSpPr>
            <p:cNvPr name="Group 120" id="120"/>
            <p:cNvGrpSpPr/>
            <p:nvPr/>
          </p:nvGrpSpPr>
          <p:grpSpPr>
            <a:xfrm rot="0">
              <a:off x="411641" y="2407968"/>
              <a:ext cx="526234" cy="526234"/>
              <a:chOff x="0" y="0"/>
              <a:chExt cx="812800" cy="812800"/>
            </a:xfrm>
          </p:grpSpPr>
          <p:sp>
            <p:nvSpPr>
              <p:cNvPr name="Freeform 121" id="1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2" id="122"/>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123" id="123"/>
            <p:cNvGrpSpPr/>
            <p:nvPr/>
          </p:nvGrpSpPr>
          <p:grpSpPr>
            <a:xfrm rot="0">
              <a:off x="0" y="0"/>
              <a:ext cx="1341797" cy="1341797"/>
              <a:chOff x="0" y="0"/>
              <a:chExt cx="812800" cy="812800"/>
            </a:xfrm>
          </p:grpSpPr>
          <p:sp>
            <p:nvSpPr>
              <p:cNvPr name="Freeform 124" id="1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3900"/>
              </a:solidFill>
            </p:spPr>
          </p:sp>
          <p:sp>
            <p:nvSpPr>
              <p:cNvPr name="TextBox 125" id="125"/>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grpSp>
          <p:nvGrpSpPr>
            <p:cNvPr name="Group 126" id="126"/>
            <p:cNvGrpSpPr/>
            <p:nvPr/>
          </p:nvGrpSpPr>
          <p:grpSpPr>
            <a:xfrm rot="0">
              <a:off x="152500" y="152500"/>
              <a:ext cx="1036798" cy="1036798"/>
              <a:chOff x="0" y="0"/>
              <a:chExt cx="812800" cy="812800"/>
            </a:xfrm>
          </p:grpSpPr>
          <p:sp>
            <p:nvSpPr>
              <p:cNvPr name="Freeform 127" id="1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8" id="128"/>
              <p:cNvSpPr txBox="true"/>
              <p:nvPr/>
            </p:nvSpPr>
            <p:spPr>
              <a:xfrm>
                <a:off x="76200" y="76200"/>
                <a:ext cx="660400" cy="660400"/>
              </a:xfrm>
              <a:prstGeom prst="rect">
                <a:avLst/>
              </a:prstGeom>
            </p:spPr>
            <p:txBody>
              <a:bodyPr anchor="ctr" rtlCol="false" tIns="50800" lIns="50800" bIns="50800" rIns="50800"/>
              <a:lstStyle/>
              <a:p>
                <a:pPr algn="ctr">
                  <a:lnSpc>
                    <a:spcPts val="2752"/>
                  </a:lnSpc>
                </a:pPr>
              </a:p>
            </p:txBody>
          </p:sp>
        </p:grpSp>
        <p:sp>
          <p:nvSpPr>
            <p:cNvPr name="TextBox 129" id="129"/>
            <p:cNvSpPr txBox="true"/>
            <p:nvPr/>
          </p:nvSpPr>
          <p:spPr>
            <a:xfrm rot="0">
              <a:off x="455078" y="228727"/>
              <a:ext cx="431641" cy="817668"/>
            </a:xfrm>
            <a:prstGeom prst="rect">
              <a:avLst/>
            </a:prstGeom>
          </p:spPr>
          <p:txBody>
            <a:bodyPr anchor="t" rtlCol="false" tIns="0" lIns="0" bIns="0" rIns="0">
              <a:spAutoFit/>
            </a:bodyPr>
            <a:lstStyle/>
            <a:p>
              <a:pPr algn="ctr">
                <a:lnSpc>
                  <a:spcPts val="5179"/>
                </a:lnSpc>
              </a:pPr>
              <a:r>
                <a:rPr lang="en-US" sz="3699" b="true">
                  <a:solidFill>
                    <a:srgbClr val="183900"/>
                  </a:solidFill>
                  <a:latin typeface="Montserrat Bold"/>
                  <a:ea typeface="Montserrat Bold"/>
                  <a:cs typeface="Montserrat Bold"/>
                  <a:sym typeface="Montserrat Bold"/>
                </a:rPr>
                <a:t>5</a:t>
              </a:r>
            </a:p>
          </p:txBody>
        </p:sp>
      </p:grpSp>
      <p:sp>
        <p:nvSpPr>
          <p:cNvPr name="TextBox 130" id="130"/>
          <p:cNvSpPr txBox="true"/>
          <p:nvPr/>
        </p:nvSpPr>
        <p:spPr>
          <a:xfrm rot="0">
            <a:off x="14688542" y="5057775"/>
            <a:ext cx="2951758" cy="1500505"/>
          </a:xfrm>
          <a:prstGeom prst="rect">
            <a:avLst/>
          </a:prstGeom>
        </p:spPr>
        <p:txBody>
          <a:bodyPr anchor="t" rtlCol="false" tIns="0" lIns="0" bIns="0" rIns="0">
            <a:spAutoFit/>
          </a:bodyPr>
          <a:lstStyle/>
          <a:p>
            <a:pPr algn="ctr">
              <a:lnSpc>
                <a:spcPts val="3919"/>
              </a:lnSpc>
            </a:pPr>
            <a:r>
              <a:rPr lang="en-US" sz="2799" b="true">
                <a:solidFill>
                  <a:srgbClr val="183900"/>
                </a:solidFill>
                <a:latin typeface="Poppins Bold"/>
                <a:ea typeface="Poppins Bold"/>
                <a:cs typeface="Poppins Bold"/>
                <a:sym typeface="Poppins Bold"/>
              </a:rPr>
              <a:t>Evaluasi</a:t>
            </a:r>
          </a:p>
          <a:p>
            <a:pPr algn="ctr">
              <a:lnSpc>
                <a:spcPts val="3919"/>
              </a:lnSpc>
            </a:pPr>
            <a:r>
              <a:rPr lang="en-US" sz="2799" b="true">
                <a:solidFill>
                  <a:srgbClr val="183900"/>
                </a:solidFill>
                <a:latin typeface="Poppins Bold"/>
                <a:ea typeface="Poppins Bold"/>
                <a:cs typeface="Poppins Bold"/>
                <a:sym typeface="Poppins Bold"/>
              </a:rPr>
              <a:t>Prototipe</a:t>
            </a:r>
          </a:p>
          <a:p>
            <a:pPr algn="ctr">
              <a:lnSpc>
                <a:spcPts val="3919"/>
              </a:lnSpc>
            </a:pPr>
            <a:r>
              <a:rPr lang="en-US" sz="2799" b="true">
                <a:solidFill>
                  <a:srgbClr val="000000"/>
                </a:solidFill>
                <a:latin typeface="Poppins Bold"/>
                <a:ea typeface="Poppins Bold"/>
                <a:cs typeface="Poppins Bold"/>
                <a:sym typeface="Poppins Bold"/>
              </a:rPr>
              <a:t>&amp; </a:t>
            </a:r>
            <a:r>
              <a:rPr lang="en-US" sz="2799" b="true">
                <a:solidFill>
                  <a:srgbClr val="183900"/>
                </a:solidFill>
                <a:latin typeface="Poppins Bold"/>
                <a:ea typeface="Poppins Bold"/>
                <a:cs typeface="Poppins Bold"/>
                <a:sym typeface="Poppins Bold"/>
              </a:rPr>
              <a:t>Potensi</a:t>
            </a:r>
          </a:p>
        </p:txBody>
      </p:sp>
      <p:sp>
        <p:nvSpPr>
          <p:cNvPr name="Freeform 131" id="131"/>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2" id="132"/>
          <p:cNvGrpSpPr/>
          <p:nvPr/>
        </p:nvGrpSpPr>
        <p:grpSpPr>
          <a:xfrm rot="0">
            <a:off x="11787427" y="457984"/>
            <a:ext cx="6232956" cy="533984"/>
            <a:chOff x="0" y="0"/>
            <a:chExt cx="3154180" cy="270222"/>
          </a:xfrm>
        </p:grpSpPr>
        <p:sp>
          <p:nvSpPr>
            <p:cNvPr name="Freeform 133" id="133"/>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134" id="134"/>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135" id="135"/>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136" id="136"/>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137" id="137"/>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138" id="138"/>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139" id="139"/>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140" id="140"/>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141" id="141"/>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142" id="142"/>
          <p:cNvGrpSpPr/>
          <p:nvPr/>
        </p:nvGrpSpPr>
        <p:grpSpPr>
          <a:xfrm rot="0">
            <a:off x="-3690703" y="319703"/>
            <a:ext cx="14183956" cy="1177919"/>
            <a:chOff x="0" y="0"/>
            <a:chExt cx="18911942" cy="1570559"/>
          </a:xfrm>
        </p:grpSpPr>
        <p:grpSp>
          <p:nvGrpSpPr>
            <p:cNvPr name="Group 143" id="143"/>
            <p:cNvGrpSpPr/>
            <p:nvPr/>
          </p:nvGrpSpPr>
          <p:grpSpPr>
            <a:xfrm rot="0">
              <a:off x="2862324" y="0"/>
              <a:ext cx="16049617" cy="1570559"/>
              <a:chOff x="0" y="0"/>
              <a:chExt cx="1813634" cy="177476"/>
            </a:xfrm>
          </p:grpSpPr>
          <p:sp>
            <p:nvSpPr>
              <p:cNvPr name="Freeform 144" id="144"/>
              <p:cNvSpPr/>
              <p:nvPr/>
            </p:nvSpPr>
            <p:spPr>
              <a:xfrm flipH="false" flipV="false" rot="0">
                <a:off x="0" y="0"/>
                <a:ext cx="1813634" cy="177476"/>
              </a:xfrm>
              <a:custGeom>
                <a:avLst/>
                <a:gdLst/>
                <a:ahLst/>
                <a:cxnLst/>
                <a:rect r="r" b="b" t="t" l="l"/>
                <a:pathLst>
                  <a:path h="177476" w="1813634">
                    <a:moveTo>
                      <a:pt x="64317" y="0"/>
                    </a:moveTo>
                    <a:lnTo>
                      <a:pt x="1749317" y="0"/>
                    </a:lnTo>
                    <a:cubicBezTo>
                      <a:pt x="1784839" y="0"/>
                      <a:pt x="1813634" y="28795"/>
                      <a:pt x="1813634" y="64317"/>
                    </a:cubicBezTo>
                    <a:lnTo>
                      <a:pt x="1813634" y="113159"/>
                    </a:lnTo>
                    <a:cubicBezTo>
                      <a:pt x="1813634" y="148680"/>
                      <a:pt x="1784839" y="177476"/>
                      <a:pt x="1749317" y="177476"/>
                    </a:cubicBezTo>
                    <a:lnTo>
                      <a:pt x="64317" y="177476"/>
                    </a:lnTo>
                    <a:cubicBezTo>
                      <a:pt x="28795" y="177476"/>
                      <a:pt x="0" y="148680"/>
                      <a:pt x="0" y="113159"/>
                    </a:cubicBezTo>
                    <a:lnTo>
                      <a:pt x="0" y="64317"/>
                    </a:lnTo>
                    <a:cubicBezTo>
                      <a:pt x="0" y="28795"/>
                      <a:pt x="28795" y="0"/>
                      <a:pt x="64317" y="0"/>
                    </a:cubicBezTo>
                    <a:close/>
                  </a:path>
                </a:pathLst>
              </a:custGeom>
              <a:solidFill>
                <a:srgbClr val="183900"/>
              </a:solidFill>
              <a:ln cap="rnd">
                <a:noFill/>
                <a:prstDash val="solid"/>
                <a:round/>
              </a:ln>
            </p:spPr>
          </p:sp>
          <p:sp>
            <p:nvSpPr>
              <p:cNvPr name="TextBox 145" id="145"/>
              <p:cNvSpPr txBox="true"/>
              <p:nvPr/>
            </p:nvSpPr>
            <p:spPr>
              <a:xfrm>
                <a:off x="0" y="-28575"/>
                <a:ext cx="1813634" cy="206051"/>
              </a:xfrm>
              <a:prstGeom prst="rect">
                <a:avLst/>
              </a:prstGeom>
            </p:spPr>
            <p:txBody>
              <a:bodyPr anchor="ctr" rtlCol="false" tIns="67599" lIns="67599" bIns="67599" rIns="67599"/>
              <a:lstStyle/>
              <a:p>
                <a:pPr algn="ctr">
                  <a:lnSpc>
                    <a:spcPts val="2380"/>
                  </a:lnSpc>
                </a:pPr>
              </a:p>
            </p:txBody>
          </p:sp>
        </p:grpSp>
        <p:sp>
          <p:nvSpPr>
            <p:cNvPr name="TextBox 146" id="146"/>
            <p:cNvSpPr txBox="true"/>
            <p:nvPr/>
          </p:nvSpPr>
          <p:spPr>
            <a:xfrm rot="0">
              <a:off x="0" y="175110"/>
              <a:ext cx="18471375" cy="1220340"/>
            </a:xfrm>
            <a:prstGeom prst="rect">
              <a:avLst/>
            </a:prstGeom>
          </p:spPr>
          <p:txBody>
            <a:bodyPr anchor="t" rtlCol="false" tIns="0" lIns="0" bIns="0" rIns="0">
              <a:spAutoFit/>
            </a:bodyPr>
            <a:lstStyle/>
            <a:p>
              <a:pPr algn="r">
                <a:lnSpc>
                  <a:spcPts val="6674"/>
                </a:lnSpc>
              </a:pPr>
              <a:r>
                <a:rPr lang="en-US" sz="6067" b="true">
                  <a:solidFill>
                    <a:srgbClr val="FFFFFF"/>
                  </a:solidFill>
                  <a:latin typeface="Poppins Bold"/>
                  <a:ea typeface="Poppins Bold"/>
                  <a:cs typeface="Poppins Bold"/>
                  <a:sym typeface="Poppins Bold"/>
                </a:rPr>
                <a:t>TAHAPAN PELAKSANAAN </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309719" y="-836805"/>
            <a:ext cx="18597719" cy="9606372"/>
          </a:xfrm>
          <a:custGeom>
            <a:avLst/>
            <a:gdLst/>
            <a:ahLst/>
            <a:cxnLst/>
            <a:rect r="r" b="b" t="t" l="l"/>
            <a:pathLst>
              <a:path h="9606372" w="18597719">
                <a:moveTo>
                  <a:pt x="0" y="0"/>
                </a:moveTo>
                <a:lnTo>
                  <a:pt x="18597719" y="0"/>
                </a:lnTo>
                <a:lnTo>
                  <a:pt x="18597719" y="9606372"/>
                </a:lnTo>
                <a:lnTo>
                  <a:pt x="0" y="9606372"/>
                </a:lnTo>
                <a:lnTo>
                  <a:pt x="0" y="0"/>
                </a:lnTo>
                <a:close/>
              </a:path>
            </a:pathLst>
          </a:custGeom>
          <a:blipFill>
            <a:blip r:embed="rId2">
              <a:alphaModFix amt="19999"/>
            </a:blip>
            <a:stretch>
              <a:fillRect l="0" t="0" r="0" b="-28742"/>
            </a:stretch>
          </a:blipFill>
        </p:spPr>
      </p:sp>
      <p:grpSp>
        <p:nvGrpSpPr>
          <p:cNvPr name="Group 3" id="3"/>
          <p:cNvGrpSpPr/>
          <p:nvPr/>
        </p:nvGrpSpPr>
        <p:grpSpPr>
          <a:xfrm rot="0">
            <a:off x="-391165" y="-50690"/>
            <a:ext cx="19134073" cy="1918706"/>
            <a:chOff x="0" y="0"/>
            <a:chExt cx="5039427" cy="505338"/>
          </a:xfrm>
        </p:grpSpPr>
        <p:sp>
          <p:nvSpPr>
            <p:cNvPr name="Freeform 4" id="4"/>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5" id="5"/>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503371" y="9258300"/>
            <a:ext cx="19294741" cy="2441562"/>
            <a:chOff x="0" y="0"/>
            <a:chExt cx="5081743" cy="643045"/>
          </a:xfrm>
        </p:grpSpPr>
        <p:sp>
          <p:nvSpPr>
            <p:cNvPr name="Freeform 7" id="7"/>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8" id="8"/>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7" id="27"/>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8" id="28"/>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9" id="29"/>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33" id="33"/>
          <p:cNvSpPr txBox="true"/>
          <p:nvPr/>
        </p:nvSpPr>
        <p:spPr>
          <a:xfrm rot="0">
            <a:off x="16680878" y="9421254"/>
            <a:ext cx="522387"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13</a:t>
            </a:r>
          </a:p>
        </p:txBody>
      </p:sp>
      <p:grpSp>
        <p:nvGrpSpPr>
          <p:cNvPr name="Group 34" id="34"/>
          <p:cNvGrpSpPr/>
          <p:nvPr/>
        </p:nvGrpSpPr>
        <p:grpSpPr>
          <a:xfrm rot="0">
            <a:off x="-2175592" y="372391"/>
            <a:ext cx="11319592" cy="1177919"/>
            <a:chOff x="0" y="0"/>
            <a:chExt cx="1705511" cy="177476"/>
          </a:xfrm>
        </p:grpSpPr>
        <p:sp>
          <p:nvSpPr>
            <p:cNvPr name="Freeform 35" id="35"/>
            <p:cNvSpPr/>
            <p:nvPr/>
          </p:nvSpPr>
          <p:spPr>
            <a:xfrm flipH="false" flipV="false" rot="0">
              <a:off x="0" y="0"/>
              <a:ext cx="1705511" cy="177476"/>
            </a:xfrm>
            <a:custGeom>
              <a:avLst/>
              <a:gdLst/>
              <a:ahLst/>
              <a:cxnLst/>
              <a:rect r="r" b="b" t="t" l="l"/>
              <a:pathLst>
                <a:path h="177476" w="1705511">
                  <a:moveTo>
                    <a:pt x="68394" y="0"/>
                  </a:moveTo>
                  <a:lnTo>
                    <a:pt x="1637117" y="0"/>
                  </a:lnTo>
                  <a:cubicBezTo>
                    <a:pt x="1674890" y="0"/>
                    <a:pt x="1705511" y="30621"/>
                    <a:pt x="1705511" y="68394"/>
                  </a:cubicBezTo>
                  <a:lnTo>
                    <a:pt x="1705511" y="109082"/>
                  </a:lnTo>
                  <a:cubicBezTo>
                    <a:pt x="1705511" y="146855"/>
                    <a:pt x="1674890" y="177476"/>
                    <a:pt x="1637117" y="177476"/>
                  </a:cubicBezTo>
                  <a:lnTo>
                    <a:pt x="68394" y="177476"/>
                  </a:lnTo>
                  <a:cubicBezTo>
                    <a:pt x="30621" y="177476"/>
                    <a:pt x="0" y="146855"/>
                    <a:pt x="0" y="109082"/>
                  </a:cubicBezTo>
                  <a:lnTo>
                    <a:pt x="0" y="68394"/>
                  </a:lnTo>
                  <a:cubicBezTo>
                    <a:pt x="0" y="30621"/>
                    <a:pt x="30621" y="0"/>
                    <a:pt x="68394" y="0"/>
                  </a:cubicBezTo>
                  <a:close/>
                </a:path>
              </a:pathLst>
            </a:custGeom>
            <a:solidFill>
              <a:srgbClr val="183900"/>
            </a:solidFill>
            <a:ln cap="rnd">
              <a:noFill/>
              <a:prstDash val="solid"/>
              <a:round/>
            </a:ln>
          </p:spPr>
        </p:sp>
        <p:sp>
          <p:nvSpPr>
            <p:cNvPr name="TextBox 36" id="36"/>
            <p:cNvSpPr txBox="true"/>
            <p:nvPr/>
          </p:nvSpPr>
          <p:spPr>
            <a:xfrm>
              <a:off x="0" y="-28575"/>
              <a:ext cx="1705511" cy="206051"/>
            </a:xfrm>
            <a:prstGeom prst="rect">
              <a:avLst/>
            </a:prstGeom>
          </p:spPr>
          <p:txBody>
            <a:bodyPr anchor="ctr" rtlCol="false" tIns="67599" lIns="67599" bIns="67599" rIns="67599"/>
            <a:lstStyle/>
            <a:p>
              <a:pPr algn="ctr">
                <a:lnSpc>
                  <a:spcPts val="2380"/>
                </a:lnSpc>
              </a:pPr>
            </a:p>
          </p:txBody>
        </p:sp>
      </p:grpSp>
      <p:grpSp>
        <p:nvGrpSpPr>
          <p:cNvPr name="Group 37" id="37"/>
          <p:cNvGrpSpPr/>
          <p:nvPr/>
        </p:nvGrpSpPr>
        <p:grpSpPr>
          <a:xfrm rot="0">
            <a:off x="7178449" y="3752467"/>
            <a:ext cx="3621382" cy="362138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9285" t="0" r="-39285" b="0"/>
              </a:stretch>
            </a:blipFill>
            <a:ln w="104775" cap="sq">
              <a:solidFill>
                <a:srgbClr val="000000"/>
              </a:solidFill>
              <a:prstDash val="solid"/>
              <a:miter/>
            </a:ln>
          </p:spPr>
        </p:sp>
      </p:grpSp>
      <p:grpSp>
        <p:nvGrpSpPr>
          <p:cNvPr name="Group 39" id="39"/>
          <p:cNvGrpSpPr/>
          <p:nvPr/>
        </p:nvGrpSpPr>
        <p:grpSpPr>
          <a:xfrm rot="0">
            <a:off x="10990331" y="4591075"/>
            <a:ext cx="1944165" cy="1944165"/>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42" id="42"/>
          <p:cNvGrpSpPr/>
          <p:nvPr/>
        </p:nvGrpSpPr>
        <p:grpSpPr>
          <a:xfrm rot="0">
            <a:off x="5043784" y="4591075"/>
            <a:ext cx="1944165" cy="1944165"/>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44" id="44"/>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45" id="45"/>
          <p:cNvGrpSpPr/>
          <p:nvPr/>
        </p:nvGrpSpPr>
        <p:grpSpPr>
          <a:xfrm rot="0">
            <a:off x="10018249" y="6825402"/>
            <a:ext cx="1944165" cy="1944165"/>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7" id="47"/>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48" id="48"/>
          <p:cNvGrpSpPr/>
          <p:nvPr/>
        </p:nvGrpSpPr>
        <p:grpSpPr>
          <a:xfrm rot="0">
            <a:off x="10018249" y="2361160"/>
            <a:ext cx="1944165" cy="1944165"/>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51" id="51"/>
          <p:cNvGrpSpPr/>
          <p:nvPr/>
        </p:nvGrpSpPr>
        <p:grpSpPr>
          <a:xfrm rot="0">
            <a:off x="6015867" y="6825402"/>
            <a:ext cx="1944165" cy="1944165"/>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53" id="53"/>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sp>
        <p:nvSpPr>
          <p:cNvPr name="Freeform 54" id="54"/>
          <p:cNvSpPr/>
          <p:nvPr/>
        </p:nvSpPr>
        <p:spPr>
          <a:xfrm flipH="false" flipV="false" rot="0">
            <a:off x="10220563" y="2888840"/>
            <a:ext cx="1539537" cy="888805"/>
          </a:xfrm>
          <a:custGeom>
            <a:avLst/>
            <a:gdLst/>
            <a:ahLst/>
            <a:cxnLst/>
            <a:rect r="r" b="b" t="t" l="l"/>
            <a:pathLst>
              <a:path h="888805" w="1539537">
                <a:moveTo>
                  <a:pt x="0" y="0"/>
                </a:moveTo>
                <a:lnTo>
                  <a:pt x="1539537" y="0"/>
                </a:lnTo>
                <a:lnTo>
                  <a:pt x="1539537" y="888805"/>
                </a:lnTo>
                <a:lnTo>
                  <a:pt x="0" y="888805"/>
                </a:lnTo>
                <a:lnTo>
                  <a:pt x="0" y="0"/>
                </a:lnTo>
                <a:close/>
              </a:path>
            </a:pathLst>
          </a:custGeom>
          <a:blipFill>
            <a:blip r:embed="rId4"/>
            <a:stretch>
              <a:fillRect l="0" t="0" r="0" b="0"/>
            </a:stretch>
          </a:blipFill>
        </p:spPr>
      </p:sp>
      <p:sp>
        <p:nvSpPr>
          <p:cNvPr name="Freeform 55" id="55"/>
          <p:cNvSpPr/>
          <p:nvPr/>
        </p:nvSpPr>
        <p:spPr>
          <a:xfrm flipH="false" flipV="false" rot="0">
            <a:off x="11698100" y="4800625"/>
            <a:ext cx="528627" cy="1538490"/>
          </a:xfrm>
          <a:custGeom>
            <a:avLst/>
            <a:gdLst/>
            <a:ahLst/>
            <a:cxnLst/>
            <a:rect r="r" b="b" t="t" l="l"/>
            <a:pathLst>
              <a:path h="1538490" w="528627">
                <a:moveTo>
                  <a:pt x="0" y="0"/>
                </a:moveTo>
                <a:lnTo>
                  <a:pt x="528627" y="0"/>
                </a:lnTo>
                <a:lnTo>
                  <a:pt x="528627" y="1538490"/>
                </a:lnTo>
                <a:lnTo>
                  <a:pt x="0" y="1538490"/>
                </a:lnTo>
                <a:lnTo>
                  <a:pt x="0" y="0"/>
                </a:lnTo>
                <a:close/>
              </a:path>
            </a:pathLst>
          </a:custGeom>
          <a:blipFill>
            <a:blip r:embed="rId5"/>
            <a:stretch>
              <a:fillRect l="-163085" t="0" r="-160453" b="0"/>
            </a:stretch>
          </a:blipFill>
        </p:spPr>
      </p:sp>
      <p:sp>
        <p:nvSpPr>
          <p:cNvPr name="Freeform 56" id="56"/>
          <p:cNvSpPr/>
          <p:nvPr/>
        </p:nvSpPr>
        <p:spPr>
          <a:xfrm flipH="false" flipV="false" rot="0">
            <a:off x="10151327" y="7287716"/>
            <a:ext cx="1721124" cy="990368"/>
          </a:xfrm>
          <a:custGeom>
            <a:avLst/>
            <a:gdLst/>
            <a:ahLst/>
            <a:cxnLst/>
            <a:rect r="r" b="b" t="t" l="l"/>
            <a:pathLst>
              <a:path h="990368" w="1721124">
                <a:moveTo>
                  <a:pt x="0" y="0"/>
                </a:moveTo>
                <a:lnTo>
                  <a:pt x="1721124" y="0"/>
                </a:lnTo>
                <a:lnTo>
                  <a:pt x="1721124" y="990367"/>
                </a:lnTo>
                <a:lnTo>
                  <a:pt x="0" y="990367"/>
                </a:lnTo>
                <a:lnTo>
                  <a:pt x="0" y="0"/>
                </a:lnTo>
                <a:close/>
              </a:path>
            </a:pathLst>
          </a:custGeom>
          <a:blipFill>
            <a:blip r:embed="rId6"/>
            <a:stretch>
              <a:fillRect l="0" t="0" r="0" b="0"/>
            </a:stretch>
          </a:blipFill>
        </p:spPr>
      </p:sp>
      <p:sp>
        <p:nvSpPr>
          <p:cNvPr name="Freeform 57" id="57"/>
          <p:cNvSpPr/>
          <p:nvPr/>
        </p:nvSpPr>
        <p:spPr>
          <a:xfrm flipH="false" flipV="false" rot="0">
            <a:off x="6135972" y="7401783"/>
            <a:ext cx="1638323" cy="765357"/>
          </a:xfrm>
          <a:custGeom>
            <a:avLst/>
            <a:gdLst/>
            <a:ahLst/>
            <a:cxnLst/>
            <a:rect r="r" b="b" t="t" l="l"/>
            <a:pathLst>
              <a:path h="765357" w="1638323">
                <a:moveTo>
                  <a:pt x="0" y="0"/>
                </a:moveTo>
                <a:lnTo>
                  <a:pt x="1638323" y="0"/>
                </a:lnTo>
                <a:lnTo>
                  <a:pt x="1638323" y="765357"/>
                </a:lnTo>
                <a:lnTo>
                  <a:pt x="0" y="765357"/>
                </a:lnTo>
                <a:lnTo>
                  <a:pt x="0" y="0"/>
                </a:lnTo>
                <a:close/>
              </a:path>
            </a:pathLst>
          </a:custGeom>
          <a:blipFill>
            <a:blip r:embed="rId7"/>
            <a:stretch>
              <a:fillRect l="0" t="0" r="-4005" b="0"/>
            </a:stretch>
          </a:blipFill>
        </p:spPr>
      </p:sp>
      <p:sp>
        <p:nvSpPr>
          <p:cNvPr name="TextBox 58" id="58"/>
          <p:cNvSpPr txBox="true"/>
          <p:nvPr/>
        </p:nvSpPr>
        <p:spPr>
          <a:xfrm rot="0">
            <a:off x="175943" y="501775"/>
            <a:ext cx="8596307" cy="919153"/>
          </a:xfrm>
          <a:prstGeom prst="rect">
            <a:avLst/>
          </a:prstGeom>
        </p:spPr>
        <p:txBody>
          <a:bodyPr anchor="t" rtlCol="false" tIns="0" lIns="0" bIns="0" rIns="0">
            <a:spAutoFit/>
          </a:bodyPr>
          <a:lstStyle/>
          <a:p>
            <a:pPr algn="ctr">
              <a:lnSpc>
                <a:spcPts val="6674"/>
              </a:lnSpc>
            </a:pPr>
            <a:r>
              <a:rPr lang="en-US" sz="6067" b="true">
                <a:solidFill>
                  <a:srgbClr val="FFFFFF"/>
                </a:solidFill>
                <a:latin typeface="Poppins Bold"/>
                <a:ea typeface="Poppins Bold"/>
                <a:cs typeface="Poppins Bold"/>
                <a:sym typeface="Poppins Bold"/>
              </a:rPr>
              <a:t>KOMPONEN GLICOVIA</a:t>
            </a:r>
          </a:p>
        </p:txBody>
      </p:sp>
      <p:grpSp>
        <p:nvGrpSpPr>
          <p:cNvPr name="Group 59" id="59"/>
          <p:cNvGrpSpPr/>
          <p:nvPr/>
        </p:nvGrpSpPr>
        <p:grpSpPr>
          <a:xfrm rot="0">
            <a:off x="-5630234" y="2607586"/>
            <a:ext cx="13738856" cy="925612"/>
            <a:chOff x="0" y="0"/>
            <a:chExt cx="18318475" cy="1234149"/>
          </a:xfrm>
        </p:grpSpPr>
        <p:grpSp>
          <p:nvGrpSpPr>
            <p:cNvPr name="Group 60" id="60"/>
            <p:cNvGrpSpPr/>
            <p:nvPr/>
          </p:nvGrpSpPr>
          <p:grpSpPr>
            <a:xfrm rot="0">
              <a:off x="0" y="0"/>
              <a:ext cx="16915785" cy="1234149"/>
              <a:chOff x="0" y="0"/>
              <a:chExt cx="1651404" cy="120484"/>
            </a:xfrm>
          </p:grpSpPr>
          <p:sp>
            <p:nvSpPr>
              <p:cNvPr name="Freeform 61" id="61"/>
              <p:cNvSpPr/>
              <p:nvPr/>
            </p:nvSpPr>
            <p:spPr>
              <a:xfrm flipH="false" flipV="false" rot="0">
                <a:off x="0" y="0"/>
                <a:ext cx="1651404" cy="120484"/>
              </a:xfrm>
              <a:custGeom>
                <a:avLst/>
                <a:gdLst/>
                <a:ahLst/>
                <a:cxnLst/>
                <a:rect r="r" b="b" t="t" l="l"/>
                <a:pathLst>
                  <a:path h="120484" w="1651404">
                    <a:moveTo>
                      <a:pt x="60242" y="0"/>
                    </a:moveTo>
                    <a:lnTo>
                      <a:pt x="1591162" y="0"/>
                    </a:lnTo>
                    <a:cubicBezTo>
                      <a:pt x="1607139" y="0"/>
                      <a:pt x="1622462" y="6347"/>
                      <a:pt x="1633760" y="17644"/>
                    </a:cubicBezTo>
                    <a:cubicBezTo>
                      <a:pt x="1645057" y="28942"/>
                      <a:pt x="1651404" y="44265"/>
                      <a:pt x="1651404" y="60242"/>
                    </a:cubicBezTo>
                    <a:lnTo>
                      <a:pt x="1651404" y="60242"/>
                    </a:lnTo>
                    <a:cubicBezTo>
                      <a:pt x="1651404" y="93513"/>
                      <a:pt x="1624433" y="120484"/>
                      <a:pt x="1591162" y="120484"/>
                    </a:cubicBezTo>
                    <a:lnTo>
                      <a:pt x="60242" y="120484"/>
                    </a:lnTo>
                    <a:cubicBezTo>
                      <a:pt x="26971" y="120484"/>
                      <a:pt x="0" y="93513"/>
                      <a:pt x="0" y="60242"/>
                    </a:cubicBezTo>
                    <a:lnTo>
                      <a:pt x="0" y="60242"/>
                    </a:lnTo>
                    <a:cubicBezTo>
                      <a:pt x="0" y="26971"/>
                      <a:pt x="26971" y="0"/>
                      <a:pt x="60242" y="0"/>
                    </a:cubicBezTo>
                    <a:close/>
                  </a:path>
                </a:pathLst>
              </a:custGeom>
              <a:solidFill>
                <a:srgbClr val="183900"/>
              </a:solidFill>
              <a:ln cap="rnd">
                <a:noFill/>
                <a:prstDash val="solid"/>
                <a:round/>
              </a:ln>
            </p:spPr>
          </p:sp>
          <p:sp>
            <p:nvSpPr>
              <p:cNvPr name="TextBox 62" id="62"/>
              <p:cNvSpPr txBox="true"/>
              <p:nvPr/>
            </p:nvSpPr>
            <p:spPr>
              <a:xfrm>
                <a:off x="0" y="-28575"/>
                <a:ext cx="1651404" cy="149059"/>
              </a:xfrm>
              <a:prstGeom prst="rect">
                <a:avLst/>
              </a:prstGeom>
            </p:spPr>
            <p:txBody>
              <a:bodyPr anchor="ctr" rtlCol="false" tIns="67599" lIns="67599" bIns="67599" rIns="67599"/>
              <a:lstStyle/>
              <a:p>
                <a:pPr algn="ctr">
                  <a:lnSpc>
                    <a:spcPts val="2380"/>
                  </a:lnSpc>
                </a:pPr>
              </a:p>
            </p:txBody>
          </p:sp>
        </p:grpSp>
        <p:sp>
          <p:nvSpPr>
            <p:cNvPr name="TextBox 63" id="63"/>
            <p:cNvSpPr txBox="true"/>
            <p:nvPr/>
          </p:nvSpPr>
          <p:spPr>
            <a:xfrm rot="0">
              <a:off x="8825534" y="68530"/>
              <a:ext cx="9492940" cy="1085730"/>
            </a:xfrm>
            <a:prstGeom prst="rect">
              <a:avLst/>
            </a:prstGeom>
          </p:spPr>
          <p:txBody>
            <a:bodyPr anchor="t" rtlCol="false" tIns="0" lIns="0" bIns="0" rIns="0">
              <a:spAutoFit/>
            </a:bodyPr>
            <a:lstStyle/>
            <a:p>
              <a:pPr algn="l">
                <a:lnSpc>
                  <a:spcPts val="5989"/>
                </a:lnSpc>
              </a:pPr>
              <a:r>
                <a:rPr lang="en-US" sz="5445" b="true">
                  <a:solidFill>
                    <a:srgbClr val="FFD21F"/>
                  </a:solidFill>
                  <a:latin typeface="Poppins Bold"/>
                  <a:ea typeface="Poppins Bold"/>
                  <a:cs typeface="Poppins Bold"/>
                  <a:sym typeface="Poppins Bold"/>
                </a:rPr>
                <a:t>Komponen Alat</a:t>
              </a:r>
            </a:p>
          </p:txBody>
        </p:sp>
      </p:grpSp>
      <p:sp>
        <p:nvSpPr>
          <p:cNvPr name="Freeform 64" id="64"/>
          <p:cNvSpPr/>
          <p:nvPr/>
        </p:nvSpPr>
        <p:spPr>
          <a:xfrm flipH="false" flipV="false" rot="0">
            <a:off x="5162235" y="4629714"/>
            <a:ext cx="1792899" cy="1792899"/>
          </a:xfrm>
          <a:custGeom>
            <a:avLst/>
            <a:gdLst/>
            <a:ahLst/>
            <a:cxnLst/>
            <a:rect r="r" b="b" t="t" l="l"/>
            <a:pathLst>
              <a:path h="1792899" w="1792899">
                <a:moveTo>
                  <a:pt x="0" y="0"/>
                </a:moveTo>
                <a:lnTo>
                  <a:pt x="1792899" y="0"/>
                </a:lnTo>
                <a:lnTo>
                  <a:pt x="1792899" y="1792900"/>
                </a:lnTo>
                <a:lnTo>
                  <a:pt x="0" y="1792900"/>
                </a:lnTo>
                <a:lnTo>
                  <a:pt x="0" y="0"/>
                </a:lnTo>
                <a:close/>
              </a:path>
            </a:pathLst>
          </a:custGeom>
          <a:blipFill>
            <a:blip r:embed="rId8"/>
            <a:stretch>
              <a:fillRect l="0" t="0" r="0" b="0"/>
            </a:stretch>
          </a:blipFill>
        </p:spPr>
      </p:sp>
      <p:sp>
        <p:nvSpPr>
          <p:cNvPr name="TextBox 65" id="65"/>
          <p:cNvSpPr txBox="true"/>
          <p:nvPr/>
        </p:nvSpPr>
        <p:spPr>
          <a:xfrm rot="0">
            <a:off x="12291596" y="2482245"/>
            <a:ext cx="2794558" cy="1295400"/>
          </a:xfrm>
          <a:prstGeom prst="rect">
            <a:avLst/>
          </a:prstGeom>
        </p:spPr>
        <p:txBody>
          <a:bodyPr anchor="t" rtlCol="false" tIns="0" lIns="0" bIns="0" rIns="0">
            <a:spAutoFit/>
          </a:bodyPr>
          <a:lstStyle/>
          <a:p>
            <a:pPr algn="l">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66" id="66"/>
          <p:cNvSpPr txBox="true"/>
          <p:nvPr/>
        </p:nvSpPr>
        <p:spPr>
          <a:xfrm rot="0">
            <a:off x="18281291" y="4532382"/>
            <a:ext cx="2794558" cy="12954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67" id="67"/>
          <p:cNvSpPr txBox="true"/>
          <p:nvPr/>
        </p:nvSpPr>
        <p:spPr>
          <a:xfrm rot="0">
            <a:off x="13124996" y="4708114"/>
            <a:ext cx="2794558" cy="1714500"/>
          </a:xfrm>
          <a:prstGeom prst="rect">
            <a:avLst/>
          </a:prstGeom>
        </p:spPr>
        <p:txBody>
          <a:bodyPr anchor="t" rtlCol="false" tIns="0" lIns="0" bIns="0" rIns="0">
            <a:spAutoFit/>
          </a:bodyPr>
          <a:lstStyle/>
          <a:p>
            <a:pPr algn="l">
              <a:lnSpc>
                <a:spcPts val="3300"/>
              </a:lnSpc>
            </a:pPr>
            <a:r>
              <a:rPr lang="en-US" sz="3000" b="true">
                <a:solidFill>
                  <a:srgbClr val="FFFFFF"/>
                </a:solidFill>
                <a:latin typeface="Poppins Bold"/>
                <a:ea typeface="Poppins Bold"/>
                <a:cs typeface="Poppins Bold"/>
                <a:sym typeface="Poppins Bold"/>
              </a:rPr>
              <a:t>SPCE (Screen Printed Carbon Electrode)</a:t>
            </a:r>
          </a:p>
        </p:txBody>
      </p:sp>
      <p:sp>
        <p:nvSpPr>
          <p:cNvPr name="TextBox 68" id="68"/>
          <p:cNvSpPr txBox="true"/>
          <p:nvPr/>
        </p:nvSpPr>
        <p:spPr>
          <a:xfrm rot="0">
            <a:off x="11962414" y="7709940"/>
            <a:ext cx="2794558" cy="4572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IC OPA2333</a:t>
            </a:r>
          </a:p>
        </p:txBody>
      </p:sp>
      <p:sp>
        <p:nvSpPr>
          <p:cNvPr name="TextBox 69" id="69"/>
          <p:cNvSpPr txBox="true"/>
          <p:nvPr/>
        </p:nvSpPr>
        <p:spPr>
          <a:xfrm rot="0">
            <a:off x="2981097" y="6849566"/>
            <a:ext cx="2794558" cy="876300"/>
          </a:xfrm>
          <a:prstGeom prst="rect">
            <a:avLst/>
          </a:prstGeom>
        </p:spPr>
        <p:txBody>
          <a:bodyPr anchor="t" rtlCol="false" tIns="0" lIns="0" bIns="0" rIns="0">
            <a:spAutoFit/>
          </a:bodyPr>
          <a:lstStyle/>
          <a:p>
            <a:pPr algn="r">
              <a:lnSpc>
                <a:spcPts val="3300"/>
              </a:lnSpc>
            </a:pPr>
            <a:r>
              <a:rPr lang="en-US" sz="3000" b="true">
                <a:solidFill>
                  <a:srgbClr val="FFFFFF"/>
                </a:solidFill>
                <a:latin typeface="Poppins Bold"/>
                <a:ea typeface="Poppins Bold"/>
                <a:cs typeface="Poppins Bold"/>
                <a:sym typeface="Poppins Bold"/>
              </a:rPr>
              <a:t>Modul ADS1115 (ADC 16 bit)</a:t>
            </a:r>
          </a:p>
        </p:txBody>
      </p:sp>
      <p:sp>
        <p:nvSpPr>
          <p:cNvPr name="TextBox 70" id="70"/>
          <p:cNvSpPr txBox="true"/>
          <p:nvPr/>
        </p:nvSpPr>
        <p:spPr>
          <a:xfrm rot="0">
            <a:off x="11595891" y="3805580"/>
            <a:ext cx="5515784" cy="385445"/>
          </a:xfrm>
          <a:prstGeom prst="rect">
            <a:avLst/>
          </a:prstGeom>
        </p:spPr>
        <p:txBody>
          <a:bodyPr anchor="t" rtlCol="false" tIns="0" lIns="0" bIns="0" rIns="0">
            <a:spAutoFit/>
          </a:bodyPr>
          <a:lstStyle/>
          <a:p>
            <a:pPr algn="ctr">
              <a:lnSpc>
                <a:spcPts val="2860"/>
              </a:lnSpc>
            </a:pPr>
            <a:r>
              <a:rPr lang="en-US" sz="2600">
                <a:solidFill>
                  <a:srgbClr val="FFED00"/>
                </a:solidFill>
                <a:latin typeface="Poppins"/>
                <a:ea typeface="Poppins"/>
                <a:cs typeface="Poppins"/>
                <a:sym typeface="Poppins"/>
              </a:rPr>
              <a:t>Otak utama algoritma AI</a:t>
            </a:r>
          </a:p>
        </p:txBody>
      </p:sp>
      <p:sp>
        <p:nvSpPr>
          <p:cNvPr name="TextBox 71" id="71"/>
          <p:cNvSpPr txBox="true"/>
          <p:nvPr/>
        </p:nvSpPr>
        <p:spPr>
          <a:xfrm rot="0">
            <a:off x="11962414" y="6451189"/>
            <a:ext cx="5515784" cy="385445"/>
          </a:xfrm>
          <a:prstGeom prst="rect">
            <a:avLst/>
          </a:prstGeom>
        </p:spPr>
        <p:txBody>
          <a:bodyPr anchor="t" rtlCol="false" tIns="0" lIns="0" bIns="0" rIns="0">
            <a:spAutoFit/>
          </a:bodyPr>
          <a:lstStyle/>
          <a:p>
            <a:pPr algn="ctr">
              <a:lnSpc>
                <a:spcPts val="2860"/>
              </a:lnSpc>
            </a:pPr>
            <a:r>
              <a:rPr lang="en-US" sz="2600">
                <a:solidFill>
                  <a:srgbClr val="FFED00"/>
                </a:solidFill>
                <a:latin typeface="Poppins"/>
                <a:ea typeface="Poppins"/>
                <a:cs typeface="Poppins"/>
                <a:sym typeface="Poppins"/>
              </a:rPr>
              <a:t>Cartridge biosensor</a:t>
            </a:r>
          </a:p>
        </p:txBody>
      </p:sp>
      <p:sp>
        <p:nvSpPr>
          <p:cNvPr name="TextBox 72" id="72"/>
          <p:cNvSpPr txBox="true"/>
          <p:nvPr/>
        </p:nvSpPr>
        <p:spPr>
          <a:xfrm rot="0">
            <a:off x="2890020" y="7816394"/>
            <a:ext cx="2840096" cy="749118"/>
          </a:xfrm>
          <a:prstGeom prst="rect">
            <a:avLst/>
          </a:prstGeom>
        </p:spPr>
        <p:txBody>
          <a:bodyPr anchor="t" rtlCol="false" tIns="0" lIns="0" bIns="0" rIns="0">
            <a:spAutoFit/>
          </a:bodyPr>
          <a:lstStyle/>
          <a:p>
            <a:pPr algn="r">
              <a:lnSpc>
                <a:spcPts val="2856"/>
              </a:lnSpc>
            </a:pPr>
            <a:r>
              <a:rPr lang="en-US" sz="2597">
                <a:solidFill>
                  <a:srgbClr val="FFED00"/>
                </a:solidFill>
                <a:latin typeface="Poppins"/>
                <a:ea typeface="Poppins"/>
                <a:cs typeface="Poppins"/>
                <a:sym typeface="Poppins"/>
              </a:rPr>
              <a:t>Mengubah sinyal menjadi data</a:t>
            </a:r>
          </a:p>
        </p:txBody>
      </p:sp>
      <p:sp>
        <p:nvSpPr>
          <p:cNvPr name="TextBox 73" id="73"/>
          <p:cNvSpPr txBox="true"/>
          <p:nvPr/>
        </p:nvSpPr>
        <p:spPr>
          <a:xfrm rot="0">
            <a:off x="12291596" y="8195715"/>
            <a:ext cx="5515784" cy="385445"/>
          </a:xfrm>
          <a:prstGeom prst="rect">
            <a:avLst/>
          </a:prstGeom>
        </p:spPr>
        <p:txBody>
          <a:bodyPr anchor="t" rtlCol="false" tIns="0" lIns="0" bIns="0" rIns="0">
            <a:spAutoFit/>
          </a:bodyPr>
          <a:lstStyle/>
          <a:p>
            <a:pPr algn="l">
              <a:lnSpc>
                <a:spcPts val="2860"/>
              </a:lnSpc>
            </a:pPr>
            <a:r>
              <a:rPr lang="en-US" sz="2600">
                <a:solidFill>
                  <a:srgbClr val="FFED00"/>
                </a:solidFill>
                <a:latin typeface="Poppins"/>
                <a:ea typeface="Poppins"/>
                <a:cs typeface="Poppins"/>
                <a:sym typeface="Poppins"/>
              </a:rPr>
              <a:t>Konversi sinyal</a:t>
            </a:r>
          </a:p>
        </p:txBody>
      </p:sp>
      <p:sp>
        <p:nvSpPr>
          <p:cNvPr name="TextBox 74" id="74"/>
          <p:cNvSpPr txBox="true"/>
          <p:nvPr/>
        </p:nvSpPr>
        <p:spPr>
          <a:xfrm rot="0">
            <a:off x="2058726" y="4708114"/>
            <a:ext cx="2794558" cy="457200"/>
          </a:xfrm>
          <a:prstGeom prst="rect">
            <a:avLst/>
          </a:prstGeom>
        </p:spPr>
        <p:txBody>
          <a:bodyPr anchor="t" rtlCol="false" tIns="0" lIns="0" bIns="0" rIns="0">
            <a:spAutoFit/>
          </a:bodyPr>
          <a:lstStyle/>
          <a:p>
            <a:pPr algn="r">
              <a:lnSpc>
                <a:spcPts val="3300"/>
              </a:lnSpc>
            </a:pPr>
            <a:r>
              <a:rPr lang="en-US" sz="3000" b="true">
                <a:solidFill>
                  <a:srgbClr val="FFFFFF"/>
                </a:solidFill>
                <a:latin typeface="Poppins Bold"/>
                <a:ea typeface="Poppins Bold"/>
                <a:cs typeface="Poppins Bold"/>
                <a:sym typeface="Poppins Bold"/>
              </a:rPr>
              <a:t>Kabel Jumper</a:t>
            </a:r>
          </a:p>
        </p:txBody>
      </p:sp>
      <p:sp>
        <p:nvSpPr>
          <p:cNvPr name="TextBox 75" id="75"/>
          <p:cNvSpPr txBox="true"/>
          <p:nvPr/>
        </p:nvSpPr>
        <p:spPr>
          <a:xfrm rot="0">
            <a:off x="1984613" y="5213665"/>
            <a:ext cx="2840096" cy="749118"/>
          </a:xfrm>
          <a:prstGeom prst="rect">
            <a:avLst/>
          </a:prstGeom>
        </p:spPr>
        <p:txBody>
          <a:bodyPr anchor="t" rtlCol="false" tIns="0" lIns="0" bIns="0" rIns="0">
            <a:spAutoFit/>
          </a:bodyPr>
          <a:lstStyle/>
          <a:p>
            <a:pPr algn="r">
              <a:lnSpc>
                <a:spcPts val="2856"/>
              </a:lnSpc>
            </a:pPr>
            <a:r>
              <a:rPr lang="en-US" sz="2597">
                <a:solidFill>
                  <a:srgbClr val="FFED00"/>
                </a:solidFill>
                <a:latin typeface="Poppins"/>
                <a:ea typeface="Poppins"/>
                <a:cs typeface="Poppins"/>
                <a:sym typeface="Poppins"/>
              </a:rPr>
              <a:t>Mengirimkan sinyal</a:t>
            </a:r>
          </a:p>
        </p:txBody>
      </p:sp>
      <p:sp>
        <p:nvSpPr>
          <p:cNvPr name="Freeform 76" id="76"/>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7" id="77"/>
          <p:cNvGrpSpPr/>
          <p:nvPr/>
        </p:nvGrpSpPr>
        <p:grpSpPr>
          <a:xfrm rot="0">
            <a:off x="11787427" y="457984"/>
            <a:ext cx="6232956" cy="533984"/>
            <a:chOff x="0" y="0"/>
            <a:chExt cx="3154180" cy="270222"/>
          </a:xfrm>
        </p:grpSpPr>
        <p:sp>
          <p:nvSpPr>
            <p:cNvPr name="Freeform 78" id="78"/>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79" id="79"/>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80" id="80"/>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11"/>
            <a:stretch>
              <a:fillRect l="-3671" t="0" r="-3671" b="0"/>
            </a:stretch>
          </a:blipFill>
        </p:spPr>
      </p:sp>
      <p:sp>
        <p:nvSpPr>
          <p:cNvPr name="Freeform 81" id="81"/>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2"/>
            <a:stretch>
              <a:fillRect l="-3671" t="0" r="-3671" b="0"/>
            </a:stretch>
          </a:blipFill>
        </p:spPr>
      </p:sp>
      <p:sp>
        <p:nvSpPr>
          <p:cNvPr name="Freeform 82" id="82"/>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13"/>
            <a:stretch>
              <a:fillRect l="-3671" t="0" r="-3671" b="0"/>
            </a:stretch>
          </a:blipFill>
        </p:spPr>
      </p:sp>
      <p:sp>
        <p:nvSpPr>
          <p:cNvPr name="Freeform 83" id="83"/>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4"/>
            <a:stretch>
              <a:fillRect l="-3671" t="0" r="-3671" b="0"/>
            </a:stretch>
          </a:blipFill>
        </p:spPr>
      </p:sp>
      <p:sp>
        <p:nvSpPr>
          <p:cNvPr name="Freeform 84" id="84"/>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5"/>
            <a:stretch>
              <a:fillRect l="0" t="-1456" r="0" b="-566"/>
            </a:stretch>
          </a:blipFill>
        </p:spPr>
      </p:sp>
      <p:sp>
        <p:nvSpPr>
          <p:cNvPr name="Freeform 85" id="85"/>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6"/>
            <a:stretch>
              <a:fillRect l="0" t="-552" r="0" b="-552"/>
            </a:stretch>
          </a:blipFill>
        </p:spPr>
      </p:sp>
      <p:sp>
        <p:nvSpPr>
          <p:cNvPr name="Freeform 86" id="86"/>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7"/>
            <a:stretch>
              <a:fillRect l="0" t="0" r="-5929" b="0"/>
            </a:stretch>
          </a:blipFill>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309719" y="-836805"/>
            <a:ext cx="18597719" cy="10050909"/>
          </a:xfrm>
          <a:custGeom>
            <a:avLst/>
            <a:gdLst/>
            <a:ahLst/>
            <a:cxnLst/>
            <a:rect r="r" b="b" t="t" l="l"/>
            <a:pathLst>
              <a:path h="10050909" w="18597719">
                <a:moveTo>
                  <a:pt x="0" y="0"/>
                </a:moveTo>
                <a:lnTo>
                  <a:pt x="18597719" y="0"/>
                </a:lnTo>
                <a:lnTo>
                  <a:pt x="18597719" y="10050910"/>
                </a:lnTo>
                <a:lnTo>
                  <a:pt x="0" y="10050910"/>
                </a:lnTo>
                <a:lnTo>
                  <a:pt x="0" y="0"/>
                </a:lnTo>
                <a:close/>
              </a:path>
            </a:pathLst>
          </a:custGeom>
          <a:blipFill>
            <a:blip r:embed="rId2">
              <a:alphaModFix amt="19999"/>
            </a:blip>
            <a:stretch>
              <a:fillRect l="0" t="0" r="0" b="-23048"/>
            </a:stretch>
          </a:blipFill>
        </p:spPr>
      </p:sp>
      <p:grpSp>
        <p:nvGrpSpPr>
          <p:cNvPr name="Group 3" id="3"/>
          <p:cNvGrpSpPr/>
          <p:nvPr/>
        </p:nvGrpSpPr>
        <p:grpSpPr>
          <a:xfrm rot="0">
            <a:off x="-391165" y="-50690"/>
            <a:ext cx="19134073" cy="1918706"/>
            <a:chOff x="0" y="0"/>
            <a:chExt cx="5039427" cy="505338"/>
          </a:xfrm>
        </p:grpSpPr>
        <p:sp>
          <p:nvSpPr>
            <p:cNvPr name="Freeform 4" id="4"/>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5" id="5"/>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503371" y="9258300"/>
            <a:ext cx="19294741" cy="2441562"/>
            <a:chOff x="0" y="0"/>
            <a:chExt cx="5081743" cy="643045"/>
          </a:xfrm>
        </p:grpSpPr>
        <p:sp>
          <p:nvSpPr>
            <p:cNvPr name="Freeform 7" id="7"/>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8" id="8"/>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7" id="27"/>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8" id="28"/>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9" id="29"/>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3" id="33"/>
          <p:cNvGrpSpPr/>
          <p:nvPr/>
        </p:nvGrpSpPr>
        <p:grpSpPr>
          <a:xfrm rot="0">
            <a:off x="-5478014" y="2089181"/>
            <a:ext cx="12153480" cy="784835"/>
            <a:chOff x="0" y="0"/>
            <a:chExt cx="16204640" cy="1046446"/>
          </a:xfrm>
        </p:grpSpPr>
        <p:grpSp>
          <p:nvGrpSpPr>
            <p:cNvPr name="Group 34" id="34"/>
            <p:cNvGrpSpPr/>
            <p:nvPr/>
          </p:nvGrpSpPr>
          <p:grpSpPr>
            <a:xfrm rot="0">
              <a:off x="0" y="0"/>
              <a:ext cx="16204640" cy="1046446"/>
              <a:chOff x="0" y="0"/>
              <a:chExt cx="1831152" cy="118250"/>
            </a:xfrm>
          </p:grpSpPr>
          <p:sp>
            <p:nvSpPr>
              <p:cNvPr name="Freeform 35" id="35"/>
              <p:cNvSpPr/>
              <p:nvPr/>
            </p:nvSpPr>
            <p:spPr>
              <a:xfrm flipH="false" flipV="false" rot="0">
                <a:off x="0" y="0"/>
                <a:ext cx="1831152" cy="118250"/>
              </a:xfrm>
              <a:custGeom>
                <a:avLst/>
                <a:gdLst/>
                <a:ahLst/>
                <a:cxnLst/>
                <a:rect r="r" b="b" t="t" l="l"/>
                <a:pathLst>
                  <a:path h="118250" w="1831152">
                    <a:moveTo>
                      <a:pt x="59125" y="0"/>
                    </a:moveTo>
                    <a:lnTo>
                      <a:pt x="1772027" y="0"/>
                    </a:lnTo>
                    <a:cubicBezTo>
                      <a:pt x="1804681" y="0"/>
                      <a:pt x="1831152" y="26471"/>
                      <a:pt x="1831152" y="59125"/>
                    </a:cubicBezTo>
                    <a:lnTo>
                      <a:pt x="1831152" y="59125"/>
                    </a:lnTo>
                    <a:cubicBezTo>
                      <a:pt x="1831152" y="74806"/>
                      <a:pt x="1824923" y="89845"/>
                      <a:pt x="1813835" y="100933"/>
                    </a:cubicBezTo>
                    <a:cubicBezTo>
                      <a:pt x="1802747" y="112021"/>
                      <a:pt x="1787708" y="118250"/>
                      <a:pt x="1772027" y="118250"/>
                    </a:cubicBezTo>
                    <a:lnTo>
                      <a:pt x="59125" y="118250"/>
                    </a:lnTo>
                    <a:cubicBezTo>
                      <a:pt x="43444" y="118250"/>
                      <a:pt x="28405" y="112021"/>
                      <a:pt x="17317" y="100933"/>
                    </a:cubicBezTo>
                    <a:cubicBezTo>
                      <a:pt x="6229" y="89845"/>
                      <a:pt x="0" y="74806"/>
                      <a:pt x="0" y="59125"/>
                    </a:cubicBezTo>
                    <a:lnTo>
                      <a:pt x="0" y="59125"/>
                    </a:lnTo>
                    <a:cubicBezTo>
                      <a:pt x="0" y="43444"/>
                      <a:pt x="6229" y="28405"/>
                      <a:pt x="17317" y="17317"/>
                    </a:cubicBezTo>
                    <a:cubicBezTo>
                      <a:pt x="28405" y="6229"/>
                      <a:pt x="43444" y="0"/>
                      <a:pt x="59125" y="0"/>
                    </a:cubicBezTo>
                    <a:close/>
                  </a:path>
                </a:pathLst>
              </a:custGeom>
              <a:solidFill>
                <a:srgbClr val="183900"/>
              </a:solidFill>
              <a:ln cap="rnd">
                <a:noFill/>
                <a:prstDash val="solid"/>
                <a:round/>
              </a:ln>
            </p:spPr>
          </p:sp>
          <p:sp>
            <p:nvSpPr>
              <p:cNvPr name="TextBox 36" id="36"/>
              <p:cNvSpPr txBox="true"/>
              <p:nvPr/>
            </p:nvSpPr>
            <p:spPr>
              <a:xfrm>
                <a:off x="0" y="-28575"/>
                <a:ext cx="1831152" cy="146825"/>
              </a:xfrm>
              <a:prstGeom prst="rect">
                <a:avLst/>
              </a:prstGeom>
            </p:spPr>
            <p:txBody>
              <a:bodyPr anchor="ctr" rtlCol="false" tIns="67599" lIns="67599" bIns="67599" rIns="67599"/>
              <a:lstStyle/>
              <a:p>
                <a:pPr algn="ctr">
                  <a:lnSpc>
                    <a:spcPts val="2380"/>
                  </a:lnSpc>
                </a:pPr>
              </a:p>
            </p:txBody>
          </p:sp>
        </p:grpSp>
        <p:sp>
          <p:nvSpPr>
            <p:cNvPr name="TextBox 37" id="37"/>
            <p:cNvSpPr txBox="true"/>
            <p:nvPr/>
          </p:nvSpPr>
          <p:spPr>
            <a:xfrm rot="0">
              <a:off x="7624602" y="51592"/>
              <a:ext cx="8201191" cy="943262"/>
            </a:xfrm>
            <a:prstGeom prst="rect">
              <a:avLst/>
            </a:prstGeom>
          </p:spPr>
          <p:txBody>
            <a:bodyPr anchor="t" rtlCol="false" tIns="0" lIns="0" bIns="0" rIns="0">
              <a:spAutoFit/>
            </a:bodyPr>
            <a:lstStyle/>
            <a:p>
              <a:pPr algn="l">
                <a:lnSpc>
                  <a:spcPts val="5174"/>
                </a:lnSpc>
              </a:pPr>
              <a:r>
                <a:rPr lang="en-US" sz="4704" b="true">
                  <a:solidFill>
                    <a:srgbClr val="FFCE32"/>
                  </a:solidFill>
                  <a:latin typeface="Poppins Bold"/>
                  <a:ea typeface="Poppins Bold"/>
                  <a:cs typeface="Poppins Bold"/>
                  <a:sym typeface="Poppins Bold"/>
                </a:rPr>
                <a:t>Tampilan </a:t>
              </a:r>
              <a:r>
                <a:rPr lang="en-US" b="true" sz="4704" i="true">
                  <a:solidFill>
                    <a:srgbClr val="FFCE32"/>
                  </a:solidFill>
                  <a:latin typeface="Poppins Bold Italics"/>
                  <a:ea typeface="Poppins Bold Italics"/>
                  <a:cs typeface="Poppins Bold Italics"/>
                  <a:sym typeface="Poppins Bold Italics"/>
                </a:rPr>
                <a:t>Website</a:t>
              </a:r>
            </a:p>
          </p:txBody>
        </p:sp>
      </p:grpSp>
      <p:sp>
        <p:nvSpPr>
          <p:cNvPr name="Freeform 38" id="38"/>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9" id="39"/>
          <p:cNvGrpSpPr/>
          <p:nvPr/>
        </p:nvGrpSpPr>
        <p:grpSpPr>
          <a:xfrm rot="0">
            <a:off x="11787427" y="457984"/>
            <a:ext cx="6232956" cy="533984"/>
            <a:chOff x="0" y="0"/>
            <a:chExt cx="3154180" cy="270222"/>
          </a:xfrm>
        </p:grpSpPr>
        <p:sp>
          <p:nvSpPr>
            <p:cNvPr name="Freeform 40" id="40"/>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41" id="41"/>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2" id="42"/>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43" id="43"/>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44" id="44"/>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5" id="45"/>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6" id="46"/>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7" id="47"/>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8" id="48"/>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9" id="49"/>
          <p:cNvGrpSpPr/>
          <p:nvPr/>
        </p:nvGrpSpPr>
        <p:grpSpPr>
          <a:xfrm rot="0">
            <a:off x="-2175592" y="372391"/>
            <a:ext cx="11319592" cy="1177919"/>
            <a:chOff x="0" y="0"/>
            <a:chExt cx="15092789" cy="1570559"/>
          </a:xfrm>
        </p:grpSpPr>
        <p:grpSp>
          <p:nvGrpSpPr>
            <p:cNvPr name="Group 50" id="50"/>
            <p:cNvGrpSpPr/>
            <p:nvPr/>
          </p:nvGrpSpPr>
          <p:grpSpPr>
            <a:xfrm rot="0">
              <a:off x="0" y="0"/>
              <a:ext cx="15092789" cy="1570559"/>
              <a:chOff x="0" y="0"/>
              <a:chExt cx="1705511" cy="177476"/>
            </a:xfrm>
          </p:grpSpPr>
          <p:sp>
            <p:nvSpPr>
              <p:cNvPr name="Freeform 51" id="51"/>
              <p:cNvSpPr/>
              <p:nvPr/>
            </p:nvSpPr>
            <p:spPr>
              <a:xfrm flipH="false" flipV="false" rot="0">
                <a:off x="0" y="0"/>
                <a:ext cx="1705511" cy="177476"/>
              </a:xfrm>
              <a:custGeom>
                <a:avLst/>
                <a:gdLst/>
                <a:ahLst/>
                <a:cxnLst/>
                <a:rect r="r" b="b" t="t" l="l"/>
                <a:pathLst>
                  <a:path h="177476" w="1705511">
                    <a:moveTo>
                      <a:pt x="68394" y="0"/>
                    </a:moveTo>
                    <a:lnTo>
                      <a:pt x="1637117" y="0"/>
                    </a:lnTo>
                    <a:cubicBezTo>
                      <a:pt x="1674890" y="0"/>
                      <a:pt x="1705511" y="30621"/>
                      <a:pt x="1705511" y="68394"/>
                    </a:cubicBezTo>
                    <a:lnTo>
                      <a:pt x="1705511" y="109082"/>
                    </a:lnTo>
                    <a:cubicBezTo>
                      <a:pt x="1705511" y="146855"/>
                      <a:pt x="1674890" y="177476"/>
                      <a:pt x="1637117" y="177476"/>
                    </a:cubicBezTo>
                    <a:lnTo>
                      <a:pt x="68394" y="177476"/>
                    </a:lnTo>
                    <a:cubicBezTo>
                      <a:pt x="30621" y="177476"/>
                      <a:pt x="0" y="146855"/>
                      <a:pt x="0" y="109082"/>
                    </a:cubicBezTo>
                    <a:lnTo>
                      <a:pt x="0" y="68394"/>
                    </a:lnTo>
                    <a:cubicBezTo>
                      <a:pt x="0" y="30621"/>
                      <a:pt x="30621" y="0"/>
                      <a:pt x="68394" y="0"/>
                    </a:cubicBezTo>
                    <a:close/>
                  </a:path>
                </a:pathLst>
              </a:custGeom>
              <a:solidFill>
                <a:srgbClr val="183900"/>
              </a:solidFill>
              <a:ln cap="rnd">
                <a:noFill/>
                <a:prstDash val="solid"/>
                <a:round/>
              </a:ln>
            </p:spPr>
          </p:sp>
          <p:sp>
            <p:nvSpPr>
              <p:cNvPr name="TextBox 52" id="52"/>
              <p:cNvSpPr txBox="true"/>
              <p:nvPr/>
            </p:nvSpPr>
            <p:spPr>
              <a:xfrm>
                <a:off x="0" y="-28575"/>
                <a:ext cx="1705511" cy="206051"/>
              </a:xfrm>
              <a:prstGeom prst="rect">
                <a:avLst/>
              </a:prstGeom>
            </p:spPr>
            <p:txBody>
              <a:bodyPr anchor="ctr" rtlCol="false" tIns="67599" lIns="67599" bIns="67599" rIns="67599"/>
              <a:lstStyle/>
              <a:p>
                <a:pPr algn="ctr">
                  <a:lnSpc>
                    <a:spcPts val="2380"/>
                  </a:lnSpc>
                </a:pPr>
              </a:p>
            </p:txBody>
          </p:sp>
        </p:grpSp>
        <p:sp>
          <p:nvSpPr>
            <p:cNvPr name="TextBox 53" id="53"/>
            <p:cNvSpPr txBox="true"/>
            <p:nvPr/>
          </p:nvSpPr>
          <p:spPr>
            <a:xfrm rot="0">
              <a:off x="3135379" y="172511"/>
              <a:ext cx="11461742" cy="1225537"/>
            </a:xfrm>
            <a:prstGeom prst="rect">
              <a:avLst/>
            </a:prstGeom>
          </p:spPr>
          <p:txBody>
            <a:bodyPr anchor="t" rtlCol="false" tIns="0" lIns="0" bIns="0" rIns="0">
              <a:spAutoFit/>
            </a:bodyPr>
            <a:lstStyle/>
            <a:p>
              <a:pPr algn="ctr">
                <a:lnSpc>
                  <a:spcPts val="6674"/>
                </a:lnSpc>
              </a:pPr>
              <a:r>
                <a:rPr lang="en-US" sz="6067" b="true">
                  <a:solidFill>
                    <a:srgbClr val="FFFFFF"/>
                  </a:solidFill>
                  <a:latin typeface="Poppins Bold"/>
                  <a:ea typeface="Poppins Bold"/>
                  <a:cs typeface="Poppins Bold"/>
                  <a:sym typeface="Poppins Bold"/>
                </a:rPr>
                <a:t>KOMPONEN GLICOVIA</a:t>
              </a:r>
            </a:p>
          </p:txBody>
        </p:sp>
      </p:grpSp>
      <p:sp>
        <p:nvSpPr>
          <p:cNvPr name="Freeform 54" id="54"/>
          <p:cNvSpPr/>
          <p:nvPr/>
        </p:nvSpPr>
        <p:spPr>
          <a:xfrm flipH="false" flipV="false" rot="0">
            <a:off x="1500336" y="3070066"/>
            <a:ext cx="4990066" cy="5243798"/>
          </a:xfrm>
          <a:custGeom>
            <a:avLst/>
            <a:gdLst/>
            <a:ahLst/>
            <a:cxnLst/>
            <a:rect r="r" b="b" t="t" l="l"/>
            <a:pathLst>
              <a:path h="5243798" w="4990066">
                <a:moveTo>
                  <a:pt x="0" y="0"/>
                </a:moveTo>
                <a:lnTo>
                  <a:pt x="4990066" y="0"/>
                </a:lnTo>
                <a:lnTo>
                  <a:pt x="4990066" y="5243798"/>
                </a:lnTo>
                <a:lnTo>
                  <a:pt x="0" y="5243798"/>
                </a:lnTo>
                <a:lnTo>
                  <a:pt x="0" y="0"/>
                </a:lnTo>
                <a:close/>
              </a:path>
            </a:pathLst>
          </a:custGeom>
          <a:blipFill>
            <a:blip r:embed="rId12"/>
            <a:stretch>
              <a:fillRect l="0" t="0" r="0" b="0"/>
            </a:stretch>
          </a:blipFill>
        </p:spPr>
      </p:sp>
      <p:sp>
        <p:nvSpPr>
          <p:cNvPr name="Freeform 55" id="55"/>
          <p:cNvSpPr/>
          <p:nvPr/>
        </p:nvSpPr>
        <p:spPr>
          <a:xfrm flipH="false" flipV="false" rot="0">
            <a:off x="7116428" y="3093091"/>
            <a:ext cx="3595630" cy="5220773"/>
          </a:xfrm>
          <a:custGeom>
            <a:avLst/>
            <a:gdLst/>
            <a:ahLst/>
            <a:cxnLst/>
            <a:rect r="r" b="b" t="t" l="l"/>
            <a:pathLst>
              <a:path h="5220773" w="3595630">
                <a:moveTo>
                  <a:pt x="0" y="0"/>
                </a:moveTo>
                <a:lnTo>
                  <a:pt x="3595629" y="0"/>
                </a:lnTo>
                <a:lnTo>
                  <a:pt x="3595629" y="5220773"/>
                </a:lnTo>
                <a:lnTo>
                  <a:pt x="0" y="5220773"/>
                </a:lnTo>
                <a:lnTo>
                  <a:pt x="0" y="0"/>
                </a:lnTo>
                <a:close/>
              </a:path>
            </a:pathLst>
          </a:custGeom>
          <a:blipFill>
            <a:blip r:embed="rId13"/>
            <a:stretch>
              <a:fillRect l="0" t="0" r="0" b="0"/>
            </a:stretch>
          </a:blipFill>
        </p:spPr>
      </p:sp>
      <p:sp>
        <p:nvSpPr>
          <p:cNvPr name="Freeform 56" id="56"/>
          <p:cNvSpPr/>
          <p:nvPr/>
        </p:nvSpPr>
        <p:spPr>
          <a:xfrm flipH="false" flipV="false" rot="0">
            <a:off x="12342265" y="3070066"/>
            <a:ext cx="4876561" cy="5243798"/>
          </a:xfrm>
          <a:custGeom>
            <a:avLst/>
            <a:gdLst/>
            <a:ahLst/>
            <a:cxnLst/>
            <a:rect r="r" b="b" t="t" l="l"/>
            <a:pathLst>
              <a:path h="5243798" w="4876561">
                <a:moveTo>
                  <a:pt x="0" y="0"/>
                </a:moveTo>
                <a:lnTo>
                  <a:pt x="4876562" y="0"/>
                </a:lnTo>
                <a:lnTo>
                  <a:pt x="4876562" y="5243798"/>
                </a:lnTo>
                <a:lnTo>
                  <a:pt x="0" y="5243798"/>
                </a:lnTo>
                <a:lnTo>
                  <a:pt x="0" y="0"/>
                </a:lnTo>
                <a:close/>
              </a:path>
            </a:pathLst>
          </a:custGeom>
          <a:blipFill>
            <a:blip r:embed="rId14"/>
            <a:stretch>
              <a:fillRect l="0" t="0" r="0" b="0"/>
            </a:stretch>
          </a:blipFill>
        </p:spPr>
      </p:sp>
      <p:sp>
        <p:nvSpPr>
          <p:cNvPr name="TextBox 57" id="57"/>
          <p:cNvSpPr txBox="true"/>
          <p:nvPr/>
        </p:nvSpPr>
        <p:spPr>
          <a:xfrm rot="0">
            <a:off x="16661753" y="9421254"/>
            <a:ext cx="560636"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14</a:t>
            </a:r>
          </a:p>
        </p:txBody>
      </p:sp>
      <p:sp>
        <p:nvSpPr>
          <p:cNvPr name="TextBox 58" id="58"/>
          <p:cNvSpPr txBox="true"/>
          <p:nvPr/>
        </p:nvSpPr>
        <p:spPr>
          <a:xfrm rot="0">
            <a:off x="18281291" y="4532382"/>
            <a:ext cx="2794558" cy="12954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59" id="59"/>
          <p:cNvSpPr txBox="true"/>
          <p:nvPr/>
        </p:nvSpPr>
        <p:spPr>
          <a:xfrm rot="0">
            <a:off x="3104963" y="8523414"/>
            <a:ext cx="6277578" cy="519240"/>
          </a:xfrm>
          <a:prstGeom prst="rect">
            <a:avLst/>
          </a:prstGeom>
        </p:spPr>
        <p:txBody>
          <a:bodyPr anchor="t" rtlCol="false" tIns="0" lIns="0" bIns="0" rIns="0">
            <a:spAutoFit/>
          </a:bodyPr>
          <a:lstStyle/>
          <a:p>
            <a:pPr algn="ctr">
              <a:lnSpc>
                <a:spcPts val="3723"/>
              </a:lnSpc>
            </a:pPr>
            <a:r>
              <a:rPr lang="en-US" sz="3385" b="true">
                <a:solidFill>
                  <a:srgbClr val="FFFFFF"/>
                </a:solidFill>
                <a:latin typeface="Poppins Bold"/>
                <a:ea typeface="Poppins Bold"/>
                <a:cs typeface="Poppins Bold"/>
                <a:sym typeface="Poppins Bold"/>
              </a:rPr>
              <a:t>Halaman registrasi / </a:t>
            </a:r>
            <a:r>
              <a:rPr lang="en-US" b="true" sz="3385" i="true">
                <a:solidFill>
                  <a:srgbClr val="FFFFFF"/>
                </a:solidFill>
                <a:latin typeface="Poppins Bold Italics"/>
                <a:ea typeface="Poppins Bold Italics"/>
                <a:cs typeface="Poppins Bold Italics"/>
                <a:sym typeface="Poppins Bold Italics"/>
              </a:rPr>
              <a:t>login</a:t>
            </a:r>
          </a:p>
        </p:txBody>
      </p:sp>
      <p:sp>
        <p:nvSpPr>
          <p:cNvPr name="TextBox 60" id="60"/>
          <p:cNvSpPr txBox="true"/>
          <p:nvPr/>
        </p:nvSpPr>
        <p:spPr>
          <a:xfrm rot="0">
            <a:off x="13122473" y="8521699"/>
            <a:ext cx="3539280" cy="519240"/>
          </a:xfrm>
          <a:prstGeom prst="rect">
            <a:avLst/>
          </a:prstGeom>
        </p:spPr>
        <p:txBody>
          <a:bodyPr anchor="t" rtlCol="false" tIns="0" lIns="0" bIns="0" rIns="0">
            <a:spAutoFit/>
          </a:bodyPr>
          <a:lstStyle/>
          <a:p>
            <a:pPr algn="ctr">
              <a:lnSpc>
                <a:spcPts val="3723"/>
              </a:lnSpc>
            </a:pPr>
            <a:r>
              <a:rPr lang="en-US" b="true" sz="3385" i="true">
                <a:solidFill>
                  <a:srgbClr val="FFFFFF"/>
                </a:solidFill>
                <a:latin typeface="Poppins Bold Italics"/>
                <a:ea typeface="Poppins Bold Italics"/>
                <a:cs typeface="Poppins Bold Italics"/>
                <a:sym typeface="Poppins Bold Italics"/>
              </a:rPr>
              <a:t>Homepage</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309719" y="-836805"/>
            <a:ext cx="18597719" cy="10095105"/>
          </a:xfrm>
          <a:custGeom>
            <a:avLst/>
            <a:gdLst/>
            <a:ahLst/>
            <a:cxnLst/>
            <a:rect r="r" b="b" t="t" l="l"/>
            <a:pathLst>
              <a:path h="10095105" w="18597719">
                <a:moveTo>
                  <a:pt x="0" y="0"/>
                </a:moveTo>
                <a:lnTo>
                  <a:pt x="18597719" y="0"/>
                </a:lnTo>
                <a:lnTo>
                  <a:pt x="18597719" y="10095105"/>
                </a:lnTo>
                <a:lnTo>
                  <a:pt x="0" y="10095105"/>
                </a:lnTo>
                <a:lnTo>
                  <a:pt x="0" y="0"/>
                </a:lnTo>
                <a:close/>
              </a:path>
            </a:pathLst>
          </a:custGeom>
          <a:blipFill>
            <a:blip r:embed="rId2">
              <a:alphaModFix amt="19999"/>
            </a:blip>
            <a:stretch>
              <a:fillRect l="0" t="0" r="0" b="-22509"/>
            </a:stretch>
          </a:blipFill>
        </p:spPr>
      </p:sp>
      <p:grpSp>
        <p:nvGrpSpPr>
          <p:cNvPr name="Group 3" id="3"/>
          <p:cNvGrpSpPr/>
          <p:nvPr/>
        </p:nvGrpSpPr>
        <p:grpSpPr>
          <a:xfrm rot="0">
            <a:off x="-391165" y="-50690"/>
            <a:ext cx="19134073" cy="1918706"/>
            <a:chOff x="0" y="0"/>
            <a:chExt cx="5039427" cy="505338"/>
          </a:xfrm>
        </p:grpSpPr>
        <p:sp>
          <p:nvSpPr>
            <p:cNvPr name="Freeform 4" id="4"/>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5" id="5"/>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503371" y="9258300"/>
            <a:ext cx="19294741" cy="2441562"/>
            <a:chOff x="0" y="0"/>
            <a:chExt cx="5081743" cy="643045"/>
          </a:xfrm>
        </p:grpSpPr>
        <p:sp>
          <p:nvSpPr>
            <p:cNvPr name="Freeform 7" id="7"/>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8" id="8"/>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7" id="27"/>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8" id="28"/>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9" id="29"/>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3" id="33"/>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4" id="34"/>
          <p:cNvGrpSpPr/>
          <p:nvPr/>
        </p:nvGrpSpPr>
        <p:grpSpPr>
          <a:xfrm rot="0">
            <a:off x="11787427" y="457984"/>
            <a:ext cx="6232956" cy="533984"/>
            <a:chOff x="0" y="0"/>
            <a:chExt cx="3154180" cy="270222"/>
          </a:xfrm>
        </p:grpSpPr>
        <p:sp>
          <p:nvSpPr>
            <p:cNvPr name="Freeform 35" id="35"/>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6" id="36"/>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7" id="37"/>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8" id="38"/>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9" id="39"/>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0" id="40"/>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1" id="41"/>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2" id="42"/>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3" id="43"/>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4" id="44"/>
          <p:cNvGrpSpPr/>
          <p:nvPr/>
        </p:nvGrpSpPr>
        <p:grpSpPr>
          <a:xfrm rot="0">
            <a:off x="-2175592" y="372391"/>
            <a:ext cx="11319592" cy="1177919"/>
            <a:chOff x="0" y="0"/>
            <a:chExt cx="15092789" cy="1570559"/>
          </a:xfrm>
        </p:grpSpPr>
        <p:grpSp>
          <p:nvGrpSpPr>
            <p:cNvPr name="Group 45" id="45"/>
            <p:cNvGrpSpPr/>
            <p:nvPr/>
          </p:nvGrpSpPr>
          <p:grpSpPr>
            <a:xfrm rot="0">
              <a:off x="0" y="0"/>
              <a:ext cx="15092789" cy="1570559"/>
              <a:chOff x="0" y="0"/>
              <a:chExt cx="1705511" cy="177476"/>
            </a:xfrm>
          </p:grpSpPr>
          <p:sp>
            <p:nvSpPr>
              <p:cNvPr name="Freeform 46" id="46"/>
              <p:cNvSpPr/>
              <p:nvPr/>
            </p:nvSpPr>
            <p:spPr>
              <a:xfrm flipH="false" flipV="false" rot="0">
                <a:off x="0" y="0"/>
                <a:ext cx="1705511" cy="177476"/>
              </a:xfrm>
              <a:custGeom>
                <a:avLst/>
                <a:gdLst/>
                <a:ahLst/>
                <a:cxnLst/>
                <a:rect r="r" b="b" t="t" l="l"/>
                <a:pathLst>
                  <a:path h="177476" w="1705511">
                    <a:moveTo>
                      <a:pt x="68394" y="0"/>
                    </a:moveTo>
                    <a:lnTo>
                      <a:pt x="1637117" y="0"/>
                    </a:lnTo>
                    <a:cubicBezTo>
                      <a:pt x="1674890" y="0"/>
                      <a:pt x="1705511" y="30621"/>
                      <a:pt x="1705511" y="68394"/>
                    </a:cubicBezTo>
                    <a:lnTo>
                      <a:pt x="1705511" y="109082"/>
                    </a:lnTo>
                    <a:cubicBezTo>
                      <a:pt x="1705511" y="146855"/>
                      <a:pt x="1674890" y="177476"/>
                      <a:pt x="1637117" y="177476"/>
                    </a:cubicBezTo>
                    <a:lnTo>
                      <a:pt x="68394" y="177476"/>
                    </a:lnTo>
                    <a:cubicBezTo>
                      <a:pt x="30621" y="177476"/>
                      <a:pt x="0" y="146855"/>
                      <a:pt x="0" y="109082"/>
                    </a:cubicBezTo>
                    <a:lnTo>
                      <a:pt x="0" y="68394"/>
                    </a:lnTo>
                    <a:cubicBezTo>
                      <a:pt x="0" y="30621"/>
                      <a:pt x="30621" y="0"/>
                      <a:pt x="68394" y="0"/>
                    </a:cubicBezTo>
                    <a:close/>
                  </a:path>
                </a:pathLst>
              </a:custGeom>
              <a:solidFill>
                <a:srgbClr val="183900"/>
              </a:solidFill>
              <a:ln cap="rnd">
                <a:noFill/>
                <a:prstDash val="solid"/>
                <a:round/>
              </a:ln>
            </p:spPr>
          </p:sp>
          <p:sp>
            <p:nvSpPr>
              <p:cNvPr name="TextBox 47" id="47"/>
              <p:cNvSpPr txBox="true"/>
              <p:nvPr/>
            </p:nvSpPr>
            <p:spPr>
              <a:xfrm>
                <a:off x="0" y="-28575"/>
                <a:ext cx="1705511" cy="206051"/>
              </a:xfrm>
              <a:prstGeom prst="rect">
                <a:avLst/>
              </a:prstGeom>
            </p:spPr>
            <p:txBody>
              <a:bodyPr anchor="ctr" rtlCol="false" tIns="67599" lIns="67599" bIns="67599" rIns="67599"/>
              <a:lstStyle/>
              <a:p>
                <a:pPr algn="ctr">
                  <a:lnSpc>
                    <a:spcPts val="2380"/>
                  </a:lnSpc>
                </a:pPr>
              </a:p>
            </p:txBody>
          </p:sp>
        </p:grpSp>
        <p:sp>
          <p:nvSpPr>
            <p:cNvPr name="TextBox 48" id="48"/>
            <p:cNvSpPr txBox="true"/>
            <p:nvPr/>
          </p:nvSpPr>
          <p:spPr>
            <a:xfrm rot="0">
              <a:off x="3135379" y="172511"/>
              <a:ext cx="11461742" cy="1225537"/>
            </a:xfrm>
            <a:prstGeom prst="rect">
              <a:avLst/>
            </a:prstGeom>
          </p:spPr>
          <p:txBody>
            <a:bodyPr anchor="t" rtlCol="false" tIns="0" lIns="0" bIns="0" rIns="0">
              <a:spAutoFit/>
            </a:bodyPr>
            <a:lstStyle/>
            <a:p>
              <a:pPr algn="ctr">
                <a:lnSpc>
                  <a:spcPts val="6674"/>
                </a:lnSpc>
              </a:pPr>
              <a:r>
                <a:rPr lang="en-US" sz="6067" b="true">
                  <a:solidFill>
                    <a:srgbClr val="FFFFFF"/>
                  </a:solidFill>
                  <a:latin typeface="Poppins Bold"/>
                  <a:ea typeface="Poppins Bold"/>
                  <a:cs typeface="Poppins Bold"/>
                  <a:sym typeface="Poppins Bold"/>
                </a:rPr>
                <a:t>KOMPONEN GLICOVIA</a:t>
              </a:r>
            </a:p>
          </p:txBody>
        </p:sp>
      </p:grpSp>
      <p:grpSp>
        <p:nvGrpSpPr>
          <p:cNvPr name="Group 49" id="49"/>
          <p:cNvGrpSpPr/>
          <p:nvPr/>
        </p:nvGrpSpPr>
        <p:grpSpPr>
          <a:xfrm rot="0">
            <a:off x="-5478014" y="2089181"/>
            <a:ext cx="12153480" cy="784835"/>
            <a:chOff x="0" y="0"/>
            <a:chExt cx="16204640" cy="1046446"/>
          </a:xfrm>
        </p:grpSpPr>
        <p:grpSp>
          <p:nvGrpSpPr>
            <p:cNvPr name="Group 50" id="50"/>
            <p:cNvGrpSpPr/>
            <p:nvPr/>
          </p:nvGrpSpPr>
          <p:grpSpPr>
            <a:xfrm rot="0">
              <a:off x="0" y="0"/>
              <a:ext cx="16204640" cy="1046446"/>
              <a:chOff x="0" y="0"/>
              <a:chExt cx="1831152" cy="118250"/>
            </a:xfrm>
          </p:grpSpPr>
          <p:sp>
            <p:nvSpPr>
              <p:cNvPr name="Freeform 51" id="51"/>
              <p:cNvSpPr/>
              <p:nvPr/>
            </p:nvSpPr>
            <p:spPr>
              <a:xfrm flipH="false" flipV="false" rot="0">
                <a:off x="0" y="0"/>
                <a:ext cx="1831152" cy="118250"/>
              </a:xfrm>
              <a:custGeom>
                <a:avLst/>
                <a:gdLst/>
                <a:ahLst/>
                <a:cxnLst/>
                <a:rect r="r" b="b" t="t" l="l"/>
                <a:pathLst>
                  <a:path h="118250" w="1831152">
                    <a:moveTo>
                      <a:pt x="59125" y="0"/>
                    </a:moveTo>
                    <a:lnTo>
                      <a:pt x="1772027" y="0"/>
                    </a:lnTo>
                    <a:cubicBezTo>
                      <a:pt x="1804681" y="0"/>
                      <a:pt x="1831152" y="26471"/>
                      <a:pt x="1831152" y="59125"/>
                    </a:cubicBezTo>
                    <a:lnTo>
                      <a:pt x="1831152" y="59125"/>
                    </a:lnTo>
                    <a:cubicBezTo>
                      <a:pt x="1831152" y="74806"/>
                      <a:pt x="1824923" y="89845"/>
                      <a:pt x="1813835" y="100933"/>
                    </a:cubicBezTo>
                    <a:cubicBezTo>
                      <a:pt x="1802747" y="112021"/>
                      <a:pt x="1787708" y="118250"/>
                      <a:pt x="1772027" y="118250"/>
                    </a:cubicBezTo>
                    <a:lnTo>
                      <a:pt x="59125" y="118250"/>
                    </a:lnTo>
                    <a:cubicBezTo>
                      <a:pt x="43444" y="118250"/>
                      <a:pt x="28405" y="112021"/>
                      <a:pt x="17317" y="100933"/>
                    </a:cubicBezTo>
                    <a:cubicBezTo>
                      <a:pt x="6229" y="89845"/>
                      <a:pt x="0" y="74806"/>
                      <a:pt x="0" y="59125"/>
                    </a:cubicBezTo>
                    <a:lnTo>
                      <a:pt x="0" y="59125"/>
                    </a:lnTo>
                    <a:cubicBezTo>
                      <a:pt x="0" y="43444"/>
                      <a:pt x="6229" y="28405"/>
                      <a:pt x="17317" y="17317"/>
                    </a:cubicBezTo>
                    <a:cubicBezTo>
                      <a:pt x="28405" y="6229"/>
                      <a:pt x="43444" y="0"/>
                      <a:pt x="59125" y="0"/>
                    </a:cubicBezTo>
                    <a:close/>
                  </a:path>
                </a:pathLst>
              </a:custGeom>
              <a:solidFill>
                <a:srgbClr val="183900"/>
              </a:solidFill>
              <a:ln cap="rnd">
                <a:noFill/>
                <a:prstDash val="solid"/>
                <a:round/>
              </a:ln>
            </p:spPr>
          </p:sp>
          <p:sp>
            <p:nvSpPr>
              <p:cNvPr name="TextBox 52" id="52"/>
              <p:cNvSpPr txBox="true"/>
              <p:nvPr/>
            </p:nvSpPr>
            <p:spPr>
              <a:xfrm>
                <a:off x="0" y="-28575"/>
                <a:ext cx="1831152" cy="146825"/>
              </a:xfrm>
              <a:prstGeom prst="rect">
                <a:avLst/>
              </a:prstGeom>
            </p:spPr>
            <p:txBody>
              <a:bodyPr anchor="ctr" rtlCol="false" tIns="67599" lIns="67599" bIns="67599" rIns="67599"/>
              <a:lstStyle/>
              <a:p>
                <a:pPr algn="ctr">
                  <a:lnSpc>
                    <a:spcPts val="2380"/>
                  </a:lnSpc>
                </a:pPr>
              </a:p>
            </p:txBody>
          </p:sp>
        </p:grpSp>
        <p:sp>
          <p:nvSpPr>
            <p:cNvPr name="TextBox 53" id="53"/>
            <p:cNvSpPr txBox="true"/>
            <p:nvPr/>
          </p:nvSpPr>
          <p:spPr>
            <a:xfrm rot="0">
              <a:off x="7624602" y="51592"/>
              <a:ext cx="8201191" cy="943262"/>
            </a:xfrm>
            <a:prstGeom prst="rect">
              <a:avLst/>
            </a:prstGeom>
          </p:spPr>
          <p:txBody>
            <a:bodyPr anchor="t" rtlCol="false" tIns="0" lIns="0" bIns="0" rIns="0">
              <a:spAutoFit/>
            </a:bodyPr>
            <a:lstStyle/>
            <a:p>
              <a:pPr algn="l">
                <a:lnSpc>
                  <a:spcPts val="5174"/>
                </a:lnSpc>
              </a:pPr>
              <a:r>
                <a:rPr lang="en-US" sz="4704" b="true">
                  <a:solidFill>
                    <a:srgbClr val="FFCE32"/>
                  </a:solidFill>
                  <a:latin typeface="Poppins Bold"/>
                  <a:ea typeface="Poppins Bold"/>
                  <a:cs typeface="Poppins Bold"/>
                  <a:sym typeface="Poppins Bold"/>
                </a:rPr>
                <a:t>Tampilan </a:t>
              </a:r>
              <a:r>
                <a:rPr lang="en-US" b="true" sz="4704" i="true">
                  <a:solidFill>
                    <a:srgbClr val="FFCE32"/>
                  </a:solidFill>
                  <a:latin typeface="Poppins Bold Italics"/>
                  <a:ea typeface="Poppins Bold Italics"/>
                  <a:cs typeface="Poppins Bold Italics"/>
                  <a:sym typeface="Poppins Bold Italics"/>
                </a:rPr>
                <a:t>Website</a:t>
              </a:r>
            </a:p>
          </p:txBody>
        </p:sp>
      </p:grpSp>
      <p:sp>
        <p:nvSpPr>
          <p:cNvPr name="Freeform 54" id="54"/>
          <p:cNvSpPr/>
          <p:nvPr/>
        </p:nvSpPr>
        <p:spPr>
          <a:xfrm flipH="false" flipV="false" rot="0">
            <a:off x="4496985" y="3109425"/>
            <a:ext cx="12171912" cy="5561042"/>
          </a:xfrm>
          <a:custGeom>
            <a:avLst/>
            <a:gdLst/>
            <a:ahLst/>
            <a:cxnLst/>
            <a:rect r="r" b="b" t="t" l="l"/>
            <a:pathLst>
              <a:path h="5561042" w="12171912">
                <a:moveTo>
                  <a:pt x="0" y="0"/>
                </a:moveTo>
                <a:lnTo>
                  <a:pt x="12171912" y="0"/>
                </a:lnTo>
                <a:lnTo>
                  <a:pt x="12171912" y="5561042"/>
                </a:lnTo>
                <a:lnTo>
                  <a:pt x="0" y="5561042"/>
                </a:lnTo>
                <a:lnTo>
                  <a:pt x="0" y="0"/>
                </a:lnTo>
                <a:close/>
              </a:path>
            </a:pathLst>
          </a:custGeom>
          <a:blipFill>
            <a:blip r:embed="rId12"/>
            <a:stretch>
              <a:fillRect l="0" t="0" r="0" b="0"/>
            </a:stretch>
          </a:blipFill>
          <a:ln w="38100" cap="sq">
            <a:solidFill>
              <a:srgbClr val="000000"/>
            </a:solidFill>
            <a:prstDash val="solid"/>
            <a:miter/>
          </a:ln>
        </p:spPr>
      </p:sp>
      <p:sp>
        <p:nvSpPr>
          <p:cNvPr name="TextBox 55" id="55"/>
          <p:cNvSpPr txBox="true"/>
          <p:nvPr/>
        </p:nvSpPr>
        <p:spPr>
          <a:xfrm rot="0">
            <a:off x="16668897" y="9421254"/>
            <a:ext cx="546348"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15</a:t>
            </a:r>
          </a:p>
        </p:txBody>
      </p:sp>
      <p:sp>
        <p:nvSpPr>
          <p:cNvPr name="TextBox 56" id="56"/>
          <p:cNvSpPr txBox="true"/>
          <p:nvPr/>
        </p:nvSpPr>
        <p:spPr>
          <a:xfrm rot="0">
            <a:off x="18281291" y="4532382"/>
            <a:ext cx="2794558" cy="12954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57" id="57"/>
          <p:cNvSpPr txBox="true"/>
          <p:nvPr/>
        </p:nvSpPr>
        <p:spPr>
          <a:xfrm rot="0">
            <a:off x="598726" y="5474059"/>
            <a:ext cx="6150893" cy="707446"/>
          </a:xfrm>
          <a:prstGeom prst="rect">
            <a:avLst/>
          </a:prstGeom>
        </p:spPr>
        <p:txBody>
          <a:bodyPr anchor="t" rtlCol="false" tIns="0" lIns="0" bIns="0" rIns="0">
            <a:spAutoFit/>
          </a:bodyPr>
          <a:lstStyle/>
          <a:p>
            <a:pPr algn="l">
              <a:lnSpc>
                <a:spcPts val="5174"/>
              </a:lnSpc>
            </a:pPr>
            <a:r>
              <a:rPr lang="en-US" b="true" sz="4704" i="true">
                <a:solidFill>
                  <a:srgbClr val="FFFFFF"/>
                </a:solidFill>
                <a:latin typeface="Poppins Bold Italics"/>
                <a:ea typeface="Poppins Bold Italics"/>
                <a:cs typeface="Poppins Bold Italics"/>
                <a:sym typeface="Poppins Bold Italics"/>
              </a:rPr>
              <a:t>Overview</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309719" y="-836805"/>
            <a:ext cx="18597719" cy="10199676"/>
          </a:xfrm>
          <a:custGeom>
            <a:avLst/>
            <a:gdLst/>
            <a:ahLst/>
            <a:cxnLst/>
            <a:rect r="r" b="b" t="t" l="l"/>
            <a:pathLst>
              <a:path h="10199676" w="18597719">
                <a:moveTo>
                  <a:pt x="0" y="0"/>
                </a:moveTo>
                <a:lnTo>
                  <a:pt x="18597719" y="0"/>
                </a:lnTo>
                <a:lnTo>
                  <a:pt x="18597719" y="10199676"/>
                </a:lnTo>
                <a:lnTo>
                  <a:pt x="0" y="10199676"/>
                </a:lnTo>
                <a:lnTo>
                  <a:pt x="0" y="0"/>
                </a:lnTo>
                <a:close/>
              </a:path>
            </a:pathLst>
          </a:custGeom>
          <a:blipFill>
            <a:blip r:embed="rId2">
              <a:alphaModFix amt="19999"/>
            </a:blip>
            <a:stretch>
              <a:fillRect l="0" t="0" r="0" b="-21253"/>
            </a:stretch>
          </a:blipFill>
        </p:spPr>
      </p:sp>
      <p:grpSp>
        <p:nvGrpSpPr>
          <p:cNvPr name="Group 3" id="3"/>
          <p:cNvGrpSpPr/>
          <p:nvPr/>
        </p:nvGrpSpPr>
        <p:grpSpPr>
          <a:xfrm rot="0">
            <a:off x="-391165" y="-50690"/>
            <a:ext cx="19134073" cy="1918706"/>
            <a:chOff x="0" y="0"/>
            <a:chExt cx="5039427" cy="505338"/>
          </a:xfrm>
        </p:grpSpPr>
        <p:sp>
          <p:nvSpPr>
            <p:cNvPr name="Freeform 4" id="4"/>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5" id="5"/>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503371" y="9258300"/>
            <a:ext cx="19294741" cy="2441562"/>
            <a:chOff x="0" y="0"/>
            <a:chExt cx="5081743" cy="643045"/>
          </a:xfrm>
        </p:grpSpPr>
        <p:sp>
          <p:nvSpPr>
            <p:cNvPr name="Freeform 7" id="7"/>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8" id="8"/>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7" id="27"/>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8" id="28"/>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9" id="29"/>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3" id="33"/>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4" id="34"/>
          <p:cNvGrpSpPr/>
          <p:nvPr/>
        </p:nvGrpSpPr>
        <p:grpSpPr>
          <a:xfrm rot="0">
            <a:off x="11787427" y="457984"/>
            <a:ext cx="6232956" cy="533984"/>
            <a:chOff x="0" y="0"/>
            <a:chExt cx="3154180" cy="270222"/>
          </a:xfrm>
        </p:grpSpPr>
        <p:sp>
          <p:nvSpPr>
            <p:cNvPr name="Freeform 35" id="35"/>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6" id="36"/>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7" id="37"/>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8" id="38"/>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9" id="39"/>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0" id="40"/>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1" id="41"/>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2" id="42"/>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3" id="43"/>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4" id="44"/>
          <p:cNvGrpSpPr/>
          <p:nvPr/>
        </p:nvGrpSpPr>
        <p:grpSpPr>
          <a:xfrm rot="0">
            <a:off x="-2175592" y="372391"/>
            <a:ext cx="11319592" cy="1177919"/>
            <a:chOff x="0" y="0"/>
            <a:chExt cx="15092789" cy="1570559"/>
          </a:xfrm>
        </p:grpSpPr>
        <p:grpSp>
          <p:nvGrpSpPr>
            <p:cNvPr name="Group 45" id="45"/>
            <p:cNvGrpSpPr/>
            <p:nvPr/>
          </p:nvGrpSpPr>
          <p:grpSpPr>
            <a:xfrm rot="0">
              <a:off x="0" y="0"/>
              <a:ext cx="15092789" cy="1570559"/>
              <a:chOff x="0" y="0"/>
              <a:chExt cx="1705511" cy="177476"/>
            </a:xfrm>
          </p:grpSpPr>
          <p:sp>
            <p:nvSpPr>
              <p:cNvPr name="Freeform 46" id="46"/>
              <p:cNvSpPr/>
              <p:nvPr/>
            </p:nvSpPr>
            <p:spPr>
              <a:xfrm flipH="false" flipV="false" rot="0">
                <a:off x="0" y="0"/>
                <a:ext cx="1705511" cy="177476"/>
              </a:xfrm>
              <a:custGeom>
                <a:avLst/>
                <a:gdLst/>
                <a:ahLst/>
                <a:cxnLst/>
                <a:rect r="r" b="b" t="t" l="l"/>
                <a:pathLst>
                  <a:path h="177476" w="1705511">
                    <a:moveTo>
                      <a:pt x="68394" y="0"/>
                    </a:moveTo>
                    <a:lnTo>
                      <a:pt x="1637117" y="0"/>
                    </a:lnTo>
                    <a:cubicBezTo>
                      <a:pt x="1674890" y="0"/>
                      <a:pt x="1705511" y="30621"/>
                      <a:pt x="1705511" y="68394"/>
                    </a:cubicBezTo>
                    <a:lnTo>
                      <a:pt x="1705511" y="109082"/>
                    </a:lnTo>
                    <a:cubicBezTo>
                      <a:pt x="1705511" y="146855"/>
                      <a:pt x="1674890" y="177476"/>
                      <a:pt x="1637117" y="177476"/>
                    </a:cubicBezTo>
                    <a:lnTo>
                      <a:pt x="68394" y="177476"/>
                    </a:lnTo>
                    <a:cubicBezTo>
                      <a:pt x="30621" y="177476"/>
                      <a:pt x="0" y="146855"/>
                      <a:pt x="0" y="109082"/>
                    </a:cubicBezTo>
                    <a:lnTo>
                      <a:pt x="0" y="68394"/>
                    </a:lnTo>
                    <a:cubicBezTo>
                      <a:pt x="0" y="30621"/>
                      <a:pt x="30621" y="0"/>
                      <a:pt x="68394" y="0"/>
                    </a:cubicBezTo>
                    <a:close/>
                  </a:path>
                </a:pathLst>
              </a:custGeom>
              <a:solidFill>
                <a:srgbClr val="183900"/>
              </a:solidFill>
              <a:ln cap="rnd">
                <a:noFill/>
                <a:prstDash val="solid"/>
                <a:round/>
              </a:ln>
            </p:spPr>
          </p:sp>
          <p:sp>
            <p:nvSpPr>
              <p:cNvPr name="TextBox 47" id="47"/>
              <p:cNvSpPr txBox="true"/>
              <p:nvPr/>
            </p:nvSpPr>
            <p:spPr>
              <a:xfrm>
                <a:off x="0" y="-28575"/>
                <a:ext cx="1705511" cy="206051"/>
              </a:xfrm>
              <a:prstGeom prst="rect">
                <a:avLst/>
              </a:prstGeom>
            </p:spPr>
            <p:txBody>
              <a:bodyPr anchor="ctr" rtlCol="false" tIns="67599" lIns="67599" bIns="67599" rIns="67599"/>
              <a:lstStyle/>
              <a:p>
                <a:pPr algn="ctr">
                  <a:lnSpc>
                    <a:spcPts val="2380"/>
                  </a:lnSpc>
                </a:pPr>
              </a:p>
            </p:txBody>
          </p:sp>
        </p:grpSp>
        <p:sp>
          <p:nvSpPr>
            <p:cNvPr name="TextBox 48" id="48"/>
            <p:cNvSpPr txBox="true"/>
            <p:nvPr/>
          </p:nvSpPr>
          <p:spPr>
            <a:xfrm rot="0">
              <a:off x="3135379" y="172511"/>
              <a:ext cx="11461742" cy="1225537"/>
            </a:xfrm>
            <a:prstGeom prst="rect">
              <a:avLst/>
            </a:prstGeom>
          </p:spPr>
          <p:txBody>
            <a:bodyPr anchor="t" rtlCol="false" tIns="0" lIns="0" bIns="0" rIns="0">
              <a:spAutoFit/>
            </a:bodyPr>
            <a:lstStyle/>
            <a:p>
              <a:pPr algn="ctr">
                <a:lnSpc>
                  <a:spcPts val="6674"/>
                </a:lnSpc>
              </a:pPr>
              <a:r>
                <a:rPr lang="en-US" sz="6067" b="true">
                  <a:solidFill>
                    <a:srgbClr val="FFFFFF"/>
                  </a:solidFill>
                  <a:latin typeface="Poppins Bold"/>
                  <a:ea typeface="Poppins Bold"/>
                  <a:cs typeface="Poppins Bold"/>
                  <a:sym typeface="Poppins Bold"/>
                </a:rPr>
                <a:t>KOMPONEN GLICOVIA</a:t>
              </a:r>
            </a:p>
          </p:txBody>
        </p:sp>
      </p:grpSp>
      <p:grpSp>
        <p:nvGrpSpPr>
          <p:cNvPr name="Group 49" id="49"/>
          <p:cNvGrpSpPr/>
          <p:nvPr/>
        </p:nvGrpSpPr>
        <p:grpSpPr>
          <a:xfrm rot="0">
            <a:off x="-5478014" y="2089181"/>
            <a:ext cx="12153480" cy="784835"/>
            <a:chOff x="0" y="0"/>
            <a:chExt cx="16204640" cy="1046446"/>
          </a:xfrm>
        </p:grpSpPr>
        <p:grpSp>
          <p:nvGrpSpPr>
            <p:cNvPr name="Group 50" id="50"/>
            <p:cNvGrpSpPr/>
            <p:nvPr/>
          </p:nvGrpSpPr>
          <p:grpSpPr>
            <a:xfrm rot="0">
              <a:off x="0" y="0"/>
              <a:ext cx="16204640" cy="1046446"/>
              <a:chOff x="0" y="0"/>
              <a:chExt cx="1831152" cy="118250"/>
            </a:xfrm>
          </p:grpSpPr>
          <p:sp>
            <p:nvSpPr>
              <p:cNvPr name="Freeform 51" id="51"/>
              <p:cNvSpPr/>
              <p:nvPr/>
            </p:nvSpPr>
            <p:spPr>
              <a:xfrm flipH="false" flipV="false" rot="0">
                <a:off x="0" y="0"/>
                <a:ext cx="1831152" cy="118250"/>
              </a:xfrm>
              <a:custGeom>
                <a:avLst/>
                <a:gdLst/>
                <a:ahLst/>
                <a:cxnLst/>
                <a:rect r="r" b="b" t="t" l="l"/>
                <a:pathLst>
                  <a:path h="118250" w="1831152">
                    <a:moveTo>
                      <a:pt x="59125" y="0"/>
                    </a:moveTo>
                    <a:lnTo>
                      <a:pt x="1772027" y="0"/>
                    </a:lnTo>
                    <a:cubicBezTo>
                      <a:pt x="1804681" y="0"/>
                      <a:pt x="1831152" y="26471"/>
                      <a:pt x="1831152" y="59125"/>
                    </a:cubicBezTo>
                    <a:lnTo>
                      <a:pt x="1831152" y="59125"/>
                    </a:lnTo>
                    <a:cubicBezTo>
                      <a:pt x="1831152" y="74806"/>
                      <a:pt x="1824923" y="89845"/>
                      <a:pt x="1813835" y="100933"/>
                    </a:cubicBezTo>
                    <a:cubicBezTo>
                      <a:pt x="1802747" y="112021"/>
                      <a:pt x="1787708" y="118250"/>
                      <a:pt x="1772027" y="118250"/>
                    </a:cubicBezTo>
                    <a:lnTo>
                      <a:pt x="59125" y="118250"/>
                    </a:lnTo>
                    <a:cubicBezTo>
                      <a:pt x="43444" y="118250"/>
                      <a:pt x="28405" y="112021"/>
                      <a:pt x="17317" y="100933"/>
                    </a:cubicBezTo>
                    <a:cubicBezTo>
                      <a:pt x="6229" y="89845"/>
                      <a:pt x="0" y="74806"/>
                      <a:pt x="0" y="59125"/>
                    </a:cubicBezTo>
                    <a:lnTo>
                      <a:pt x="0" y="59125"/>
                    </a:lnTo>
                    <a:cubicBezTo>
                      <a:pt x="0" y="43444"/>
                      <a:pt x="6229" y="28405"/>
                      <a:pt x="17317" y="17317"/>
                    </a:cubicBezTo>
                    <a:cubicBezTo>
                      <a:pt x="28405" y="6229"/>
                      <a:pt x="43444" y="0"/>
                      <a:pt x="59125" y="0"/>
                    </a:cubicBezTo>
                    <a:close/>
                  </a:path>
                </a:pathLst>
              </a:custGeom>
              <a:solidFill>
                <a:srgbClr val="183900"/>
              </a:solidFill>
              <a:ln cap="rnd">
                <a:noFill/>
                <a:prstDash val="solid"/>
                <a:round/>
              </a:ln>
            </p:spPr>
          </p:sp>
          <p:sp>
            <p:nvSpPr>
              <p:cNvPr name="TextBox 52" id="52"/>
              <p:cNvSpPr txBox="true"/>
              <p:nvPr/>
            </p:nvSpPr>
            <p:spPr>
              <a:xfrm>
                <a:off x="0" y="-28575"/>
                <a:ext cx="1831152" cy="146825"/>
              </a:xfrm>
              <a:prstGeom prst="rect">
                <a:avLst/>
              </a:prstGeom>
            </p:spPr>
            <p:txBody>
              <a:bodyPr anchor="ctr" rtlCol="false" tIns="67599" lIns="67599" bIns="67599" rIns="67599"/>
              <a:lstStyle/>
              <a:p>
                <a:pPr algn="ctr">
                  <a:lnSpc>
                    <a:spcPts val="2380"/>
                  </a:lnSpc>
                </a:pPr>
              </a:p>
            </p:txBody>
          </p:sp>
        </p:grpSp>
        <p:sp>
          <p:nvSpPr>
            <p:cNvPr name="TextBox 53" id="53"/>
            <p:cNvSpPr txBox="true"/>
            <p:nvPr/>
          </p:nvSpPr>
          <p:spPr>
            <a:xfrm rot="0">
              <a:off x="7624602" y="51592"/>
              <a:ext cx="8201191" cy="943262"/>
            </a:xfrm>
            <a:prstGeom prst="rect">
              <a:avLst/>
            </a:prstGeom>
          </p:spPr>
          <p:txBody>
            <a:bodyPr anchor="t" rtlCol="false" tIns="0" lIns="0" bIns="0" rIns="0">
              <a:spAutoFit/>
            </a:bodyPr>
            <a:lstStyle/>
            <a:p>
              <a:pPr algn="l">
                <a:lnSpc>
                  <a:spcPts val="5174"/>
                </a:lnSpc>
              </a:pPr>
              <a:r>
                <a:rPr lang="en-US" sz="4704" b="true">
                  <a:solidFill>
                    <a:srgbClr val="FFCE32"/>
                  </a:solidFill>
                  <a:latin typeface="Poppins Bold"/>
                  <a:ea typeface="Poppins Bold"/>
                  <a:cs typeface="Poppins Bold"/>
                  <a:sym typeface="Poppins Bold"/>
                </a:rPr>
                <a:t>Tampilan </a:t>
              </a:r>
              <a:r>
                <a:rPr lang="en-US" b="true" sz="4704" i="true">
                  <a:solidFill>
                    <a:srgbClr val="FFCE32"/>
                  </a:solidFill>
                  <a:latin typeface="Poppins Bold Italics"/>
                  <a:ea typeface="Poppins Bold Italics"/>
                  <a:cs typeface="Poppins Bold Italics"/>
                  <a:sym typeface="Poppins Bold Italics"/>
                </a:rPr>
                <a:t>Website</a:t>
              </a:r>
            </a:p>
          </p:txBody>
        </p:sp>
      </p:grpSp>
      <p:sp>
        <p:nvSpPr>
          <p:cNvPr name="Freeform 54" id="54"/>
          <p:cNvSpPr/>
          <p:nvPr/>
        </p:nvSpPr>
        <p:spPr>
          <a:xfrm flipH="false" flipV="false" rot="0">
            <a:off x="5102231" y="2970827"/>
            <a:ext cx="11570164" cy="5583526"/>
          </a:xfrm>
          <a:custGeom>
            <a:avLst/>
            <a:gdLst/>
            <a:ahLst/>
            <a:cxnLst/>
            <a:rect r="r" b="b" t="t" l="l"/>
            <a:pathLst>
              <a:path h="5583526" w="11570164">
                <a:moveTo>
                  <a:pt x="0" y="0"/>
                </a:moveTo>
                <a:lnTo>
                  <a:pt x="11570163" y="0"/>
                </a:lnTo>
                <a:lnTo>
                  <a:pt x="11570163" y="5583526"/>
                </a:lnTo>
                <a:lnTo>
                  <a:pt x="0" y="5583526"/>
                </a:lnTo>
                <a:lnTo>
                  <a:pt x="0" y="0"/>
                </a:lnTo>
                <a:close/>
              </a:path>
            </a:pathLst>
          </a:custGeom>
          <a:blipFill>
            <a:blip r:embed="rId12"/>
            <a:stretch>
              <a:fillRect l="0" t="0" r="0" b="0"/>
            </a:stretch>
          </a:blipFill>
          <a:ln w="38100" cap="sq">
            <a:solidFill>
              <a:srgbClr val="000000"/>
            </a:solidFill>
            <a:prstDash val="solid"/>
            <a:miter/>
          </a:ln>
        </p:spPr>
      </p:sp>
      <p:sp>
        <p:nvSpPr>
          <p:cNvPr name="TextBox 55" id="55"/>
          <p:cNvSpPr txBox="true"/>
          <p:nvPr/>
        </p:nvSpPr>
        <p:spPr>
          <a:xfrm rot="0">
            <a:off x="16672394" y="9421254"/>
            <a:ext cx="539353"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16</a:t>
            </a:r>
          </a:p>
        </p:txBody>
      </p:sp>
      <p:sp>
        <p:nvSpPr>
          <p:cNvPr name="TextBox 56" id="56"/>
          <p:cNvSpPr txBox="true"/>
          <p:nvPr/>
        </p:nvSpPr>
        <p:spPr>
          <a:xfrm rot="0">
            <a:off x="18281291" y="4532382"/>
            <a:ext cx="2794558" cy="12954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57" id="57"/>
          <p:cNvSpPr txBox="true"/>
          <p:nvPr/>
        </p:nvSpPr>
        <p:spPr>
          <a:xfrm rot="0">
            <a:off x="799705" y="4211781"/>
            <a:ext cx="3700377" cy="3232002"/>
          </a:xfrm>
          <a:prstGeom prst="rect">
            <a:avLst/>
          </a:prstGeom>
        </p:spPr>
        <p:txBody>
          <a:bodyPr anchor="t" rtlCol="false" tIns="0" lIns="0" bIns="0" rIns="0">
            <a:spAutoFit/>
          </a:bodyPr>
          <a:lstStyle/>
          <a:p>
            <a:pPr algn="l">
              <a:lnSpc>
                <a:spcPts val="4224"/>
              </a:lnSpc>
            </a:pPr>
            <a:r>
              <a:rPr lang="en-US" sz="3840" b="true">
                <a:solidFill>
                  <a:srgbClr val="FFFFFF"/>
                </a:solidFill>
                <a:latin typeface="Poppins Bold"/>
                <a:ea typeface="Poppins Bold"/>
                <a:cs typeface="Poppins Bold"/>
                <a:sym typeface="Poppins Bold"/>
              </a:rPr>
              <a:t>Hasil</a:t>
            </a:r>
          </a:p>
          <a:p>
            <a:pPr algn="l">
              <a:lnSpc>
                <a:spcPts val="4224"/>
              </a:lnSpc>
            </a:pPr>
            <a:r>
              <a:rPr lang="en-US" sz="3840" b="true">
                <a:solidFill>
                  <a:srgbClr val="FFFFFF"/>
                </a:solidFill>
                <a:latin typeface="Poppins Bold"/>
                <a:ea typeface="Poppins Bold"/>
                <a:cs typeface="Poppins Bold"/>
                <a:sym typeface="Poppins Bold"/>
              </a:rPr>
              <a:t>riwayat </a:t>
            </a:r>
          </a:p>
          <a:p>
            <a:pPr algn="l">
              <a:lnSpc>
                <a:spcPts val="4224"/>
              </a:lnSpc>
            </a:pPr>
            <a:r>
              <a:rPr lang="en-US" sz="3840" b="true">
                <a:solidFill>
                  <a:srgbClr val="FFFFFF"/>
                </a:solidFill>
                <a:latin typeface="Poppins Bold"/>
                <a:ea typeface="Poppins Bold"/>
                <a:cs typeface="Poppins Bold"/>
                <a:sym typeface="Poppins Bold"/>
              </a:rPr>
              <a:t>pemeriksaan Glicovia </a:t>
            </a:r>
          </a:p>
          <a:p>
            <a:pPr algn="l">
              <a:lnSpc>
                <a:spcPts val="4224"/>
              </a:lnSpc>
            </a:pPr>
            <a:r>
              <a:rPr lang="en-US" sz="3840" b="true">
                <a:solidFill>
                  <a:srgbClr val="FFFFFF"/>
                </a:solidFill>
                <a:latin typeface="Poppins Bold"/>
                <a:ea typeface="Poppins Bold"/>
                <a:cs typeface="Poppins Bold"/>
                <a:sym typeface="Poppins Bold"/>
              </a:rPr>
              <a:t>dalam diagram</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309719" y="-836805"/>
            <a:ext cx="18597719" cy="10095105"/>
          </a:xfrm>
          <a:custGeom>
            <a:avLst/>
            <a:gdLst/>
            <a:ahLst/>
            <a:cxnLst/>
            <a:rect r="r" b="b" t="t" l="l"/>
            <a:pathLst>
              <a:path h="10095105" w="18597719">
                <a:moveTo>
                  <a:pt x="0" y="0"/>
                </a:moveTo>
                <a:lnTo>
                  <a:pt x="18597719" y="0"/>
                </a:lnTo>
                <a:lnTo>
                  <a:pt x="18597719" y="10095105"/>
                </a:lnTo>
                <a:lnTo>
                  <a:pt x="0" y="10095105"/>
                </a:lnTo>
                <a:lnTo>
                  <a:pt x="0" y="0"/>
                </a:lnTo>
                <a:close/>
              </a:path>
            </a:pathLst>
          </a:custGeom>
          <a:blipFill>
            <a:blip r:embed="rId2">
              <a:alphaModFix amt="19999"/>
            </a:blip>
            <a:stretch>
              <a:fillRect l="0" t="0" r="0" b="-22509"/>
            </a:stretch>
          </a:blipFill>
        </p:spPr>
      </p:sp>
      <p:grpSp>
        <p:nvGrpSpPr>
          <p:cNvPr name="Group 3" id="3"/>
          <p:cNvGrpSpPr/>
          <p:nvPr/>
        </p:nvGrpSpPr>
        <p:grpSpPr>
          <a:xfrm rot="0">
            <a:off x="-391165" y="-50690"/>
            <a:ext cx="19134073" cy="1918706"/>
            <a:chOff x="0" y="0"/>
            <a:chExt cx="5039427" cy="505338"/>
          </a:xfrm>
        </p:grpSpPr>
        <p:sp>
          <p:nvSpPr>
            <p:cNvPr name="Freeform 4" id="4"/>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CBE3AC"/>
            </a:solidFill>
            <a:ln cap="sq">
              <a:noFill/>
              <a:prstDash val="solid"/>
              <a:miter/>
            </a:ln>
          </p:spPr>
        </p:sp>
        <p:sp>
          <p:nvSpPr>
            <p:cNvPr name="TextBox 5" id="5"/>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503371" y="9258300"/>
            <a:ext cx="19294741" cy="2441562"/>
            <a:chOff x="0" y="0"/>
            <a:chExt cx="5081743" cy="643045"/>
          </a:xfrm>
        </p:grpSpPr>
        <p:sp>
          <p:nvSpPr>
            <p:cNvPr name="Freeform 7" id="7"/>
            <p:cNvSpPr/>
            <p:nvPr/>
          </p:nvSpPr>
          <p:spPr>
            <a:xfrm flipH="false" flipV="false" rot="0">
              <a:off x="0" y="0"/>
              <a:ext cx="5081743" cy="643045"/>
            </a:xfrm>
            <a:custGeom>
              <a:avLst/>
              <a:gdLst/>
              <a:ahLst/>
              <a:cxnLst/>
              <a:rect r="r" b="b" t="t" l="l"/>
              <a:pathLst>
                <a:path h="643045" w="5081743">
                  <a:moveTo>
                    <a:pt x="40125" y="0"/>
                  </a:moveTo>
                  <a:lnTo>
                    <a:pt x="5041618" y="0"/>
                  </a:lnTo>
                  <a:cubicBezTo>
                    <a:pt x="5063778" y="0"/>
                    <a:pt x="5081743" y="17964"/>
                    <a:pt x="5081743" y="40125"/>
                  </a:cubicBezTo>
                  <a:lnTo>
                    <a:pt x="5081743" y="602921"/>
                  </a:lnTo>
                  <a:cubicBezTo>
                    <a:pt x="5081743" y="625081"/>
                    <a:pt x="5063778" y="643045"/>
                    <a:pt x="5041618" y="643045"/>
                  </a:cubicBezTo>
                  <a:lnTo>
                    <a:pt x="40125" y="643045"/>
                  </a:lnTo>
                  <a:cubicBezTo>
                    <a:pt x="29483" y="643045"/>
                    <a:pt x="19277" y="638818"/>
                    <a:pt x="11752" y="631293"/>
                  </a:cubicBezTo>
                  <a:cubicBezTo>
                    <a:pt x="4227" y="623768"/>
                    <a:pt x="0" y="613562"/>
                    <a:pt x="0" y="602921"/>
                  </a:cubicBezTo>
                  <a:lnTo>
                    <a:pt x="0" y="40125"/>
                  </a:lnTo>
                  <a:cubicBezTo>
                    <a:pt x="0" y="29483"/>
                    <a:pt x="4227" y="19277"/>
                    <a:pt x="11752" y="11752"/>
                  </a:cubicBezTo>
                  <a:cubicBezTo>
                    <a:pt x="19277" y="4227"/>
                    <a:pt x="29483" y="0"/>
                    <a:pt x="40125" y="0"/>
                  </a:cubicBezTo>
                  <a:close/>
                </a:path>
              </a:pathLst>
            </a:custGeom>
            <a:solidFill>
              <a:srgbClr val="FFFFFF">
                <a:alpha val="49804"/>
              </a:srgbClr>
            </a:solidFill>
          </p:spPr>
        </p:sp>
        <p:sp>
          <p:nvSpPr>
            <p:cNvPr name="TextBox 8" id="8"/>
            <p:cNvSpPr txBox="true"/>
            <p:nvPr/>
          </p:nvSpPr>
          <p:spPr>
            <a:xfrm>
              <a:off x="0" y="0"/>
              <a:ext cx="5081743" cy="643045"/>
            </a:xfrm>
            <a:prstGeom prst="rect">
              <a:avLst/>
            </a:prstGeom>
          </p:spPr>
          <p:txBody>
            <a:bodyPr anchor="ctr" rtlCol="false" tIns="50800" lIns="50800" bIns="50800" rIns="50800"/>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C"/>
              </a:solidFill>
              <a:ln w="38100" cap="rnd">
                <a:solidFill>
                  <a:srgbClr val="000000"/>
                </a:solidFill>
                <a:prstDash val="solid"/>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521260" y="101611"/>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81801" y="134003"/>
              <a:ext cx="4074845" cy="574571"/>
            </a:xfrm>
            <a:prstGeom prst="rect">
              <a:avLst/>
            </a:prstGeom>
          </p:spPr>
          <p:txBody>
            <a:bodyPr anchor="t" rtlCol="false" tIns="0" lIns="0" bIns="0" rIns="0">
              <a:spAutoFit/>
            </a:bodyPr>
            <a:lstStyle/>
            <a:p>
              <a:pPr algn="ctr">
                <a:lnSpc>
                  <a:spcPts val="3171"/>
                </a:lnSpc>
              </a:pPr>
              <a:r>
                <a:rPr lang="en-US" b="true" sz="2882">
                  <a:solidFill>
                    <a:srgbClr val="FFFFFC"/>
                  </a:solidFill>
                  <a:latin typeface="Poppins Bold"/>
                  <a:ea typeface="Poppins Bold"/>
                  <a:cs typeface="Poppins Bold"/>
                  <a:sym typeface="Poppins Bold"/>
                </a:rPr>
                <a:t>Latar Belakang</a:t>
              </a:r>
            </a:p>
          </p:txBody>
        </p:sp>
        <p:sp>
          <p:nvSpPr>
            <p:cNvPr name="TextBox 27" id="27"/>
            <p:cNvSpPr txBox="true"/>
            <p:nvPr/>
          </p:nvSpPr>
          <p:spPr>
            <a:xfrm rot="0">
              <a:off x="5075227" y="101611"/>
              <a:ext cx="368704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Pelaksanaan</a:t>
              </a:r>
            </a:p>
          </p:txBody>
        </p:sp>
        <p:sp>
          <p:nvSpPr>
            <p:cNvPr name="TextBox 28" id="28"/>
            <p:cNvSpPr txBox="true"/>
            <p:nvPr/>
          </p:nvSpPr>
          <p:spPr>
            <a:xfrm rot="0">
              <a:off x="9166623" y="82077"/>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29" id="29"/>
            <p:cNvSpPr txBox="true"/>
            <p:nvPr/>
          </p:nvSpPr>
          <p:spPr>
            <a:xfrm rot="0">
              <a:off x="13809782" y="68735"/>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3" id="33"/>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4" id="34"/>
          <p:cNvGrpSpPr/>
          <p:nvPr/>
        </p:nvGrpSpPr>
        <p:grpSpPr>
          <a:xfrm rot="0">
            <a:off x="11787427" y="457984"/>
            <a:ext cx="6232956" cy="533984"/>
            <a:chOff x="0" y="0"/>
            <a:chExt cx="3154180" cy="270222"/>
          </a:xfrm>
        </p:grpSpPr>
        <p:sp>
          <p:nvSpPr>
            <p:cNvPr name="Freeform 35" id="35"/>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6" id="36"/>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7" id="37"/>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8" id="38"/>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9" id="39"/>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0" id="40"/>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1" id="41"/>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2" id="42"/>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3" id="43"/>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4" id="44"/>
          <p:cNvGrpSpPr/>
          <p:nvPr/>
        </p:nvGrpSpPr>
        <p:grpSpPr>
          <a:xfrm rot="0">
            <a:off x="-2175592" y="372391"/>
            <a:ext cx="11319592" cy="1177919"/>
            <a:chOff x="0" y="0"/>
            <a:chExt cx="15092789" cy="1570559"/>
          </a:xfrm>
        </p:grpSpPr>
        <p:grpSp>
          <p:nvGrpSpPr>
            <p:cNvPr name="Group 45" id="45"/>
            <p:cNvGrpSpPr/>
            <p:nvPr/>
          </p:nvGrpSpPr>
          <p:grpSpPr>
            <a:xfrm rot="0">
              <a:off x="0" y="0"/>
              <a:ext cx="15092789" cy="1570559"/>
              <a:chOff x="0" y="0"/>
              <a:chExt cx="1705511" cy="177476"/>
            </a:xfrm>
          </p:grpSpPr>
          <p:sp>
            <p:nvSpPr>
              <p:cNvPr name="Freeform 46" id="46"/>
              <p:cNvSpPr/>
              <p:nvPr/>
            </p:nvSpPr>
            <p:spPr>
              <a:xfrm flipH="false" flipV="false" rot="0">
                <a:off x="0" y="0"/>
                <a:ext cx="1705511" cy="177476"/>
              </a:xfrm>
              <a:custGeom>
                <a:avLst/>
                <a:gdLst/>
                <a:ahLst/>
                <a:cxnLst/>
                <a:rect r="r" b="b" t="t" l="l"/>
                <a:pathLst>
                  <a:path h="177476" w="1705511">
                    <a:moveTo>
                      <a:pt x="68394" y="0"/>
                    </a:moveTo>
                    <a:lnTo>
                      <a:pt x="1637117" y="0"/>
                    </a:lnTo>
                    <a:cubicBezTo>
                      <a:pt x="1674890" y="0"/>
                      <a:pt x="1705511" y="30621"/>
                      <a:pt x="1705511" y="68394"/>
                    </a:cubicBezTo>
                    <a:lnTo>
                      <a:pt x="1705511" y="109082"/>
                    </a:lnTo>
                    <a:cubicBezTo>
                      <a:pt x="1705511" y="146855"/>
                      <a:pt x="1674890" y="177476"/>
                      <a:pt x="1637117" y="177476"/>
                    </a:cubicBezTo>
                    <a:lnTo>
                      <a:pt x="68394" y="177476"/>
                    </a:lnTo>
                    <a:cubicBezTo>
                      <a:pt x="30621" y="177476"/>
                      <a:pt x="0" y="146855"/>
                      <a:pt x="0" y="109082"/>
                    </a:cubicBezTo>
                    <a:lnTo>
                      <a:pt x="0" y="68394"/>
                    </a:lnTo>
                    <a:cubicBezTo>
                      <a:pt x="0" y="30621"/>
                      <a:pt x="30621" y="0"/>
                      <a:pt x="68394" y="0"/>
                    </a:cubicBezTo>
                    <a:close/>
                  </a:path>
                </a:pathLst>
              </a:custGeom>
              <a:solidFill>
                <a:srgbClr val="183900"/>
              </a:solidFill>
              <a:ln cap="rnd">
                <a:noFill/>
                <a:prstDash val="solid"/>
                <a:round/>
              </a:ln>
            </p:spPr>
          </p:sp>
          <p:sp>
            <p:nvSpPr>
              <p:cNvPr name="TextBox 47" id="47"/>
              <p:cNvSpPr txBox="true"/>
              <p:nvPr/>
            </p:nvSpPr>
            <p:spPr>
              <a:xfrm>
                <a:off x="0" y="-28575"/>
                <a:ext cx="1705511" cy="206051"/>
              </a:xfrm>
              <a:prstGeom prst="rect">
                <a:avLst/>
              </a:prstGeom>
            </p:spPr>
            <p:txBody>
              <a:bodyPr anchor="ctr" rtlCol="false" tIns="67599" lIns="67599" bIns="67599" rIns="67599"/>
              <a:lstStyle/>
              <a:p>
                <a:pPr algn="ctr">
                  <a:lnSpc>
                    <a:spcPts val="2380"/>
                  </a:lnSpc>
                </a:pPr>
              </a:p>
            </p:txBody>
          </p:sp>
        </p:grpSp>
        <p:sp>
          <p:nvSpPr>
            <p:cNvPr name="TextBox 48" id="48"/>
            <p:cNvSpPr txBox="true"/>
            <p:nvPr/>
          </p:nvSpPr>
          <p:spPr>
            <a:xfrm rot="0">
              <a:off x="3135379" y="172511"/>
              <a:ext cx="11461742" cy="1225537"/>
            </a:xfrm>
            <a:prstGeom prst="rect">
              <a:avLst/>
            </a:prstGeom>
          </p:spPr>
          <p:txBody>
            <a:bodyPr anchor="t" rtlCol="false" tIns="0" lIns="0" bIns="0" rIns="0">
              <a:spAutoFit/>
            </a:bodyPr>
            <a:lstStyle/>
            <a:p>
              <a:pPr algn="ctr">
                <a:lnSpc>
                  <a:spcPts val="6674"/>
                </a:lnSpc>
              </a:pPr>
              <a:r>
                <a:rPr lang="en-US" sz="6067" b="true">
                  <a:solidFill>
                    <a:srgbClr val="FFFFFF"/>
                  </a:solidFill>
                  <a:latin typeface="Poppins Bold"/>
                  <a:ea typeface="Poppins Bold"/>
                  <a:cs typeface="Poppins Bold"/>
                  <a:sym typeface="Poppins Bold"/>
                </a:rPr>
                <a:t>KOMPONEN GLICOVIA</a:t>
              </a:r>
            </a:p>
          </p:txBody>
        </p:sp>
      </p:grpSp>
      <p:grpSp>
        <p:nvGrpSpPr>
          <p:cNvPr name="Group 49" id="49"/>
          <p:cNvGrpSpPr/>
          <p:nvPr/>
        </p:nvGrpSpPr>
        <p:grpSpPr>
          <a:xfrm rot="0">
            <a:off x="-5478014" y="2089181"/>
            <a:ext cx="12153480" cy="784835"/>
            <a:chOff x="0" y="0"/>
            <a:chExt cx="16204640" cy="1046446"/>
          </a:xfrm>
        </p:grpSpPr>
        <p:grpSp>
          <p:nvGrpSpPr>
            <p:cNvPr name="Group 50" id="50"/>
            <p:cNvGrpSpPr/>
            <p:nvPr/>
          </p:nvGrpSpPr>
          <p:grpSpPr>
            <a:xfrm rot="0">
              <a:off x="0" y="0"/>
              <a:ext cx="16204640" cy="1046446"/>
              <a:chOff x="0" y="0"/>
              <a:chExt cx="1831152" cy="118250"/>
            </a:xfrm>
          </p:grpSpPr>
          <p:sp>
            <p:nvSpPr>
              <p:cNvPr name="Freeform 51" id="51"/>
              <p:cNvSpPr/>
              <p:nvPr/>
            </p:nvSpPr>
            <p:spPr>
              <a:xfrm flipH="false" flipV="false" rot="0">
                <a:off x="0" y="0"/>
                <a:ext cx="1831152" cy="118250"/>
              </a:xfrm>
              <a:custGeom>
                <a:avLst/>
                <a:gdLst/>
                <a:ahLst/>
                <a:cxnLst/>
                <a:rect r="r" b="b" t="t" l="l"/>
                <a:pathLst>
                  <a:path h="118250" w="1831152">
                    <a:moveTo>
                      <a:pt x="59125" y="0"/>
                    </a:moveTo>
                    <a:lnTo>
                      <a:pt x="1772027" y="0"/>
                    </a:lnTo>
                    <a:cubicBezTo>
                      <a:pt x="1804681" y="0"/>
                      <a:pt x="1831152" y="26471"/>
                      <a:pt x="1831152" y="59125"/>
                    </a:cubicBezTo>
                    <a:lnTo>
                      <a:pt x="1831152" y="59125"/>
                    </a:lnTo>
                    <a:cubicBezTo>
                      <a:pt x="1831152" y="74806"/>
                      <a:pt x="1824923" y="89845"/>
                      <a:pt x="1813835" y="100933"/>
                    </a:cubicBezTo>
                    <a:cubicBezTo>
                      <a:pt x="1802747" y="112021"/>
                      <a:pt x="1787708" y="118250"/>
                      <a:pt x="1772027" y="118250"/>
                    </a:cubicBezTo>
                    <a:lnTo>
                      <a:pt x="59125" y="118250"/>
                    </a:lnTo>
                    <a:cubicBezTo>
                      <a:pt x="43444" y="118250"/>
                      <a:pt x="28405" y="112021"/>
                      <a:pt x="17317" y="100933"/>
                    </a:cubicBezTo>
                    <a:cubicBezTo>
                      <a:pt x="6229" y="89845"/>
                      <a:pt x="0" y="74806"/>
                      <a:pt x="0" y="59125"/>
                    </a:cubicBezTo>
                    <a:lnTo>
                      <a:pt x="0" y="59125"/>
                    </a:lnTo>
                    <a:cubicBezTo>
                      <a:pt x="0" y="43444"/>
                      <a:pt x="6229" y="28405"/>
                      <a:pt x="17317" y="17317"/>
                    </a:cubicBezTo>
                    <a:cubicBezTo>
                      <a:pt x="28405" y="6229"/>
                      <a:pt x="43444" y="0"/>
                      <a:pt x="59125" y="0"/>
                    </a:cubicBezTo>
                    <a:close/>
                  </a:path>
                </a:pathLst>
              </a:custGeom>
              <a:solidFill>
                <a:srgbClr val="183900"/>
              </a:solidFill>
              <a:ln cap="rnd">
                <a:noFill/>
                <a:prstDash val="solid"/>
                <a:round/>
              </a:ln>
            </p:spPr>
          </p:sp>
          <p:sp>
            <p:nvSpPr>
              <p:cNvPr name="TextBox 52" id="52"/>
              <p:cNvSpPr txBox="true"/>
              <p:nvPr/>
            </p:nvSpPr>
            <p:spPr>
              <a:xfrm>
                <a:off x="0" y="-28575"/>
                <a:ext cx="1831152" cy="146825"/>
              </a:xfrm>
              <a:prstGeom prst="rect">
                <a:avLst/>
              </a:prstGeom>
            </p:spPr>
            <p:txBody>
              <a:bodyPr anchor="ctr" rtlCol="false" tIns="67599" lIns="67599" bIns="67599" rIns="67599"/>
              <a:lstStyle/>
              <a:p>
                <a:pPr algn="ctr">
                  <a:lnSpc>
                    <a:spcPts val="2380"/>
                  </a:lnSpc>
                </a:pPr>
              </a:p>
            </p:txBody>
          </p:sp>
        </p:grpSp>
        <p:sp>
          <p:nvSpPr>
            <p:cNvPr name="TextBox 53" id="53"/>
            <p:cNvSpPr txBox="true"/>
            <p:nvPr/>
          </p:nvSpPr>
          <p:spPr>
            <a:xfrm rot="0">
              <a:off x="7624602" y="51592"/>
              <a:ext cx="8201191" cy="943262"/>
            </a:xfrm>
            <a:prstGeom prst="rect">
              <a:avLst/>
            </a:prstGeom>
          </p:spPr>
          <p:txBody>
            <a:bodyPr anchor="t" rtlCol="false" tIns="0" lIns="0" bIns="0" rIns="0">
              <a:spAutoFit/>
            </a:bodyPr>
            <a:lstStyle/>
            <a:p>
              <a:pPr algn="l">
                <a:lnSpc>
                  <a:spcPts val="5174"/>
                </a:lnSpc>
              </a:pPr>
              <a:r>
                <a:rPr lang="en-US" sz="4704" b="true">
                  <a:solidFill>
                    <a:srgbClr val="FFCE32"/>
                  </a:solidFill>
                  <a:latin typeface="Poppins Bold"/>
                  <a:ea typeface="Poppins Bold"/>
                  <a:cs typeface="Poppins Bold"/>
                  <a:sym typeface="Poppins Bold"/>
                </a:rPr>
                <a:t>Tampilan </a:t>
              </a:r>
              <a:r>
                <a:rPr lang="en-US" b="true" sz="4704" i="true">
                  <a:solidFill>
                    <a:srgbClr val="FFCE32"/>
                  </a:solidFill>
                  <a:latin typeface="Poppins Bold Italics"/>
                  <a:ea typeface="Poppins Bold Italics"/>
                  <a:cs typeface="Poppins Bold Italics"/>
                  <a:sym typeface="Poppins Bold Italics"/>
                </a:rPr>
                <a:t>Website</a:t>
              </a:r>
            </a:p>
          </p:txBody>
        </p:sp>
      </p:grpSp>
      <p:sp>
        <p:nvSpPr>
          <p:cNvPr name="Freeform 54" id="54"/>
          <p:cNvSpPr/>
          <p:nvPr/>
        </p:nvSpPr>
        <p:spPr>
          <a:xfrm flipH="false" flipV="false" rot="0">
            <a:off x="4430685" y="3085407"/>
            <a:ext cx="12268871" cy="5590004"/>
          </a:xfrm>
          <a:custGeom>
            <a:avLst/>
            <a:gdLst/>
            <a:ahLst/>
            <a:cxnLst/>
            <a:rect r="r" b="b" t="t" l="l"/>
            <a:pathLst>
              <a:path h="5590004" w="12268871">
                <a:moveTo>
                  <a:pt x="0" y="0"/>
                </a:moveTo>
                <a:lnTo>
                  <a:pt x="12268871" y="0"/>
                </a:lnTo>
                <a:lnTo>
                  <a:pt x="12268871" y="5590004"/>
                </a:lnTo>
                <a:lnTo>
                  <a:pt x="0" y="5590004"/>
                </a:lnTo>
                <a:lnTo>
                  <a:pt x="0" y="0"/>
                </a:lnTo>
                <a:close/>
              </a:path>
            </a:pathLst>
          </a:custGeom>
          <a:blipFill>
            <a:blip r:embed="rId12"/>
            <a:stretch>
              <a:fillRect l="0" t="0" r="0" b="0"/>
            </a:stretch>
          </a:blipFill>
          <a:ln w="38100" cap="sq">
            <a:solidFill>
              <a:srgbClr val="000000"/>
            </a:solidFill>
            <a:prstDash val="solid"/>
            <a:miter/>
          </a:ln>
        </p:spPr>
      </p:sp>
      <p:sp>
        <p:nvSpPr>
          <p:cNvPr name="TextBox 55" id="55"/>
          <p:cNvSpPr txBox="true"/>
          <p:nvPr/>
        </p:nvSpPr>
        <p:spPr>
          <a:xfrm rot="0">
            <a:off x="16699556" y="9421254"/>
            <a:ext cx="485031"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17</a:t>
            </a:r>
          </a:p>
        </p:txBody>
      </p:sp>
      <p:sp>
        <p:nvSpPr>
          <p:cNvPr name="TextBox 56" id="56"/>
          <p:cNvSpPr txBox="true"/>
          <p:nvPr/>
        </p:nvSpPr>
        <p:spPr>
          <a:xfrm rot="0">
            <a:off x="18281291" y="4532382"/>
            <a:ext cx="2794558" cy="1295400"/>
          </a:xfrm>
          <a:prstGeom prst="rect">
            <a:avLst/>
          </a:prstGeom>
        </p:spPr>
        <p:txBody>
          <a:bodyPr anchor="t" rtlCol="false" tIns="0" lIns="0" bIns="0" rIns="0">
            <a:spAutoFit/>
          </a:bodyPr>
          <a:lstStyle/>
          <a:p>
            <a:pPr algn="ctr">
              <a:lnSpc>
                <a:spcPts val="3300"/>
              </a:lnSpc>
            </a:pPr>
            <a:r>
              <a:rPr lang="en-US" sz="3000" b="true">
                <a:solidFill>
                  <a:srgbClr val="FFFFFF"/>
                </a:solidFill>
                <a:latin typeface="Poppins Bold"/>
                <a:ea typeface="Poppins Bold"/>
                <a:cs typeface="Poppins Bold"/>
                <a:sym typeface="Poppins Bold"/>
              </a:rPr>
              <a:t>ESP32 WROOM 32U DevKit</a:t>
            </a:r>
          </a:p>
        </p:txBody>
      </p:sp>
      <p:sp>
        <p:nvSpPr>
          <p:cNvPr name="TextBox 57" id="57"/>
          <p:cNvSpPr txBox="true"/>
          <p:nvPr/>
        </p:nvSpPr>
        <p:spPr>
          <a:xfrm rot="0">
            <a:off x="598726" y="5474059"/>
            <a:ext cx="6150893" cy="707446"/>
          </a:xfrm>
          <a:prstGeom prst="rect">
            <a:avLst/>
          </a:prstGeom>
        </p:spPr>
        <p:txBody>
          <a:bodyPr anchor="t" rtlCol="false" tIns="0" lIns="0" bIns="0" rIns="0">
            <a:spAutoFit/>
          </a:bodyPr>
          <a:lstStyle/>
          <a:p>
            <a:pPr algn="l">
              <a:lnSpc>
                <a:spcPts val="5174"/>
              </a:lnSpc>
            </a:pPr>
            <a:r>
              <a:rPr lang="en-US" sz="4704" i="true" b="true">
                <a:solidFill>
                  <a:srgbClr val="FFFFFF"/>
                </a:solidFill>
                <a:latin typeface="Poppins Bold Italics"/>
                <a:ea typeface="Poppins Bold Italics"/>
                <a:cs typeface="Poppins Bold Italics"/>
                <a:sym typeface="Poppins Bold Italics"/>
              </a:rPr>
              <a:t>Reading</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423688"/>
            <a:ext cx="18742908" cy="1239467"/>
            <a:chOff x="0" y="0"/>
            <a:chExt cx="3949066" cy="261151"/>
          </a:xfrm>
        </p:grpSpPr>
        <p:sp>
          <p:nvSpPr>
            <p:cNvPr name="Freeform 3" id="3"/>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4" id="4"/>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5" id="5"/>
          <p:cNvGrpSpPr/>
          <p:nvPr/>
        </p:nvGrpSpPr>
        <p:grpSpPr>
          <a:xfrm rot="0">
            <a:off x="-391165" y="-50690"/>
            <a:ext cx="19134073" cy="1918706"/>
            <a:chOff x="0" y="0"/>
            <a:chExt cx="5039427" cy="505338"/>
          </a:xfrm>
        </p:grpSpPr>
        <p:sp>
          <p:nvSpPr>
            <p:cNvPr name="Freeform 6" id="6"/>
            <p:cNvSpPr/>
            <p:nvPr/>
          </p:nvSpPr>
          <p:spPr>
            <a:xfrm flipH="false" flipV="false" rot="0">
              <a:off x="0" y="0"/>
              <a:ext cx="5039427" cy="505338"/>
            </a:xfrm>
            <a:custGeom>
              <a:avLst/>
              <a:gdLst/>
              <a:ahLst/>
              <a:cxnLst/>
              <a:rect r="r" b="b" t="t" l="l"/>
              <a:pathLst>
                <a:path h="505338" w="5039427">
                  <a:moveTo>
                    <a:pt x="0" y="0"/>
                  </a:moveTo>
                  <a:lnTo>
                    <a:pt x="5039427" y="0"/>
                  </a:lnTo>
                  <a:lnTo>
                    <a:pt x="5039427" y="505338"/>
                  </a:lnTo>
                  <a:lnTo>
                    <a:pt x="0" y="505338"/>
                  </a:lnTo>
                  <a:close/>
                </a:path>
              </a:pathLst>
            </a:custGeom>
            <a:solidFill>
              <a:srgbClr val="FFD21F"/>
            </a:solidFill>
            <a:ln cap="sq">
              <a:noFill/>
              <a:prstDash val="solid"/>
              <a:miter/>
            </a:ln>
          </p:spPr>
        </p:sp>
        <p:sp>
          <p:nvSpPr>
            <p:cNvPr name="TextBox 7" id="7"/>
            <p:cNvSpPr txBox="true"/>
            <p:nvPr/>
          </p:nvSpPr>
          <p:spPr>
            <a:xfrm>
              <a:off x="0" y="-28575"/>
              <a:ext cx="5039427" cy="533913"/>
            </a:xfrm>
            <a:prstGeom prst="rect">
              <a:avLst/>
            </a:prstGeom>
          </p:spPr>
          <p:txBody>
            <a:bodyPr anchor="ctr" rtlCol="false" tIns="50800" lIns="50800" bIns="50800" rIns="50800"/>
            <a:lstStyle/>
            <a:p>
              <a:pPr algn="ctr">
                <a:lnSpc>
                  <a:spcPts val="2380"/>
                </a:lnSpc>
              </a:pPr>
            </a:p>
          </p:txBody>
        </p:sp>
      </p:grpSp>
      <p:pic>
        <p:nvPicPr>
          <p:cNvPr name="Picture 8" id="8"/>
          <p:cNvPicPr>
            <a:picLocks noChangeAspect="true"/>
          </p:cNvPicPr>
          <p:nvPr/>
        </p:nvPicPr>
        <p:blipFill>
          <a:blip r:embed="rId2"/>
          <a:stretch>
            <a:fillRect/>
          </a:stretch>
        </p:blipFill>
        <p:spPr>
          <a:xfrm rot="0">
            <a:off x="12577909" y="2085345"/>
            <a:ext cx="5613397" cy="6690654"/>
          </a:xfrm>
          <a:prstGeom prst="rect">
            <a:avLst/>
          </a:prstGeom>
        </p:spPr>
      </p:pic>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4707376" y="0"/>
              <a:ext cx="5347837" cy="793983"/>
              <a:chOff x="0" y="0"/>
              <a:chExt cx="1056363" cy="156836"/>
            </a:xfrm>
          </p:grpSpPr>
          <p:sp>
            <p:nvSpPr>
              <p:cNvPr name="Freeform 14" id="14"/>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5" id="15"/>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6" id="16"/>
            <p:cNvGrpSpPr/>
            <p:nvPr/>
          </p:nvGrpSpPr>
          <p:grpSpPr>
            <a:xfrm rot="0">
              <a:off x="8838517" y="0"/>
              <a:ext cx="5347837" cy="793983"/>
              <a:chOff x="0" y="0"/>
              <a:chExt cx="1056363" cy="156836"/>
            </a:xfrm>
          </p:grpSpPr>
          <p:sp>
            <p:nvSpPr>
              <p:cNvPr name="Freeform 17" id="1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18" id="1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sp>
          <p:nvSpPr>
            <p:cNvPr name="TextBox 26" id="26"/>
            <p:cNvSpPr txBox="true"/>
            <p:nvPr/>
          </p:nvSpPr>
          <p:spPr>
            <a:xfrm rot="0">
              <a:off x="405646" y="120661"/>
              <a:ext cx="4074845" cy="572692"/>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27" id="27"/>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28" id="2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29" id="29"/>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3" id="33"/>
          <p:cNvSpPr/>
          <p:nvPr/>
        </p:nvSpPr>
        <p:spPr>
          <a:xfrm flipH="false" flipV="false" rot="0">
            <a:off x="1028700" y="2128990"/>
            <a:ext cx="11424429" cy="6843176"/>
          </a:xfrm>
          <a:custGeom>
            <a:avLst/>
            <a:gdLst/>
            <a:ahLst/>
            <a:cxnLst/>
            <a:rect r="r" b="b" t="t" l="l"/>
            <a:pathLst>
              <a:path h="6843176" w="11424429">
                <a:moveTo>
                  <a:pt x="0" y="0"/>
                </a:moveTo>
                <a:lnTo>
                  <a:pt x="11424429" y="0"/>
                </a:lnTo>
                <a:lnTo>
                  <a:pt x="11424429" y="6843176"/>
                </a:lnTo>
                <a:lnTo>
                  <a:pt x="0" y="6843176"/>
                </a:lnTo>
                <a:lnTo>
                  <a:pt x="0" y="0"/>
                </a:lnTo>
                <a:close/>
              </a:path>
            </a:pathLst>
          </a:custGeom>
          <a:blipFill>
            <a:blip r:embed="rId3"/>
            <a:stretch>
              <a:fillRect l="0" t="0" r="0" b="0"/>
            </a:stretch>
          </a:blipFill>
          <a:ln cap="sq">
            <a:noFill/>
            <a:prstDash val="solid"/>
            <a:miter/>
          </a:ln>
        </p:spPr>
      </p:sp>
      <p:sp>
        <p:nvSpPr>
          <p:cNvPr name="Freeform 34" id="34"/>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5" id="35"/>
          <p:cNvGrpSpPr/>
          <p:nvPr/>
        </p:nvGrpSpPr>
        <p:grpSpPr>
          <a:xfrm rot="0">
            <a:off x="11787427" y="457984"/>
            <a:ext cx="6232956" cy="533984"/>
            <a:chOff x="0" y="0"/>
            <a:chExt cx="3154180" cy="270222"/>
          </a:xfrm>
        </p:grpSpPr>
        <p:sp>
          <p:nvSpPr>
            <p:cNvPr name="Freeform 36" id="36"/>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7" id="37"/>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8" id="38"/>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6"/>
            <a:stretch>
              <a:fillRect l="-3671" t="0" r="-3671" b="0"/>
            </a:stretch>
          </a:blipFill>
        </p:spPr>
      </p:sp>
      <p:sp>
        <p:nvSpPr>
          <p:cNvPr name="Freeform 39" id="39"/>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7"/>
            <a:stretch>
              <a:fillRect l="-3671" t="0" r="-3671" b="0"/>
            </a:stretch>
          </a:blipFill>
        </p:spPr>
      </p:sp>
      <p:sp>
        <p:nvSpPr>
          <p:cNvPr name="Freeform 40" id="40"/>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8"/>
            <a:stretch>
              <a:fillRect l="-3671" t="0" r="-3671" b="0"/>
            </a:stretch>
          </a:blipFill>
        </p:spPr>
      </p:sp>
      <p:sp>
        <p:nvSpPr>
          <p:cNvPr name="Freeform 41" id="41"/>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9"/>
            <a:stretch>
              <a:fillRect l="-3671" t="0" r="-3671" b="0"/>
            </a:stretch>
          </a:blipFill>
        </p:spPr>
      </p:sp>
      <p:sp>
        <p:nvSpPr>
          <p:cNvPr name="Freeform 42" id="42"/>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0"/>
            <a:stretch>
              <a:fillRect l="0" t="-1456" r="0" b="-566"/>
            </a:stretch>
          </a:blipFill>
        </p:spPr>
      </p:sp>
      <p:sp>
        <p:nvSpPr>
          <p:cNvPr name="Freeform 43" id="43"/>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1"/>
            <a:stretch>
              <a:fillRect l="0" t="-552" r="0" b="-552"/>
            </a:stretch>
          </a:blipFill>
        </p:spPr>
      </p:sp>
      <p:sp>
        <p:nvSpPr>
          <p:cNvPr name="Freeform 44" id="44"/>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2"/>
            <a:stretch>
              <a:fillRect l="0" t="0" r="-5929" b="0"/>
            </a:stretch>
          </a:blipFill>
        </p:spPr>
      </p:sp>
      <p:sp>
        <p:nvSpPr>
          <p:cNvPr name="Freeform 45" id="45"/>
          <p:cNvSpPr/>
          <p:nvPr/>
        </p:nvSpPr>
        <p:spPr>
          <a:xfrm flipH="false" flipV="false" rot="0">
            <a:off x="2207228" y="2874243"/>
            <a:ext cx="2105781" cy="494859"/>
          </a:xfrm>
          <a:custGeom>
            <a:avLst/>
            <a:gdLst/>
            <a:ahLst/>
            <a:cxnLst/>
            <a:rect r="r" b="b" t="t" l="l"/>
            <a:pathLst>
              <a:path h="494859" w="2105781">
                <a:moveTo>
                  <a:pt x="0" y="0"/>
                </a:moveTo>
                <a:lnTo>
                  <a:pt x="2105781" y="0"/>
                </a:lnTo>
                <a:lnTo>
                  <a:pt x="2105781" y="494859"/>
                </a:lnTo>
                <a:lnTo>
                  <a:pt x="0" y="494859"/>
                </a:lnTo>
                <a:lnTo>
                  <a:pt x="0" y="0"/>
                </a:lnTo>
                <a:close/>
              </a:path>
            </a:pathLst>
          </a:custGeom>
          <a:blipFill>
            <a:blip r:embed="rId13"/>
            <a:stretch>
              <a:fillRect l="0" t="0" r="0" b="0"/>
            </a:stretch>
          </a:blipFill>
        </p:spPr>
      </p:sp>
      <p:sp>
        <p:nvSpPr>
          <p:cNvPr name="TextBox 46" id="46"/>
          <p:cNvSpPr txBox="true"/>
          <p:nvPr/>
        </p:nvSpPr>
        <p:spPr>
          <a:xfrm rot="0">
            <a:off x="16669418" y="9421254"/>
            <a:ext cx="545306"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18</a:t>
            </a:r>
          </a:p>
        </p:txBody>
      </p:sp>
      <p:sp>
        <p:nvSpPr>
          <p:cNvPr name="TextBox 47" id="47"/>
          <p:cNvSpPr txBox="true"/>
          <p:nvPr/>
        </p:nvSpPr>
        <p:spPr>
          <a:xfrm rot="0">
            <a:off x="-3210464" y="-255072"/>
            <a:ext cx="15961697" cy="2215119"/>
          </a:xfrm>
          <a:prstGeom prst="rect">
            <a:avLst/>
          </a:prstGeom>
        </p:spPr>
        <p:txBody>
          <a:bodyPr anchor="t" rtlCol="false" tIns="0" lIns="0" bIns="0" rIns="0">
            <a:spAutoFit/>
          </a:bodyPr>
          <a:lstStyle/>
          <a:p>
            <a:pPr algn="ctr">
              <a:lnSpc>
                <a:spcPts val="17187"/>
              </a:lnSpc>
            </a:pPr>
            <a:r>
              <a:rPr lang="en-US" b="true" sz="12276">
                <a:solidFill>
                  <a:srgbClr val="1C6037"/>
                </a:solidFill>
                <a:latin typeface="Poppins Bold"/>
                <a:ea typeface="Poppins Bold"/>
                <a:cs typeface="Poppins Bold"/>
                <a:sym typeface="Poppins Bold"/>
              </a:rPr>
              <a:t>PROTOTIPE</a:t>
            </a:r>
          </a:p>
        </p:txBody>
      </p:sp>
      <p:sp>
        <p:nvSpPr>
          <p:cNvPr name="TextBox 48" id="48"/>
          <p:cNvSpPr txBox="true"/>
          <p:nvPr/>
        </p:nvSpPr>
        <p:spPr>
          <a:xfrm rot="0">
            <a:off x="2518950" y="2965463"/>
            <a:ext cx="1482336" cy="312420"/>
          </a:xfrm>
          <a:prstGeom prst="rect">
            <a:avLst/>
          </a:prstGeom>
        </p:spPr>
        <p:txBody>
          <a:bodyPr anchor="t" rtlCol="false" tIns="0" lIns="0" bIns="0" rIns="0">
            <a:spAutoFit/>
          </a:bodyPr>
          <a:lstStyle/>
          <a:p>
            <a:pPr algn="l">
              <a:lnSpc>
                <a:spcPts val="2310"/>
              </a:lnSpc>
            </a:pPr>
            <a:r>
              <a:rPr lang="en-US" sz="2100" i="true" b="true">
                <a:solidFill>
                  <a:srgbClr val="23221A"/>
                </a:solidFill>
                <a:latin typeface="Poppins Bold Italics"/>
                <a:ea typeface="Poppins Bold Italics"/>
                <a:cs typeface="Poppins Bold Italics"/>
                <a:sym typeface="Poppins Bold Italics"/>
              </a:rPr>
              <a:t>Side View</a:t>
            </a:r>
          </a:p>
        </p:txBody>
      </p:sp>
      <p:sp>
        <p:nvSpPr>
          <p:cNvPr name="Freeform 49" id="49"/>
          <p:cNvSpPr/>
          <p:nvPr/>
        </p:nvSpPr>
        <p:spPr>
          <a:xfrm flipH="false" flipV="false" rot="0">
            <a:off x="6182112" y="2783024"/>
            <a:ext cx="2105781" cy="494859"/>
          </a:xfrm>
          <a:custGeom>
            <a:avLst/>
            <a:gdLst/>
            <a:ahLst/>
            <a:cxnLst/>
            <a:rect r="r" b="b" t="t" l="l"/>
            <a:pathLst>
              <a:path h="494859" w="2105781">
                <a:moveTo>
                  <a:pt x="0" y="0"/>
                </a:moveTo>
                <a:lnTo>
                  <a:pt x="2105781" y="0"/>
                </a:lnTo>
                <a:lnTo>
                  <a:pt x="2105781" y="494859"/>
                </a:lnTo>
                <a:lnTo>
                  <a:pt x="0" y="494859"/>
                </a:lnTo>
                <a:lnTo>
                  <a:pt x="0" y="0"/>
                </a:lnTo>
                <a:close/>
              </a:path>
            </a:pathLst>
          </a:custGeom>
          <a:blipFill>
            <a:blip r:embed="rId13"/>
            <a:stretch>
              <a:fillRect l="0" t="0" r="0" b="0"/>
            </a:stretch>
          </a:blipFill>
        </p:spPr>
      </p:sp>
      <p:sp>
        <p:nvSpPr>
          <p:cNvPr name="TextBox 50" id="50"/>
          <p:cNvSpPr txBox="true"/>
          <p:nvPr/>
        </p:nvSpPr>
        <p:spPr>
          <a:xfrm rot="0">
            <a:off x="6493834" y="2874243"/>
            <a:ext cx="1482336" cy="312420"/>
          </a:xfrm>
          <a:prstGeom prst="rect">
            <a:avLst/>
          </a:prstGeom>
        </p:spPr>
        <p:txBody>
          <a:bodyPr anchor="t" rtlCol="false" tIns="0" lIns="0" bIns="0" rIns="0">
            <a:spAutoFit/>
          </a:bodyPr>
          <a:lstStyle/>
          <a:p>
            <a:pPr algn="l">
              <a:lnSpc>
                <a:spcPts val="2310"/>
              </a:lnSpc>
            </a:pPr>
            <a:r>
              <a:rPr lang="en-US" sz="2100" i="true" b="true">
                <a:solidFill>
                  <a:srgbClr val="23221A"/>
                </a:solidFill>
                <a:latin typeface="Poppins Bold Italics"/>
                <a:ea typeface="Poppins Bold Italics"/>
                <a:cs typeface="Poppins Bold Italics"/>
                <a:sym typeface="Poppins Bold Italics"/>
              </a:rPr>
              <a:t>Front View</a:t>
            </a:r>
          </a:p>
        </p:txBody>
      </p:sp>
      <p:sp>
        <p:nvSpPr>
          <p:cNvPr name="Freeform 51" id="51"/>
          <p:cNvSpPr/>
          <p:nvPr/>
        </p:nvSpPr>
        <p:spPr>
          <a:xfrm flipH="false" flipV="false" rot="0">
            <a:off x="3260119" y="5731625"/>
            <a:ext cx="2105781" cy="494859"/>
          </a:xfrm>
          <a:custGeom>
            <a:avLst/>
            <a:gdLst/>
            <a:ahLst/>
            <a:cxnLst/>
            <a:rect r="r" b="b" t="t" l="l"/>
            <a:pathLst>
              <a:path h="494859" w="2105781">
                <a:moveTo>
                  <a:pt x="0" y="0"/>
                </a:moveTo>
                <a:lnTo>
                  <a:pt x="2105781" y="0"/>
                </a:lnTo>
                <a:lnTo>
                  <a:pt x="2105781" y="494859"/>
                </a:lnTo>
                <a:lnTo>
                  <a:pt x="0" y="494859"/>
                </a:lnTo>
                <a:lnTo>
                  <a:pt x="0" y="0"/>
                </a:lnTo>
                <a:close/>
              </a:path>
            </a:pathLst>
          </a:custGeom>
          <a:blipFill>
            <a:blip r:embed="rId13"/>
            <a:stretch>
              <a:fillRect l="0" t="0" r="0" b="0"/>
            </a:stretch>
          </a:blipFill>
        </p:spPr>
      </p:sp>
      <p:sp>
        <p:nvSpPr>
          <p:cNvPr name="TextBox 52" id="52"/>
          <p:cNvSpPr txBox="true"/>
          <p:nvPr/>
        </p:nvSpPr>
        <p:spPr>
          <a:xfrm rot="0">
            <a:off x="3571841" y="5822844"/>
            <a:ext cx="1482336" cy="312420"/>
          </a:xfrm>
          <a:prstGeom prst="rect">
            <a:avLst/>
          </a:prstGeom>
        </p:spPr>
        <p:txBody>
          <a:bodyPr anchor="t" rtlCol="false" tIns="0" lIns="0" bIns="0" rIns="0">
            <a:spAutoFit/>
          </a:bodyPr>
          <a:lstStyle/>
          <a:p>
            <a:pPr algn="l">
              <a:lnSpc>
                <a:spcPts val="2310"/>
              </a:lnSpc>
            </a:pPr>
            <a:r>
              <a:rPr lang="en-US" sz="2100" i="true" b="true">
                <a:solidFill>
                  <a:srgbClr val="23221A"/>
                </a:solidFill>
                <a:latin typeface="Poppins Bold Italics"/>
                <a:ea typeface="Poppins Bold Italics"/>
                <a:cs typeface="Poppins Bold Italics"/>
                <a:sym typeface="Poppins Bold Italics"/>
              </a:rPr>
              <a:t>Top View</a:t>
            </a:r>
          </a:p>
        </p:txBody>
      </p:sp>
      <p:sp>
        <p:nvSpPr>
          <p:cNvPr name="Freeform 53" id="53"/>
          <p:cNvSpPr/>
          <p:nvPr/>
        </p:nvSpPr>
        <p:spPr>
          <a:xfrm flipH="false" flipV="false" rot="0">
            <a:off x="8679399" y="4648641"/>
            <a:ext cx="2105781" cy="494859"/>
          </a:xfrm>
          <a:custGeom>
            <a:avLst/>
            <a:gdLst/>
            <a:ahLst/>
            <a:cxnLst/>
            <a:rect r="r" b="b" t="t" l="l"/>
            <a:pathLst>
              <a:path h="494859" w="2105781">
                <a:moveTo>
                  <a:pt x="0" y="0"/>
                </a:moveTo>
                <a:lnTo>
                  <a:pt x="2105781" y="0"/>
                </a:lnTo>
                <a:lnTo>
                  <a:pt x="2105781" y="494859"/>
                </a:lnTo>
                <a:lnTo>
                  <a:pt x="0" y="494859"/>
                </a:lnTo>
                <a:lnTo>
                  <a:pt x="0" y="0"/>
                </a:lnTo>
                <a:close/>
              </a:path>
            </a:pathLst>
          </a:custGeom>
          <a:blipFill>
            <a:blip r:embed="rId13"/>
            <a:stretch>
              <a:fillRect l="0" t="0" r="0" b="0"/>
            </a:stretch>
          </a:blipFill>
        </p:spPr>
      </p:sp>
      <p:sp>
        <p:nvSpPr>
          <p:cNvPr name="TextBox 54" id="54"/>
          <p:cNvSpPr txBox="true"/>
          <p:nvPr/>
        </p:nvSpPr>
        <p:spPr>
          <a:xfrm rot="0">
            <a:off x="8679399" y="4739861"/>
            <a:ext cx="2056753" cy="312420"/>
          </a:xfrm>
          <a:prstGeom prst="rect">
            <a:avLst/>
          </a:prstGeom>
        </p:spPr>
        <p:txBody>
          <a:bodyPr anchor="t" rtlCol="false" tIns="0" lIns="0" bIns="0" rIns="0">
            <a:spAutoFit/>
          </a:bodyPr>
          <a:lstStyle/>
          <a:p>
            <a:pPr algn="l">
              <a:lnSpc>
                <a:spcPts val="2310"/>
              </a:lnSpc>
            </a:pPr>
            <a:r>
              <a:rPr lang="en-US" sz="2100" i="true" b="true">
                <a:solidFill>
                  <a:srgbClr val="23221A"/>
                </a:solidFill>
                <a:latin typeface="Poppins Bold Italics"/>
                <a:ea typeface="Poppins Bold Italics"/>
                <a:cs typeface="Poppins Bold Italics"/>
                <a:sym typeface="Poppins Bold Italics"/>
              </a:rPr>
              <a:t>Isometric View</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8666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3564722" y="2995429"/>
            <a:ext cx="4370597" cy="2341352"/>
            <a:chOff x="0" y="0"/>
            <a:chExt cx="1151104" cy="616652"/>
          </a:xfrm>
        </p:grpSpPr>
        <p:sp>
          <p:nvSpPr>
            <p:cNvPr name="Freeform 7" id="7"/>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8" id="8"/>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600806" y="6275956"/>
            <a:ext cx="4370597" cy="2860123"/>
            <a:chOff x="0" y="0"/>
            <a:chExt cx="1151104" cy="753284"/>
          </a:xfrm>
        </p:grpSpPr>
        <p:sp>
          <p:nvSpPr>
            <p:cNvPr name="Freeform 10" id="10"/>
            <p:cNvSpPr/>
            <p:nvPr/>
          </p:nvSpPr>
          <p:spPr>
            <a:xfrm flipH="false" flipV="false" rot="0">
              <a:off x="0" y="0"/>
              <a:ext cx="1151104" cy="753284"/>
            </a:xfrm>
            <a:custGeom>
              <a:avLst/>
              <a:gdLst/>
              <a:ahLst/>
              <a:cxnLst/>
              <a:rect r="r" b="b" t="t" l="l"/>
              <a:pathLst>
                <a:path h="753284" w="1151104">
                  <a:moveTo>
                    <a:pt x="90340" y="0"/>
                  </a:moveTo>
                  <a:lnTo>
                    <a:pt x="1060764" y="0"/>
                  </a:lnTo>
                  <a:cubicBezTo>
                    <a:pt x="1084724" y="0"/>
                    <a:pt x="1107702" y="9518"/>
                    <a:pt x="1124644" y="26460"/>
                  </a:cubicBezTo>
                  <a:cubicBezTo>
                    <a:pt x="1141586" y="43402"/>
                    <a:pt x="1151104" y="66380"/>
                    <a:pt x="1151104" y="90340"/>
                  </a:cubicBezTo>
                  <a:lnTo>
                    <a:pt x="1151104" y="662944"/>
                  </a:lnTo>
                  <a:cubicBezTo>
                    <a:pt x="1151104" y="686903"/>
                    <a:pt x="1141586" y="709882"/>
                    <a:pt x="1124644" y="726824"/>
                  </a:cubicBezTo>
                  <a:cubicBezTo>
                    <a:pt x="1107702" y="743766"/>
                    <a:pt x="1084724" y="753284"/>
                    <a:pt x="1060764" y="753284"/>
                  </a:cubicBezTo>
                  <a:lnTo>
                    <a:pt x="90340" y="753284"/>
                  </a:lnTo>
                  <a:cubicBezTo>
                    <a:pt x="66380" y="753284"/>
                    <a:pt x="43402" y="743766"/>
                    <a:pt x="26460" y="726824"/>
                  </a:cubicBezTo>
                  <a:cubicBezTo>
                    <a:pt x="9518" y="709882"/>
                    <a:pt x="0" y="686903"/>
                    <a:pt x="0" y="662944"/>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11" id="11"/>
            <p:cNvSpPr txBox="true"/>
            <p:nvPr/>
          </p:nvSpPr>
          <p:spPr>
            <a:xfrm>
              <a:off x="0" y="-28575"/>
              <a:ext cx="1151104" cy="781859"/>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0" y="9423688"/>
            <a:ext cx="18742908" cy="1239467"/>
            <a:chOff x="0" y="0"/>
            <a:chExt cx="3949066" cy="261151"/>
          </a:xfrm>
        </p:grpSpPr>
        <p:sp>
          <p:nvSpPr>
            <p:cNvPr name="Freeform 13" id="13"/>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14" id="14"/>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15" id="15"/>
          <p:cNvGrpSpPr/>
          <p:nvPr/>
        </p:nvGrpSpPr>
        <p:grpSpPr>
          <a:xfrm rot="0">
            <a:off x="240438" y="9606565"/>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3770970" y="9601920"/>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6869325" y="9601920"/>
            <a:ext cx="4010878" cy="595487"/>
            <a:chOff x="0" y="0"/>
            <a:chExt cx="1056363" cy="156836"/>
          </a:xfrm>
        </p:grpSpPr>
        <p:sp>
          <p:nvSpPr>
            <p:cNvPr name="Freeform 22" id="2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23" id="2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4" id="24"/>
          <p:cNvGrpSpPr/>
          <p:nvPr/>
        </p:nvGrpSpPr>
        <p:grpSpPr>
          <a:xfrm rot="0">
            <a:off x="10105948" y="9606565"/>
            <a:ext cx="4010878" cy="595487"/>
            <a:chOff x="0" y="0"/>
            <a:chExt cx="1056363" cy="156836"/>
          </a:xfrm>
        </p:grpSpPr>
        <p:sp>
          <p:nvSpPr>
            <p:cNvPr name="Freeform 25" id="2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6" id="2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7" id="27"/>
          <p:cNvGrpSpPr/>
          <p:nvPr/>
        </p:nvGrpSpPr>
        <p:grpSpPr>
          <a:xfrm rot="0">
            <a:off x="12320138" y="9601920"/>
            <a:ext cx="4798223" cy="595487"/>
            <a:chOff x="0" y="0"/>
            <a:chExt cx="1263729" cy="156836"/>
          </a:xfrm>
        </p:grpSpPr>
        <p:sp>
          <p:nvSpPr>
            <p:cNvPr name="Freeform 28" id="28"/>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9" id="29"/>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0" id="30"/>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31" id="31"/>
          <p:cNvGrpSpPr/>
          <p:nvPr/>
        </p:nvGrpSpPr>
        <p:grpSpPr>
          <a:xfrm rot="0">
            <a:off x="16443867" y="9362871"/>
            <a:ext cx="996408" cy="1848257"/>
            <a:chOff x="0" y="0"/>
            <a:chExt cx="438186" cy="812800"/>
          </a:xfrm>
        </p:grpSpPr>
        <p:sp>
          <p:nvSpPr>
            <p:cNvPr name="Freeform 32" id="32"/>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3" id="33"/>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0">
            <a:off x="-1322260" y="2192331"/>
            <a:ext cx="9467020" cy="680267"/>
            <a:chOff x="0" y="0"/>
            <a:chExt cx="2493372" cy="179165"/>
          </a:xfrm>
        </p:grpSpPr>
        <p:sp>
          <p:nvSpPr>
            <p:cNvPr name="Freeform 35" id="35"/>
            <p:cNvSpPr/>
            <p:nvPr/>
          </p:nvSpPr>
          <p:spPr>
            <a:xfrm flipH="false" flipV="false" rot="0">
              <a:off x="0" y="0"/>
              <a:ext cx="2493372" cy="179165"/>
            </a:xfrm>
            <a:custGeom>
              <a:avLst/>
              <a:gdLst/>
              <a:ahLst/>
              <a:cxnLst/>
              <a:rect r="r" b="b" t="t" l="l"/>
              <a:pathLst>
                <a:path h="179165" w="2493372">
                  <a:moveTo>
                    <a:pt x="81778" y="0"/>
                  </a:moveTo>
                  <a:lnTo>
                    <a:pt x="2411594" y="0"/>
                  </a:lnTo>
                  <a:cubicBezTo>
                    <a:pt x="2456759" y="0"/>
                    <a:pt x="2493372" y="36613"/>
                    <a:pt x="2493372" y="81778"/>
                  </a:cubicBezTo>
                  <a:lnTo>
                    <a:pt x="2493372" y="97387"/>
                  </a:lnTo>
                  <a:cubicBezTo>
                    <a:pt x="2493372" y="119076"/>
                    <a:pt x="2484756" y="139877"/>
                    <a:pt x="2469419" y="155213"/>
                  </a:cubicBezTo>
                  <a:cubicBezTo>
                    <a:pt x="2454083" y="170549"/>
                    <a:pt x="2433283" y="179165"/>
                    <a:pt x="2411594" y="179165"/>
                  </a:cubicBezTo>
                  <a:lnTo>
                    <a:pt x="81778" y="179165"/>
                  </a:lnTo>
                  <a:cubicBezTo>
                    <a:pt x="36613" y="179165"/>
                    <a:pt x="0" y="142552"/>
                    <a:pt x="0" y="97387"/>
                  </a:cubicBezTo>
                  <a:lnTo>
                    <a:pt x="0" y="81778"/>
                  </a:lnTo>
                  <a:cubicBezTo>
                    <a:pt x="0" y="60089"/>
                    <a:pt x="8616" y="39288"/>
                    <a:pt x="23952" y="23952"/>
                  </a:cubicBezTo>
                  <a:cubicBezTo>
                    <a:pt x="39288" y="8616"/>
                    <a:pt x="60089" y="0"/>
                    <a:pt x="81778" y="0"/>
                  </a:cubicBezTo>
                  <a:close/>
                </a:path>
              </a:pathLst>
            </a:custGeom>
            <a:solidFill>
              <a:srgbClr val="CBE3AC"/>
            </a:solidFill>
          </p:spPr>
        </p:sp>
        <p:sp>
          <p:nvSpPr>
            <p:cNvPr name="TextBox 36" id="36"/>
            <p:cNvSpPr txBox="true"/>
            <p:nvPr/>
          </p:nvSpPr>
          <p:spPr>
            <a:xfrm>
              <a:off x="0" y="-28575"/>
              <a:ext cx="2493372" cy="207740"/>
            </a:xfrm>
            <a:prstGeom prst="rect">
              <a:avLst/>
            </a:prstGeom>
          </p:spPr>
          <p:txBody>
            <a:bodyPr anchor="ctr" rtlCol="false" tIns="50800" lIns="50800" bIns="50800" rIns="50800"/>
            <a:lstStyle/>
            <a:p>
              <a:pPr algn="ctr">
                <a:lnSpc>
                  <a:spcPts val="2380"/>
                </a:lnSpc>
              </a:pPr>
            </a:p>
          </p:txBody>
        </p:sp>
      </p:grpSp>
      <p:sp>
        <p:nvSpPr>
          <p:cNvPr name="Freeform 37" id="37"/>
          <p:cNvSpPr/>
          <p:nvPr/>
        </p:nvSpPr>
        <p:spPr>
          <a:xfrm flipH="false" flipV="false" rot="0">
            <a:off x="501434" y="2219267"/>
            <a:ext cx="604080" cy="625990"/>
          </a:xfrm>
          <a:custGeom>
            <a:avLst/>
            <a:gdLst/>
            <a:ahLst/>
            <a:cxnLst/>
            <a:rect r="r" b="b" t="t" l="l"/>
            <a:pathLst>
              <a:path h="625990" w="604080">
                <a:moveTo>
                  <a:pt x="0" y="0"/>
                </a:moveTo>
                <a:lnTo>
                  <a:pt x="604080" y="0"/>
                </a:lnTo>
                <a:lnTo>
                  <a:pt x="604080" y="625990"/>
                </a:lnTo>
                <a:lnTo>
                  <a:pt x="0" y="6259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8" id="38"/>
          <p:cNvSpPr txBox="true"/>
          <p:nvPr/>
        </p:nvSpPr>
        <p:spPr>
          <a:xfrm rot="0">
            <a:off x="240438" y="223760"/>
            <a:ext cx="11156464" cy="1630038"/>
          </a:xfrm>
          <a:prstGeom prst="rect">
            <a:avLst/>
          </a:prstGeom>
        </p:spPr>
        <p:txBody>
          <a:bodyPr anchor="t" rtlCol="false" tIns="0" lIns="0" bIns="0" rIns="0">
            <a:spAutoFit/>
          </a:bodyPr>
          <a:lstStyle/>
          <a:p>
            <a:pPr algn="l">
              <a:lnSpc>
                <a:spcPts val="6025"/>
              </a:lnSpc>
            </a:pPr>
            <a:r>
              <a:rPr lang="en-US" sz="6086" b="true">
                <a:solidFill>
                  <a:srgbClr val="1C6037"/>
                </a:solidFill>
                <a:latin typeface="Poppins Bold"/>
                <a:ea typeface="Poppins Bold"/>
                <a:cs typeface="Poppins Bold"/>
                <a:sym typeface="Poppins Bold"/>
              </a:rPr>
              <a:t>PERSIAPAN DAN PROSEDUR PEMERIKSAAN</a:t>
            </a:r>
          </a:p>
        </p:txBody>
      </p:sp>
      <p:sp>
        <p:nvSpPr>
          <p:cNvPr name="Freeform 39" id="39"/>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0" id="40"/>
          <p:cNvGrpSpPr/>
          <p:nvPr/>
        </p:nvGrpSpPr>
        <p:grpSpPr>
          <a:xfrm rot="0">
            <a:off x="11787427" y="457984"/>
            <a:ext cx="6232956" cy="533984"/>
            <a:chOff x="0" y="0"/>
            <a:chExt cx="3154180" cy="270222"/>
          </a:xfrm>
        </p:grpSpPr>
        <p:sp>
          <p:nvSpPr>
            <p:cNvPr name="Freeform 41" id="41"/>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42" id="42"/>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3" id="43"/>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7"/>
            <a:stretch>
              <a:fillRect l="-3671" t="0" r="-3671" b="0"/>
            </a:stretch>
          </a:blipFill>
        </p:spPr>
      </p:sp>
      <p:sp>
        <p:nvSpPr>
          <p:cNvPr name="Freeform 44" id="44"/>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5" id="45"/>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9"/>
            <a:stretch>
              <a:fillRect l="-3671" t="0" r="-3671" b="0"/>
            </a:stretch>
          </a:blipFill>
        </p:spPr>
      </p:sp>
      <p:sp>
        <p:nvSpPr>
          <p:cNvPr name="Freeform 46" id="46"/>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0"/>
            <a:stretch>
              <a:fillRect l="-3671" t="0" r="-3671" b="0"/>
            </a:stretch>
          </a:blipFill>
        </p:spPr>
      </p:sp>
      <p:sp>
        <p:nvSpPr>
          <p:cNvPr name="Freeform 47" id="47"/>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1"/>
            <a:stretch>
              <a:fillRect l="0" t="-1456" r="0" b="-566"/>
            </a:stretch>
          </a:blipFill>
        </p:spPr>
      </p:sp>
      <p:sp>
        <p:nvSpPr>
          <p:cNvPr name="Freeform 48" id="48"/>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2"/>
            <a:stretch>
              <a:fillRect l="0" t="-552" r="0" b="-552"/>
            </a:stretch>
          </a:blipFill>
        </p:spPr>
      </p:sp>
      <p:sp>
        <p:nvSpPr>
          <p:cNvPr name="Freeform 49" id="49"/>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3"/>
            <a:stretch>
              <a:fillRect l="0" t="0" r="-5929" b="0"/>
            </a:stretch>
          </a:blipFill>
        </p:spPr>
      </p:sp>
      <p:grpSp>
        <p:nvGrpSpPr>
          <p:cNvPr name="Group 50" id="50"/>
          <p:cNvGrpSpPr/>
          <p:nvPr/>
        </p:nvGrpSpPr>
        <p:grpSpPr>
          <a:xfrm rot="0">
            <a:off x="10105948" y="2219267"/>
            <a:ext cx="9690456" cy="653331"/>
            <a:chOff x="0" y="0"/>
            <a:chExt cx="2552219" cy="172071"/>
          </a:xfrm>
        </p:grpSpPr>
        <p:sp>
          <p:nvSpPr>
            <p:cNvPr name="Freeform 51" id="51"/>
            <p:cNvSpPr/>
            <p:nvPr/>
          </p:nvSpPr>
          <p:spPr>
            <a:xfrm flipH="false" flipV="false" rot="0">
              <a:off x="0" y="0"/>
              <a:ext cx="2552219" cy="172071"/>
            </a:xfrm>
            <a:custGeom>
              <a:avLst/>
              <a:gdLst/>
              <a:ahLst/>
              <a:cxnLst/>
              <a:rect r="r" b="b" t="t" l="l"/>
              <a:pathLst>
                <a:path h="172071" w="2552219">
                  <a:moveTo>
                    <a:pt x="79892" y="0"/>
                  </a:moveTo>
                  <a:lnTo>
                    <a:pt x="2472327" y="0"/>
                  </a:lnTo>
                  <a:cubicBezTo>
                    <a:pt x="2493515" y="0"/>
                    <a:pt x="2513836" y="8417"/>
                    <a:pt x="2528819" y="23400"/>
                  </a:cubicBezTo>
                  <a:cubicBezTo>
                    <a:pt x="2543802" y="38383"/>
                    <a:pt x="2552219" y="58703"/>
                    <a:pt x="2552219" y="79892"/>
                  </a:cubicBezTo>
                  <a:lnTo>
                    <a:pt x="2552219" y="92179"/>
                  </a:lnTo>
                  <a:cubicBezTo>
                    <a:pt x="2552219" y="113367"/>
                    <a:pt x="2543802" y="133688"/>
                    <a:pt x="2528819" y="148671"/>
                  </a:cubicBezTo>
                  <a:cubicBezTo>
                    <a:pt x="2513836" y="163654"/>
                    <a:pt x="2493515" y="172071"/>
                    <a:pt x="2472327" y="172071"/>
                  </a:cubicBezTo>
                  <a:lnTo>
                    <a:pt x="79892" y="172071"/>
                  </a:lnTo>
                  <a:cubicBezTo>
                    <a:pt x="58703" y="172071"/>
                    <a:pt x="38383" y="163654"/>
                    <a:pt x="23400" y="148671"/>
                  </a:cubicBezTo>
                  <a:cubicBezTo>
                    <a:pt x="8417" y="133688"/>
                    <a:pt x="0" y="113367"/>
                    <a:pt x="0" y="92179"/>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52" id="52"/>
            <p:cNvSpPr txBox="true"/>
            <p:nvPr/>
          </p:nvSpPr>
          <p:spPr>
            <a:xfrm>
              <a:off x="0" y="-28575"/>
              <a:ext cx="2552219" cy="200646"/>
            </a:xfrm>
            <a:prstGeom prst="rect">
              <a:avLst/>
            </a:prstGeom>
          </p:spPr>
          <p:txBody>
            <a:bodyPr anchor="ctr" rtlCol="false" tIns="50800" lIns="50800" bIns="50800" rIns="50800"/>
            <a:lstStyle/>
            <a:p>
              <a:pPr algn="ctr">
                <a:lnSpc>
                  <a:spcPts val="2380"/>
                </a:lnSpc>
              </a:pPr>
            </a:p>
          </p:txBody>
        </p:sp>
      </p:grpSp>
      <p:sp>
        <p:nvSpPr>
          <p:cNvPr name="Freeform 53" id="53"/>
          <p:cNvSpPr/>
          <p:nvPr/>
        </p:nvSpPr>
        <p:spPr>
          <a:xfrm flipH="false" flipV="false" rot="0">
            <a:off x="10105948" y="2219267"/>
            <a:ext cx="623533" cy="646148"/>
          </a:xfrm>
          <a:custGeom>
            <a:avLst/>
            <a:gdLst/>
            <a:ahLst/>
            <a:cxnLst/>
            <a:rect r="r" b="b" t="t" l="l"/>
            <a:pathLst>
              <a:path h="646148" w="623533">
                <a:moveTo>
                  <a:pt x="0" y="0"/>
                </a:moveTo>
                <a:lnTo>
                  <a:pt x="623532" y="0"/>
                </a:lnTo>
                <a:lnTo>
                  <a:pt x="623532" y="646148"/>
                </a:lnTo>
                <a:lnTo>
                  <a:pt x="0" y="6461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4" id="54"/>
          <p:cNvGrpSpPr/>
          <p:nvPr/>
        </p:nvGrpSpPr>
        <p:grpSpPr>
          <a:xfrm rot="0">
            <a:off x="-1468476" y="5477949"/>
            <a:ext cx="9613237" cy="608661"/>
            <a:chOff x="0" y="0"/>
            <a:chExt cx="2531881" cy="160306"/>
          </a:xfrm>
        </p:grpSpPr>
        <p:sp>
          <p:nvSpPr>
            <p:cNvPr name="Freeform 55" id="55"/>
            <p:cNvSpPr/>
            <p:nvPr/>
          </p:nvSpPr>
          <p:spPr>
            <a:xfrm flipH="false" flipV="false" rot="0">
              <a:off x="0" y="0"/>
              <a:ext cx="2531881" cy="160306"/>
            </a:xfrm>
            <a:custGeom>
              <a:avLst/>
              <a:gdLst/>
              <a:ahLst/>
              <a:cxnLst/>
              <a:rect r="r" b="b" t="t" l="l"/>
              <a:pathLst>
                <a:path h="160306" w="2531881">
                  <a:moveTo>
                    <a:pt x="80153" y="0"/>
                  </a:moveTo>
                  <a:lnTo>
                    <a:pt x="2451728" y="0"/>
                  </a:lnTo>
                  <a:cubicBezTo>
                    <a:pt x="2495996" y="0"/>
                    <a:pt x="2531881" y="35886"/>
                    <a:pt x="2531881" y="80153"/>
                  </a:cubicBezTo>
                  <a:lnTo>
                    <a:pt x="2531881" y="80153"/>
                  </a:lnTo>
                  <a:cubicBezTo>
                    <a:pt x="2531881" y="101411"/>
                    <a:pt x="2523437" y="121798"/>
                    <a:pt x="2508405" y="136830"/>
                  </a:cubicBezTo>
                  <a:cubicBezTo>
                    <a:pt x="2493374" y="151861"/>
                    <a:pt x="2472986" y="160306"/>
                    <a:pt x="2451728" y="160306"/>
                  </a:cubicBezTo>
                  <a:lnTo>
                    <a:pt x="80153" y="160306"/>
                  </a:lnTo>
                  <a:cubicBezTo>
                    <a:pt x="35886" y="160306"/>
                    <a:pt x="0" y="124420"/>
                    <a:pt x="0" y="80153"/>
                  </a:cubicBezTo>
                  <a:lnTo>
                    <a:pt x="0" y="80153"/>
                  </a:lnTo>
                  <a:cubicBezTo>
                    <a:pt x="0" y="35886"/>
                    <a:pt x="35886" y="0"/>
                    <a:pt x="80153" y="0"/>
                  </a:cubicBezTo>
                  <a:close/>
                </a:path>
              </a:pathLst>
            </a:custGeom>
            <a:solidFill>
              <a:srgbClr val="CBE3AC"/>
            </a:solidFill>
          </p:spPr>
        </p:sp>
        <p:sp>
          <p:nvSpPr>
            <p:cNvPr name="TextBox 56" id="56"/>
            <p:cNvSpPr txBox="true"/>
            <p:nvPr/>
          </p:nvSpPr>
          <p:spPr>
            <a:xfrm>
              <a:off x="0" y="-28575"/>
              <a:ext cx="2531881" cy="188881"/>
            </a:xfrm>
            <a:prstGeom prst="rect">
              <a:avLst/>
            </a:prstGeom>
          </p:spPr>
          <p:txBody>
            <a:bodyPr anchor="ctr" rtlCol="false" tIns="50800" lIns="50800" bIns="50800" rIns="50800"/>
            <a:lstStyle/>
            <a:p>
              <a:pPr algn="ctr">
                <a:lnSpc>
                  <a:spcPts val="2380"/>
                </a:lnSpc>
              </a:pPr>
            </a:p>
          </p:txBody>
        </p:sp>
      </p:grpSp>
      <p:sp>
        <p:nvSpPr>
          <p:cNvPr name="Freeform 57" id="57"/>
          <p:cNvSpPr/>
          <p:nvPr/>
        </p:nvSpPr>
        <p:spPr>
          <a:xfrm flipH="false" flipV="false" rot="0">
            <a:off x="544672" y="5477949"/>
            <a:ext cx="563037" cy="583458"/>
          </a:xfrm>
          <a:custGeom>
            <a:avLst/>
            <a:gdLst/>
            <a:ahLst/>
            <a:cxnLst/>
            <a:rect r="r" b="b" t="t" l="l"/>
            <a:pathLst>
              <a:path h="583458" w="563037">
                <a:moveTo>
                  <a:pt x="0" y="0"/>
                </a:moveTo>
                <a:lnTo>
                  <a:pt x="563037" y="0"/>
                </a:lnTo>
                <a:lnTo>
                  <a:pt x="563037" y="583458"/>
                </a:lnTo>
                <a:lnTo>
                  <a:pt x="0" y="583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58" id="58"/>
          <p:cNvGrpSpPr/>
          <p:nvPr/>
        </p:nvGrpSpPr>
        <p:grpSpPr>
          <a:xfrm rot="0">
            <a:off x="10142122" y="5459611"/>
            <a:ext cx="9690456" cy="627000"/>
            <a:chOff x="0" y="0"/>
            <a:chExt cx="2552219" cy="165136"/>
          </a:xfrm>
        </p:grpSpPr>
        <p:sp>
          <p:nvSpPr>
            <p:cNvPr name="Freeform 59" id="59"/>
            <p:cNvSpPr/>
            <p:nvPr/>
          </p:nvSpPr>
          <p:spPr>
            <a:xfrm flipH="false" flipV="false" rot="0">
              <a:off x="0" y="0"/>
              <a:ext cx="2552219" cy="165136"/>
            </a:xfrm>
            <a:custGeom>
              <a:avLst/>
              <a:gdLst/>
              <a:ahLst/>
              <a:cxnLst/>
              <a:rect r="r" b="b" t="t" l="l"/>
              <a:pathLst>
                <a:path h="165136" w="2552219">
                  <a:moveTo>
                    <a:pt x="79892" y="0"/>
                  </a:moveTo>
                  <a:lnTo>
                    <a:pt x="2472327" y="0"/>
                  </a:lnTo>
                  <a:cubicBezTo>
                    <a:pt x="2493515" y="0"/>
                    <a:pt x="2513836" y="8417"/>
                    <a:pt x="2528819" y="23400"/>
                  </a:cubicBezTo>
                  <a:cubicBezTo>
                    <a:pt x="2543802" y="38383"/>
                    <a:pt x="2552219" y="58703"/>
                    <a:pt x="2552219" y="79892"/>
                  </a:cubicBezTo>
                  <a:lnTo>
                    <a:pt x="2552219" y="85244"/>
                  </a:lnTo>
                  <a:cubicBezTo>
                    <a:pt x="2552219" y="106432"/>
                    <a:pt x="2543802" y="126753"/>
                    <a:pt x="2528819" y="141736"/>
                  </a:cubicBezTo>
                  <a:cubicBezTo>
                    <a:pt x="2513836" y="156719"/>
                    <a:pt x="2493515" y="165136"/>
                    <a:pt x="2472327" y="165136"/>
                  </a:cubicBezTo>
                  <a:lnTo>
                    <a:pt x="79892" y="165136"/>
                  </a:lnTo>
                  <a:cubicBezTo>
                    <a:pt x="58703" y="165136"/>
                    <a:pt x="38383" y="156719"/>
                    <a:pt x="23400" y="141736"/>
                  </a:cubicBezTo>
                  <a:cubicBezTo>
                    <a:pt x="8417" y="126753"/>
                    <a:pt x="0" y="106432"/>
                    <a:pt x="0" y="85244"/>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60" id="60"/>
            <p:cNvSpPr txBox="true"/>
            <p:nvPr/>
          </p:nvSpPr>
          <p:spPr>
            <a:xfrm>
              <a:off x="0" y="-28575"/>
              <a:ext cx="2552219" cy="193711"/>
            </a:xfrm>
            <a:prstGeom prst="rect">
              <a:avLst/>
            </a:prstGeom>
          </p:spPr>
          <p:txBody>
            <a:bodyPr anchor="ctr" rtlCol="false" tIns="50800" lIns="50800" bIns="50800" rIns="50800"/>
            <a:lstStyle/>
            <a:p>
              <a:pPr algn="ctr">
                <a:lnSpc>
                  <a:spcPts val="2380"/>
                </a:lnSpc>
              </a:pPr>
            </a:p>
          </p:txBody>
        </p:sp>
      </p:grpSp>
      <p:sp>
        <p:nvSpPr>
          <p:cNvPr name="TextBox 61" id="61"/>
          <p:cNvSpPr txBox="true"/>
          <p:nvPr/>
        </p:nvSpPr>
        <p:spPr>
          <a:xfrm rot="0">
            <a:off x="10972800" y="5519107"/>
            <a:ext cx="610566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Sterilisasi Alat</a:t>
            </a:r>
          </a:p>
          <a:p>
            <a:pPr algn="l">
              <a:lnSpc>
                <a:spcPts val="3828"/>
              </a:lnSpc>
            </a:pPr>
          </a:p>
        </p:txBody>
      </p:sp>
      <p:sp>
        <p:nvSpPr>
          <p:cNvPr name="Freeform 62" id="62"/>
          <p:cNvSpPr/>
          <p:nvPr/>
        </p:nvSpPr>
        <p:spPr>
          <a:xfrm flipH="false" flipV="false" rot="0">
            <a:off x="10142122" y="5477949"/>
            <a:ext cx="587358" cy="608661"/>
          </a:xfrm>
          <a:custGeom>
            <a:avLst/>
            <a:gdLst/>
            <a:ahLst/>
            <a:cxnLst/>
            <a:rect r="r" b="b" t="t" l="l"/>
            <a:pathLst>
              <a:path h="608661" w="587358">
                <a:moveTo>
                  <a:pt x="0" y="0"/>
                </a:moveTo>
                <a:lnTo>
                  <a:pt x="587358" y="0"/>
                </a:lnTo>
                <a:lnTo>
                  <a:pt x="587358" y="608662"/>
                </a:lnTo>
                <a:lnTo>
                  <a:pt x="0" y="60866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3" id="63"/>
          <p:cNvSpPr/>
          <p:nvPr/>
        </p:nvSpPr>
        <p:spPr>
          <a:xfrm flipH="false" flipV="false" rot="0">
            <a:off x="1267224" y="3106755"/>
            <a:ext cx="2085304" cy="2085304"/>
          </a:xfrm>
          <a:custGeom>
            <a:avLst/>
            <a:gdLst/>
            <a:ahLst/>
            <a:cxnLst/>
            <a:rect r="r" b="b" t="t" l="l"/>
            <a:pathLst>
              <a:path h="2085304" w="2085304">
                <a:moveTo>
                  <a:pt x="0" y="0"/>
                </a:moveTo>
                <a:lnTo>
                  <a:pt x="2085305" y="0"/>
                </a:lnTo>
                <a:lnTo>
                  <a:pt x="2085305" y="2085305"/>
                </a:lnTo>
                <a:lnTo>
                  <a:pt x="0" y="208530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4" id="64"/>
          <p:cNvSpPr/>
          <p:nvPr/>
        </p:nvSpPr>
        <p:spPr>
          <a:xfrm flipH="false" flipV="false" rot="0">
            <a:off x="1361480" y="6641237"/>
            <a:ext cx="1991049" cy="1991049"/>
          </a:xfrm>
          <a:custGeom>
            <a:avLst/>
            <a:gdLst/>
            <a:ahLst/>
            <a:cxnLst/>
            <a:rect r="r" b="b" t="t" l="l"/>
            <a:pathLst>
              <a:path h="1991049" w="1991049">
                <a:moveTo>
                  <a:pt x="0" y="0"/>
                </a:moveTo>
                <a:lnTo>
                  <a:pt x="1991049" y="0"/>
                </a:lnTo>
                <a:lnTo>
                  <a:pt x="1991049" y="1991049"/>
                </a:lnTo>
                <a:lnTo>
                  <a:pt x="0" y="199104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65" id="65"/>
          <p:cNvGrpSpPr/>
          <p:nvPr/>
        </p:nvGrpSpPr>
        <p:grpSpPr>
          <a:xfrm rot="0">
            <a:off x="3543687" y="2978732"/>
            <a:ext cx="4370597" cy="2341352"/>
            <a:chOff x="0" y="0"/>
            <a:chExt cx="1151104" cy="616652"/>
          </a:xfrm>
        </p:grpSpPr>
        <p:sp>
          <p:nvSpPr>
            <p:cNvPr name="Freeform 66" id="66"/>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67" id="67"/>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68" id="68"/>
          <p:cNvGrpSpPr/>
          <p:nvPr/>
        </p:nvGrpSpPr>
        <p:grpSpPr>
          <a:xfrm rot="0">
            <a:off x="13564722" y="6290934"/>
            <a:ext cx="4370597" cy="2845146"/>
            <a:chOff x="0" y="0"/>
            <a:chExt cx="1151104" cy="749339"/>
          </a:xfrm>
        </p:grpSpPr>
        <p:sp>
          <p:nvSpPr>
            <p:cNvPr name="Freeform 69" id="69"/>
            <p:cNvSpPr/>
            <p:nvPr/>
          </p:nvSpPr>
          <p:spPr>
            <a:xfrm flipH="false" flipV="false" rot="0">
              <a:off x="0" y="0"/>
              <a:ext cx="1151104" cy="749339"/>
            </a:xfrm>
            <a:custGeom>
              <a:avLst/>
              <a:gdLst/>
              <a:ahLst/>
              <a:cxnLst/>
              <a:rect r="r" b="b" t="t" l="l"/>
              <a:pathLst>
                <a:path h="749339" w="1151104">
                  <a:moveTo>
                    <a:pt x="90340" y="0"/>
                  </a:moveTo>
                  <a:lnTo>
                    <a:pt x="1060764" y="0"/>
                  </a:lnTo>
                  <a:cubicBezTo>
                    <a:pt x="1084724" y="0"/>
                    <a:pt x="1107702" y="9518"/>
                    <a:pt x="1124644" y="26460"/>
                  </a:cubicBezTo>
                  <a:cubicBezTo>
                    <a:pt x="1141586" y="43402"/>
                    <a:pt x="1151104" y="66380"/>
                    <a:pt x="1151104" y="90340"/>
                  </a:cubicBezTo>
                  <a:lnTo>
                    <a:pt x="1151104" y="658999"/>
                  </a:lnTo>
                  <a:cubicBezTo>
                    <a:pt x="1151104" y="682959"/>
                    <a:pt x="1141586" y="705937"/>
                    <a:pt x="1124644" y="722879"/>
                  </a:cubicBezTo>
                  <a:cubicBezTo>
                    <a:pt x="1107702" y="739821"/>
                    <a:pt x="1084724" y="749339"/>
                    <a:pt x="1060764" y="749339"/>
                  </a:cubicBezTo>
                  <a:lnTo>
                    <a:pt x="90340" y="749339"/>
                  </a:lnTo>
                  <a:cubicBezTo>
                    <a:pt x="66380" y="749339"/>
                    <a:pt x="43402" y="739821"/>
                    <a:pt x="26460" y="722879"/>
                  </a:cubicBezTo>
                  <a:cubicBezTo>
                    <a:pt x="9518" y="705937"/>
                    <a:pt x="0" y="682959"/>
                    <a:pt x="0" y="658999"/>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70" id="70"/>
            <p:cNvSpPr txBox="true"/>
            <p:nvPr/>
          </p:nvSpPr>
          <p:spPr>
            <a:xfrm>
              <a:off x="0" y="-28575"/>
              <a:ext cx="1151104" cy="777914"/>
            </a:xfrm>
            <a:prstGeom prst="rect">
              <a:avLst/>
            </a:prstGeom>
          </p:spPr>
          <p:txBody>
            <a:bodyPr anchor="ctr" rtlCol="false" tIns="50800" lIns="50800" bIns="50800" rIns="50800"/>
            <a:lstStyle/>
            <a:p>
              <a:pPr algn="ctr">
                <a:lnSpc>
                  <a:spcPts val="2380"/>
                </a:lnSpc>
              </a:pPr>
            </a:p>
          </p:txBody>
        </p:sp>
      </p:grpSp>
      <p:sp>
        <p:nvSpPr>
          <p:cNvPr name="Freeform 71" id="71"/>
          <p:cNvSpPr/>
          <p:nvPr/>
        </p:nvSpPr>
        <p:spPr>
          <a:xfrm flipH="false" flipV="false" rot="0">
            <a:off x="11044391" y="3109450"/>
            <a:ext cx="1908244" cy="1908244"/>
          </a:xfrm>
          <a:custGeom>
            <a:avLst/>
            <a:gdLst/>
            <a:ahLst/>
            <a:cxnLst/>
            <a:rect r="r" b="b" t="t" l="l"/>
            <a:pathLst>
              <a:path h="1908244" w="1908244">
                <a:moveTo>
                  <a:pt x="0" y="0"/>
                </a:moveTo>
                <a:lnTo>
                  <a:pt x="1908244" y="0"/>
                </a:lnTo>
                <a:lnTo>
                  <a:pt x="1908244" y="1908244"/>
                </a:lnTo>
                <a:lnTo>
                  <a:pt x="0" y="190824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72" id="72"/>
          <p:cNvSpPr/>
          <p:nvPr/>
        </p:nvSpPr>
        <p:spPr>
          <a:xfrm flipH="false" flipV="false" rot="0">
            <a:off x="10880203" y="6554614"/>
            <a:ext cx="2072432" cy="2072432"/>
          </a:xfrm>
          <a:custGeom>
            <a:avLst/>
            <a:gdLst/>
            <a:ahLst/>
            <a:cxnLst/>
            <a:rect r="r" b="b" t="t" l="l"/>
            <a:pathLst>
              <a:path h="2072432" w="2072432">
                <a:moveTo>
                  <a:pt x="0" y="0"/>
                </a:moveTo>
                <a:lnTo>
                  <a:pt x="2072432" y="0"/>
                </a:lnTo>
                <a:lnTo>
                  <a:pt x="2072432" y="2072432"/>
                </a:lnTo>
                <a:lnTo>
                  <a:pt x="0" y="2072432"/>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73" id="73"/>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74" id="74"/>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75" id="75"/>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76" id="76"/>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77" id="77"/>
          <p:cNvSpPr txBox="true"/>
          <p:nvPr/>
        </p:nvSpPr>
        <p:spPr>
          <a:xfrm rot="0">
            <a:off x="16678199" y="9421254"/>
            <a:ext cx="527745"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19</a:t>
            </a:r>
          </a:p>
        </p:txBody>
      </p:sp>
      <p:sp>
        <p:nvSpPr>
          <p:cNvPr name="TextBox 78" id="78"/>
          <p:cNvSpPr txBox="true"/>
          <p:nvPr/>
        </p:nvSpPr>
        <p:spPr>
          <a:xfrm rot="0">
            <a:off x="1332674" y="2249116"/>
            <a:ext cx="403970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Per</a:t>
            </a:r>
            <a:r>
              <a:rPr lang="en-US" sz="3480" b="true">
                <a:solidFill>
                  <a:srgbClr val="C90000"/>
                </a:solidFill>
                <a:latin typeface="Poppins Bold"/>
                <a:ea typeface="Poppins Bold"/>
                <a:cs typeface="Poppins Bold"/>
                <a:sym typeface="Poppins Bold"/>
              </a:rPr>
              <a:t>siapan pasien</a:t>
            </a:r>
          </a:p>
          <a:p>
            <a:pPr algn="l">
              <a:lnSpc>
                <a:spcPts val="3828"/>
              </a:lnSpc>
            </a:pPr>
          </a:p>
        </p:txBody>
      </p:sp>
      <p:sp>
        <p:nvSpPr>
          <p:cNvPr name="TextBox 79" id="79"/>
          <p:cNvSpPr txBox="true"/>
          <p:nvPr/>
        </p:nvSpPr>
        <p:spPr>
          <a:xfrm rot="0">
            <a:off x="10972800" y="2292825"/>
            <a:ext cx="5183844"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Peme</a:t>
            </a:r>
            <a:r>
              <a:rPr lang="en-US" sz="3480" b="true">
                <a:solidFill>
                  <a:srgbClr val="C90000"/>
                </a:solidFill>
                <a:latin typeface="Poppins Bold"/>
                <a:ea typeface="Poppins Bold"/>
                <a:cs typeface="Poppins Bold"/>
                <a:sym typeface="Poppins Bold"/>
              </a:rPr>
              <a:t>riksaan Glicovia</a:t>
            </a:r>
          </a:p>
          <a:p>
            <a:pPr algn="l">
              <a:lnSpc>
                <a:spcPts val="3828"/>
              </a:lnSpc>
            </a:pPr>
          </a:p>
        </p:txBody>
      </p:sp>
      <p:sp>
        <p:nvSpPr>
          <p:cNvPr name="TextBox 80" id="80"/>
          <p:cNvSpPr txBox="true"/>
          <p:nvPr/>
        </p:nvSpPr>
        <p:spPr>
          <a:xfrm rot="0">
            <a:off x="3989741" y="3350578"/>
            <a:ext cx="3478489" cy="159766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Persiapan pasien disesuaikan dengan prosedur pra pengambilan </a:t>
            </a:r>
          </a:p>
        </p:txBody>
      </p:sp>
      <p:sp>
        <p:nvSpPr>
          <p:cNvPr name="TextBox 81" id="81"/>
          <p:cNvSpPr txBox="true"/>
          <p:nvPr/>
        </p:nvSpPr>
        <p:spPr>
          <a:xfrm rot="0">
            <a:off x="3718394" y="6523606"/>
            <a:ext cx="4135421"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Pengambilan </a:t>
            </a:r>
            <a:r>
              <a:rPr lang="en-US" b="true" sz="2799" i="true">
                <a:solidFill>
                  <a:srgbClr val="000000"/>
                </a:solidFill>
                <a:latin typeface="Poppins Bold Italics"/>
                <a:ea typeface="Poppins Bold Italics"/>
                <a:cs typeface="Poppins Bold Italics"/>
                <a:sym typeface="Poppins Bold Italics"/>
              </a:rPr>
              <a:t>unstimulated</a:t>
            </a:r>
            <a:r>
              <a:rPr lang="en-US" sz="2799" b="true">
                <a:solidFill>
                  <a:srgbClr val="000000"/>
                </a:solidFill>
                <a:latin typeface="Poppins Bold"/>
                <a:ea typeface="Poppins Bold"/>
                <a:cs typeface="Poppins Bold"/>
                <a:sym typeface="Poppins Bold"/>
              </a:rPr>
              <a:t> saliva dengan sendok </a:t>
            </a:r>
            <a:r>
              <a:rPr lang="en-US" b="true" sz="2799" i="true">
                <a:solidFill>
                  <a:srgbClr val="000000"/>
                </a:solidFill>
                <a:latin typeface="Poppins Bold Italics"/>
                <a:ea typeface="Poppins Bold Italics"/>
                <a:cs typeface="Poppins Bold Italics"/>
                <a:sym typeface="Poppins Bold Italics"/>
              </a:rPr>
              <a:t>stainless steel </a:t>
            </a:r>
            <a:r>
              <a:rPr lang="en-US" sz="2799" b="true">
                <a:solidFill>
                  <a:srgbClr val="000000"/>
                </a:solidFill>
                <a:latin typeface="Poppins Bold"/>
                <a:ea typeface="Poppins Bold"/>
                <a:cs typeface="Poppins Bold"/>
                <a:sym typeface="Poppins Bold"/>
              </a:rPr>
              <a:t>1ml steril dalam satu paket</a:t>
            </a:r>
          </a:p>
        </p:txBody>
      </p:sp>
      <p:sp>
        <p:nvSpPr>
          <p:cNvPr name="TextBox 82" id="82"/>
          <p:cNvSpPr txBox="true"/>
          <p:nvPr/>
        </p:nvSpPr>
        <p:spPr>
          <a:xfrm rot="0">
            <a:off x="13761723" y="3384376"/>
            <a:ext cx="3976596" cy="1988185"/>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Sendok dimasukkan ke perangkat untuk dilakukan analisis biomarka saliva.</a:t>
            </a:r>
          </a:p>
          <a:p>
            <a:pPr algn="ctr">
              <a:lnSpc>
                <a:spcPts val="3079"/>
              </a:lnSpc>
            </a:pPr>
          </a:p>
        </p:txBody>
      </p:sp>
      <p:sp>
        <p:nvSpPr>
          <p:cNvPr name="TextBox 83" id="83"/>
          <p:cNvSpPr txBox="true"/>
          <p:nvPr/>
        </p:nvSpPr>
        <p:spPr>
          <a:xfrm rot="0">
            <a:off x="1332674" y="5519107"/>
            <a:ext cx="4723151"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Pengambilan saliva</a:t>
            </a:r>
          </a:p>
          <a:p>
            <a:pPr algn="l">
              <a:lnSpc>
                <a:spcPts val="3828"/>
              </a:lnSpc>
            </a:pPr>
          </a:p>
        </p:txBody>
      </p:sp>
      <p:sp>
        <p:nvSpPr>
          <p:cNvPr name="TextBox 84" id="84"/>
          <p:cNvSpPr txBox="true"/>
          <p:nvPr/>
        </p:nvSpPr>
        <p:spPr>
          <a:xfrm rot="0">
            <a:off x="13761723" y="6704581"/>
            <a:ext cx="3983109"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Sendok dibersihkan dan didisinfeksi dengan alkohol 70% sebelum digunakan kembali.</a:t>
            </a:r>
          </a:p>
          <a:p>
            <a:pPr algn="ctr">
              <a:lnSpc>
                <a:spcPts val="3079"/>
              </a:lnSpc>
            </a:pP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8666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3564722" y="2995429"/>
            <a:ext cx="4370597" cy="2341352"/>
            <a:chOff x="0" y="0"/>
            <a:chExt cx="1151104" cy="616652"/>
          </a:xfrm>
        </p:grpSpPr>
        <p:sp>
          <p:nvSpPr>
            <p:cNvPr name="Freeform 7" id="7"/>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8" id="8"/>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600806" y="6275956"/>
            <a:ext cx="4370597" cy="2860123"/>
            <a:chOff x="0" y="0"/>
            <a:chExt cx="1151104" cy="753284"/>
          </a:xfrm>
        </p:grpSpPr>
        <p:sp>
          <p:nvSpPr>
            <p:cNvPr name="Freeform 10" id="10"/>
            <p:cNvSpPr/>
            <p:nvPr/>
          </p:nvSpPr>
          <p:spPr>
            <a:xfrm flipH="false" flipV="false" rot="0">
              <a:off x="0" y="0"/>
              <a:ext cx="1151104" cy="753284"/>
            </a:xfrm>
            <a:custGeom>
              <a:avLst/>
              <a:gdLst/>
              <a:ahLst/>
              <a:cxnLst/>
              <a:rect r="r" b="b" t="t" l="l"/>
              <a:pathLst>
                <a:path h="753284" w="1151104">
                  <a:moveTo>
                    <a:pt x="90340" y="0"/>
                  </a:moveTo>
                  <a:lnTo>
                    <a:pt x="1060764" y="0"/>
                  </a:lnTo>
                  <a:cubicBezTo>
                    <a:pt x="1084724" y="0"/>
                    <a:pt x="1107702" y="9518"/>
                    <a:pt x="1124644" y="26460"/>
                  </a:cubicBezTo>
                  <a:cubicBezTo>
                    <a:pt x="1141586" y="43402"/>
                    <a:pt x="1151104" y="66380"/>
                    <a:pt x="1151104" y="90340"/>
                  </a:cubicBezTo>
                  <a:lnTo>
                    <a:pt x="1151104" y="662944"/>
                  </a:lnTo>
                  <a:cubicBezTo>
                    <a:pt x="1151104" y="686903"/>
                    <a:pt x="1141586" y="709882"/>
                    <a:pt x="1124644" y="726824"/>
                  </a:cubicBezTo>
                  <a:cubicBezTo>
                    <a:pt x="1107702" y="743766"/>
                    <a:pt x="1084724" y="753284"/>
                    <a:pt x="1060764" y="753284"/>
                  </a:cubicBezTo>
                  <a:lnTo>
                    <a:pt x="90340" y="753284"/>
                  </a:lnTo>
                  <a:cubicBezTo>
                    <a:pt x="66380" y="753284"/>
                    <a:pt x="43402" y="743766"/>
                    <a:pt x="26460" y="726824"/>
                  </a:cubicBezTo>
                  <a:cubicBezTo>
                    <a:pt x="9518" y="709882"/>
                    <a:pt x="0" y="686903"/>
                    <a:pt x="0" y="662944"/>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11" id="11"/>
            <p:cNvSpPr txBox="true"/>
            <p:nvPr/>
          </p:nvSpPr>
          <p:spPr>
            <a:xfrm>
              <a:off x="0" y="-28575"/>
              <a:ext cx="1151104" cy="781859"/>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0" y="9423688"/>
            <a:ext cx="18742908" cy="1239467"/>
            <a:chOff x="0" y="0"/>
            <a:chExt cx="3949066" cy="261151"/>
          </a:xfrm>
        </p:grpSpPr>
        <p:sp>
          <p:nvSpPr>
            <p:cNvPr name="Freeform 13" id="13"/>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14" id="14"/>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15" id="15"/>
          <p:cNvGrpSpPr/>
          <p:nvPr/>
        </p:nvGrpSpPr>
        <p:grpSpPr>
          <a:xfrm rot="0">
            <a:off x="240438" y="9606565"/>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3770970" y="9601920"/>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6869325" y="9601920"/>
            <a:ext cx="4010878" cy="595487"/>
            <a:chOff x="0" y="0"/>
            <a:chExt cx="1056363" cy="156836"/>
          </a:xfrm>
        </p:grpSpPr>
        <p:sp>
          <p:nvSpPr>
            <p:cNvPr name="Freeform 22" id="2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23" id="2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4" id="24"/>
          <p:cNvGrpSpPr/>
          <p:nvPr/>
        </p:nvGrpSpPr>
        <p:grpSpPr>
          <a:xfrm rot="0">
            <a:off x="10105948" y="9606565"/>
            <a:ext cx="4010878" cy="595487"/>
            <a:chOff x="0" y="0"/>
            <a:chExt cx="1056363" cy="156836"/>
          </a:xfrm>
        </p:grpSpPr>
        <p:sp>
          <p:nvSpPr>
            <p:cNvPr name="Freeform 25" id="2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6" id="2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7" id="27"/>
          <p:cNvGrpSpPr/>
          <p:nvPr/>
        </p:nvGrpSpPr>
        <p:grpSpPr>
          <a:xfrm rot="0">
            <a:off x="12320138" y="9601920"/>
            <a:ext cx="4798223" cy="595487"/>
            <a:chOff x="0" y="0"/>
            <a:chExt cx="1263729" cy="156836"/>
          </a:xfrm>
        </p:grpSpPr>
        <p:sp>
          <p:nvSpPr>
            <p:cNvPr name="Freeform 28" id="28"/>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9" id="29"/>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0" id="30"/>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31" id="31"/>
          <p:cNvGrpSpPr/>
          <p:nvPr/>
        </p:nvGrpSpPr>
        <p:grpSpPr>
          <a:xfrm rot="0">
            <a:off x="16443867" y="9362871"/>
            <a:ext cx="996408" cy="1848257"/>
            <a:chOff x="0" y="0"/>
            <a:chExt cx="438186" cy="812800"/>
          </a:xfrm>
        </p:grpSpPr>
        <p:sp>
          <p:nvSpPr>
            <p:cNvPr name="Freeform 32" id="32"/>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3" id="33"/>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0">
            <a:off x="-1322260" y="2192331"/>
            <a:ext cx="9467020" cy="680267"/>
            <a:chOff x="0" y="0"/>
            <a:chExt cx="2493372" cy="179165"/>
          </a:xfrm>
        </p:grpSpPr>
        <p:sp>
          <p:nvSpPr>
            <p:cNvPr name="Freeform 35" id="35"/>
            <p:cNvSpPr/>
            <p:nvPr/>
          </p:nvSpPr>
          <p:spPr>
            <a:xfrm flipH="false" flipV="false" rot="0">
              <a:off x="0" y="0"/>
              <a:ext cx="2493372" cy="179165"/>
            </a:xfrm>
            <a:custGeom>
              <a:avLst/>
              <a:gdLst/>
              <a:ahLst/>
              <a:cxnLst/>
              <a:rect r="r" b="b" t="t" l="l"/>
              <a:pathLst>
                <a:path h="179165" w="2493372">
                  <a:moveTo>
                    <a:pt x="81778" y="0"/>
                  </a:moveTo>
                  <a:lnTo>
                    <a:pt x="2411594" y="0"/>
                  </a:lnTo>
                  <a:cubicBezTo>
                    <a:pt x="2456759" y="0"/>
                    <a:pt x="2493372" y="36613"/>
                    <a:pt x="2493372" y="81778"/>
                  </a:cubicBezTo>
                  <a:lnTo>
                    <a:pt x="2493372" y="97387"/>
                  </a:lnTo>
                  <a:cubicBezTo>
                    <a:pt x="2493372" y="119076"/>
                    <a:pt x="2484756" y="139877"/>
                    <a:pt x="2469419" y="155213"/>
                  </a:cubicBezTo>
                  <a:cubicBezTo>
                    <a:pt x="2454083" y="170549"/>
                    <a:pt x="2433283" y="179165"/>
                    <a:pt x="2411594" y="179165"/>
                  </a:cubicBezTo>
                  <a:lnTo>
                    <a:pt x="81778" y="179165"/>
                  </a:lnTo>
                  <a:cubicBezTo>
                    <a:pt x="36613" y="179165"/>
                    <a:pt x="0" y="142552"/>
                    <a:pt x="0" y="97387"/>
                  </a:cubicBezTo>
                  <a:lnTo>
                    <a:pt x="0" y="81778"/>
                  </a:lnTo>
                  <a:cubicBezTo>
                    <a:pt x="0" y="60089"/>
                    <a:pt x="8616" y="39288"/>
                    <a:pt x="23952" y="23952"/>
                  </a:cubicBezTo>
                  <a:cubicBezTo>
                    <a:pt x="39288" y="8616"/>
                    <a:pt x="60089" y="0"/>
                    <a:pt x="81778" y="0"/>
                  </a:cubicBezTo>
                  <a:close/>
                </a:path>
              </a:pathLst>
            </a:custGeom>
            <a:solidFill>
              <a:srgbClr val="CBE3AC"/>
            </a:solidFill>
          </p:spPr>
        </p:sp>
        <p:sp>
          <p:nvSpPr>
            <p:cNvPr name="TextBox 36" id="36"/>
            <p:cNvSpPr txBox="true"/>
            <p:nvPr/>
          </p:nvSpPr>
          <p:spPr>
            <a:xfrm>
              <a:off x="0" y="-28575"/>
              <a:ext cx="2493372" cy="207740"/>
            </a:xfrm>
            <a:prstGeom prst="rect">
              <a:avLst/>
            </a:prstGeom>
          </p:spPr>
          <p:txBody>
            <a:bodyPr anchor="ctr" rtlCol="false" tIns="50800" lIns="50800" bIns="50800" rIns="50800"/>
            <a:lstStyle/>
            <a:p>
              <a:pPr algn="ctr">
                <a:lnSpc>
                  <a:spcPts val="2380"/>
                </a:lnSpc>
              </a:pPr>
            </a:p>
          </p:txBody>
        </p:sp>
      </p:grpSp>
      <p:sp>
        <p:nvSpPr>
          <p:cNvPr name="Freeform 37" id="37"/>
          <p:cNvSpPr/>
          <p:nvPr/>
        </p:nvSpPr>
        <p:spPr>
          <a:xfrm flipH="false" flipV="false" rot="0">
            <a:off x="501434" y="2219267"/>
            <a:ext cx="604080" cy="625990"/>
          </a:xfrm>
          <a:custGeom>
            <a:avLst/>
            <a:gdLst/>
            <a:ahLst/>
            <a:cxnLst/>
            <a:rect r="r" b="b" t="t" l="l"/>
            <a:pathLst>
              <a:path h="625990" w="604080">
                <a:moveTo>
                  <a:pt x="0" y="0"/>
                </a:moveTo>
                <a:lnTo>
                  <a:pt x="604080" y="0"/>
                </a:lnTo>
                <a:lnTo>
                  <a:pt x="604080" y="625990"/>
                </a:lnTo>
                <a:lnTo>
                  <a:pt x="0" y="6259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8" id="38"/>
          <p:cNvSpPr txBox="true"/>
          <p:nvPr/>
        </p:nvSpPr>
        <p:spPr>
          <a:xfrm rot="0">
            <a:off x="366281" y="123388"/>
            <a:ext cx="11568234" cy="1673260"/>
          </a:xfrm>
          <a:prstGeom prst="rect">
            <a:avLst/>
          </a:prstGeom>
        </p:spPr>
        <p:txBody>
          <a:bodyPr anchor="t" rtlCol="false" tIns="0" lIns="0" bIns="0" rIns="0">
            <a:spAutoFit/>
          </a:bodyPr>
          <a:lstStyle/>
          <a:p>
            <a:pPr algn="l">
              <a:lnSpc>
                <a:spcPts val="6247"/>
              </a:lnSpc>
            </a:pPr>
            <a:r>
              <a:rPr lang="en-US" sz="6310" b="true">
                <a:solidFill>
                  <a:srgbClr val="1C6037"/>
                </a:solidFill>
                <a:latin typeface="Poppins Bold"/>
                <a:ea typeface="Poppins Bold"/>
                <a:cs typeface="Poppins Bold"/>
                <a:sym typeface="Poppins Bold"/>
              </a:rPr>
              <a:t>PERSIAPAN DAN PROSEDUR PEMERIKSAAN</a:t>
            </a:r>
          </a:p>
        </p:txBody>
      </p:sp>
      <p:grpSp>
        <p:nvGrpSpPr>
          <p:cNvPr name="Group 39" id="39"/>
          <p:cNvGrpSpPr/>
          <p:nvPr/>
        </p:nvGrpSpPr>
        <p:grpSpPr>
          <a:xfrm rot="0">
            <a:off x="10972800" y="-863232"/>
            <a:ext cx="7315200" cy="2670048"/>
            <a:chOff x="0" y="0"/>
            <a:chExt cx="9753600" cy="3560064"/>
          </a:xfrm>
        </p:grpSpPr>
        <p:sp>
          <p:nvSpPr>
            <p:cNvPr name="Freeform 40" id="40"/>
            <p:cNvSpPr/>
            <p:nvPr/>
          </p:nvSpPr>
          <p:spPr>
            <a:xfrm flipH="true" flipV="false" rot="0">
              <a:off x="0" y="0"/>
              <a:ext cx="9753600" cy="3560064"/>
            </a:xfrm>
            <a:custGeom>
              <a:avLst/>
              <a:gdLst/>
              <a:ahLst/>
              <a:cxnLst/>
              <a:rect r="r" b="b" t="t" l="l"/>
              <a:pathLst>
                <a:path h="3560064" w="9753600">
                  <a:moveTo>
                    <a:pt x="9753600" y="0"/>
                  </a:moveTo>
                  <a:lnTo>
                    <a:pt x="0" y="0"/>
                  </a:lnTo>
                  <a:lnTo>
                    <a:pt x="0" y="3560064"/>
                  </a:lnTo>
                  <a:lnTo>
                    <a:pt x="9753600" y="3560064"/>
                  </a:lnTo>
                  <a:lnTo>
                    <a:pt x="97536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1" id="41"/>
            <p:cNvGrpSpPr/>
            <p:nvPr/>
          </p:nvGrpSpPr>
          <p:grpSpPr>
            <a:xfrm rot="0">
              <a:off x="1086169" y="1761621"/>
              <a:ext cx="8310607" cy="711979"/>
              <a:chOff x="0" y="0"/>
              <a:chExt cx="3154180" cy="270222"/>
            </a:xfrm>
          </p:grpSpPr>
          <p:sp>
            <p:nvSpPr>
              <p:cNvPr name="Freeform 42" id="42"/>
              <p:cNvSpPr/>
              <p:nvPr/>
            </p:nvSpPr>
            <p:spPr>
              <a:xfrm flipH="false" flipV="false" rot="0">
                <a:off x="0" y="0"/>
                <a:ext cx="3154180" cy="270222"/>
              </a:xfrm>
              <a:custGeom>
                <a:avLst/>
                <a:gdLst/>
                <a:ahLst/>
                <a:cxnLst/>
                <a:rect r="r" b="b" t="t" l="l"/>
                <a:pathLst>
                  <a:path h="270222" w="3154180">
                    <a:moveTo>
                      <a:pt x="53716" y="0"/>
                    </a:moveTo>
                    <a:lnTo>
                      <a:pt x="3100465" y="0"/>
                    </a:lnTo>
                    <a:cubicBezTo>
                      <a:pt x="3130131" y="0"/>
                      <a:pt x="3154180" y="24049"/>
                      <a:pt x="3154180" y="53716"/>
                    </a:cubicBezTo>
                    <a:lnTo>
                      <a:pt x="3154180" y="216506"/>
                    </a:lnTo>
                    <a:cubicBezTo>
                      <a:pt x="3154180" y="246173"/>
                      <a:pt x="3130131" y="270222"/>
                      <a:pt x="3100465" y="270222"/>
                    </a:cubicBezTo>
                    <a:lnTo>
                      <a:pt x="53716" y="270222"/>
                    </a:lnTo>
                    <a:cubicBezTo>
                      <a:pt x="24049" y="270222"/>
                      <a:pt x="0" y="246173"/>
                      <a:pt x="0" y="216506"/>
                    </a:cubicBezTo>
                    <a:lnTo>
                      <a:pt x="0" y="53716"/>
                    </a:lnTo>
                    <a:cubicBezTo>
                      <a:pt x="0" y="24049"/>
                      <a:pt x="24049" y="0"/>
                      <a:pt x="53716" y="0"/>
                    </a:cubicBezTo>
                    <a:close/>
                  </a:path>
                </a:pathLst>
              </a:custGeom>
              <a:solidFill>
                <a:srgbClr val="FFFFFF"/>
              </a:solidFill>
              <a:ln w="19050" cap="rnd">
                <a:solidFill>
                  <a:srgbClr val="000000"/>
                </a:solidFill>
                <a:prstDash val="solid"/>
                <a:round/>
              </a:ln>
            </p:spPr>
          </p:sp>
          <p:sp>
            <p:nvSpPr>
              <p:cNvPr name="TextBox 43" id="43"/>
              <p:cNvSpPr txBox="true"/>
              <p:nvPr/>
            </p:nvSpPr>
            <p:spPr>
              <a:xfrm>
                <a:off x="0" y="19050"/>
                <a:ext cx="3154180" cy="251172"/>
              </a:xfrm>
              <a:prstGeom prst="rect">
                <a:avLst/>
              </a:prstGeom>
            </p:spPr>
            <p:txBody>
              <a:bodyPr anchor="ctr" rtlCol="false" tIns="61136" lIns="61136" bIns="61136" rIns="61136"/>
              <a:lstStyle/>
              <a:p>
                <a:pPr algn="ctr">
                  <a:lnSpc>
                    <a:spcPts val="2500"/>
                  </a:lnSpc>
                </a:pPr>
              </a:p>
            </p:txBody>
          </p:sp>
        </p:grpSp>
        <p:sp>
          <p:nvSpPr>
            <p:cNvPr name="Freeform 44" id="44"/>
            <p:cNvSpPr/>
            <p:nvPr/>
          </p:nvSpPr>
          <p:spPr>
            <a:xfrm flipH="false" flipV="false" rot="0">
              <a:off x="1370818" y="1811470"/>
              <a:ext cx="570393" cy="612281"/>
            </a:xfrm>
            <a:custGeom>
              <a:avLst/>
              <a:gdLst/>
              <a:ahLst/>
              <a:cxnLst/>
              <a:rect r="r" b="b" t="t" l="l"/>
              <a:pathLst>
                <a:path h="612281" w="570393">
                  <a:moveTo>
                    <a:pt x="0" y="0"/>
                  </a:moveTo>
                  <a:lnTo>
                    <a:pt x="570393" y="0"/>
                  </a:lnTo>
                  <a:lnTo>
                    <a:pt x="570393" y="612281"/>
                  </a:lnTo>
                  <a:lnTo>
                    <a:pt x="0" y="612281"/>
                  </a:lnTo>
                  <a:lnTo>
                    <a:pt x="0" y="0"/>
                  </a:lnTo>
                  <a:close/>
                </a:path>
              </a:pathLst>
            </a:custGeom>
            <a:blipFill>
              <a:blip r:embed="rId7"/>
              <a:stretch>
                <a:fillRect l="-3671" t="0" r="-3671" b="0"/>
              </a:stretch>
            </a:blipFill>
          </p:spPr>
        </p:sp>
        <p:sp>
          <p:nvSpPr>
            <p:cNvPr name="Freeform 45" id="45"/>
            <p:cNvSpPr/>
            <p:nvPr/>
          </p:nvSpPr>
          <p:spPr>
            <a:xfrm flipH="false" flipV="false" rot="0">
              <a:off x="5800277" y="1468498"/>
              <a:ext cx="1209408" cy="1298225"/>
            </a:xfrm>
            <a:custGeom>
              <a:avLst/>
              <a:gdLst/>
              <a:ahLst/>
              <a:cxnLst/>
              <a:rect r="r" b="b" t="t" l="l"/>
              <a:pathLst>
                <a:path h="1298225" w="1209408">
                  <a:moveTo>
                    <a:pt x="0" y="0"/>
                  </a:moveTo>
                  <a:lnTo>
                    <a:pt x="1209407" y="0"/>
                  </a:lnTo>
                  <a:lnTo>
                    <a:pt x="1209407" y="1298225"/>
                  </a:lnTo>
                  <a:lnTo>
                    <a:pt x="0" y="1298225"/>
                  </a:lnTo>
                  <a:lnTo>
                    <a:pt x="0" y="0"/>
                  </a:lnTo>
                  <a:close/>
                </a:path>
              </a:pathLst>
            </a:custGeom>
            <a:blipFill>
              <a:blip r:embed="rId8"/>
              <a:stretch>
                <a:fillRect l="-3671" t="0" r="-3671" b="0"/>
              </a:stretch>
            </a:blipFill>
          </p:spPr>
        </p:sp>
        <p:sp>
          <p:nvSpPr>
            <p:cNvPr name="Freeform 46" id="46"/>
            <p:cNvSpPr/>
            <p:nvPr/>
          </p:nvSpPr>
          <p:spPr>
            <a:xfrm flipH="false" flipV="false" rot="0">
              <a:off x="3526943" y="1515030"/>
              <a:ext cx="1122710" cy="1205161"/>
            </a:xfrm>
            <a:custGeom>
              <a:avLst/>
              <a:gdLst/>
              <a:ahLst/>
              <a:cxnLst/>
              <a:rect r="r" b="b" t="t" l="l"/>
              <a:pathLst>
                <a:path h="1205161" w="1122710">
                  <a:moveTo>
                    <a:pt x="0" y="0"/>
                  </a:moveTo>
                  <a:lnTo>
                    <a:pt x="1122711" y="0"/>
                  </a:lnTo>
                  <a:lnTo>
                    <a:pt x="1122711" y="1205161"/>
                  </a:lnTo>
                  <a:lnTo>
                    <a:pt x="0" y="1205161"/>
                  </a:lnTo>
                  <a:lnTo>
                    <a:pt x="0" y="0"/>
                  </a:lnTo>
                  <a:close/>
                </a:path>
              </a:pathLst>
            </a:custGeom>
            <a:blipFill>
              <a:blip r:embed="rId9"/>
              <a:stretch>
                <a:fillRect l="-3671" t="0" r="-3671" b="0"/>
              </a:stretch>
            </a:blipFill>
          </p:spPr>
        </p:sp>
        <p:sp>
          <p:nvSpPr>
            <p:cNvPr name="Freeform 47" id="47"/>
            <p:cNvSpPr/>
            <p:nvPr/>
          </p:nvSpPr>
          <p:spPr>
            <a:xfrm flipH="false" flipV="false" rot="0">
              <a:off x="4636769" y="1468498"/>
              <a:ext cx="1209408" cy="1298225"/>
            </a:xfrm>
            <a:custGeom>
              <a:avLst/>
              <a:gdLst/>
              <a:ahLst/>
              <a:cxnLst/>
              <a:rect r="r" b="b" t="t" l="l"/>
              <a:pathLst>
                <a:path h="1298225" w="1209408">
                  <a:moveTo>
                    <a:pt x="0" y="0"/>
                  </a:moveTo>
                  <a:lnTo>
                    <a:pt x="1209408" y="0"/>
                  </a:lnTo>
                  <a:lnTo>
                    <a:pt x="1209408" y="1298225"/>
                  </a:lnTo>
                  <a:lnTo>
                    <a:pt x="0" y="1298225"/>
                  </a:lnTo>
                  <a:lnTo>
                    <a:pt x="0" y="0"/>
                  </a:lnTo>
                  <a:close/>
                </a:path>
              </a:pathLst>
            </a:custGeom>
            <a:blipFill>
              <a:blip r:embed="rId10"/>
              <a:stretch>
                <a:fillRect l="-3671" t="0" r="-3671" b="0"/>
              </a:stretch>
            </a:blipFill>
          </p:spPr>
        </p:sp>
        <p:sp>
          <p:nvSpPr>
            <p:cNvPr name="Freeform 48" id="48"/>
            <p:cNvSpPr/>
            <p:nvPr/>
          </p:nvSpPr>
          <p:spPr>
            <a:xfrm flipH="false" flipV="false" rot="0">
              <a:off x="6934089" y="1827376"/>
              <a:ext cx="592211" cy="580469"/>
            </a:xfrm>
            <a:custGeom>
              <a:avLst/>
              <a:gdLst/>
              <a:ahLst/>
              <a:cxnLst/>
              <a:rect r="r" b="b" t="t" l="l"/>
              <a:pathLst>
                <a:path h="580469" w="592211">
                  <a:moveTo>
                    <a:pt x="0" y="0"/>
                  </a:moveTo>
                  <a:lnTo>
                    <a:pt x="592211" y="0"/>
                  </a:lnTo>
                  <a:lnTo>
                    <a:pt x="592211" y="580469"/>
                  </a:lnTo>
                  <a:lnTo>
                    <a:pt x="0" y="580469"/>
                  </a:lnTo>
                  <a:lnTo>
                    <a:pt x="0" y="0"/>
                  </a:lnTo>
                  <a:close/>
                </a:path>
              </a:pathLst>
            </a:custGeom>
            <a:blipFill>
              <a:blip r:embed="rId11"/>
              <a:stretch>
                <a:fillRect l="0" t="-1456" r="0" b="-566"/>
              </a:stretch>
            </a:blipFill>
          </p:spPr>
        </p:sp>
        <p:sp>
          <p:nvSpPr>
            <p:cNvPr name="Freeform 49" id="49"/>
            <p:cNvSpPr/>
            <p:nvPr/>
          </p:nvSpPr>
          <p:spPr>
            <a:xfrm flipH="false" flipV="false" rot="0">
              <a:off x="2000646" y="1906233"/>
              <a:ext cx="1548657" cy="451740"/>
            </a:xfrm>
            <a:custGeom>
              <a:avLst/>
              <a:gdLst/>
              <a:ahLst/>
              <a:cxnLst/>
              <a:rect r="r" b="b" t="t" l="l"/>
              <a:pathLst>
                <a:path h="451740" w="1548657">
                  <a:moveTo>
                    <a:pt x="0" y="0"/>
                  </a:moveTo>
                  <a:lnTo>
                    <a:pt x="1548656" y="0"/>
                  </a:lnTo>
                  <a:lnTo>
                    <a:pt x="1548656" y="451740"/>
                  </a:lnTo>
                  <a:lnTo>
                    <a:pt x="0" y="451740"/>
                  </a:lnTo>
                  <a:lnTo>
                    <a:pt x="0" y="0"/>
                  </a:lnTo>
                  <a:close/>
                </a:path>
              </a:pathLst>
            </a:custGeom>
            <a:blipFill>
              <a:blip r:embed="rId12"/>
              <a:stretch>
                <a:fillRect l="0" t="-552" r="0" b="-552"/>
              </a:stretch>
            </a:blipFill>
          </p:spPr>
        </p:sp>
        <p:sp>
          <p:nvSpPr>
            <p:cNvPr name="Freeform 50" id="50"/>
            <p:cNvSpPr/>
            <p:nvPr/>
          </p:nvSpPr>
          <p:spPr>
            <a:xfrm flipH="false" flipV="false" rot="0">
              <a:off x="7526300" y="1796813"/>
              <a:ext cx="1665107" cy="641595"/>
            </a:xfrm>
            <a:custGeom>
              <a:avLst/>
              <a:gdLst/>
              <a:ahLst/>
              <a:cxnLst/>
              <a:rect r="r" b="b" t="t" l="l"/>
              <a:pathLst>
                <a:path h="641595" w="1665107">
                  <a:moveTo>
                    <a:pt x="0" y="0"/>
                  </a:moveTo>
                  <a:lnTo>
                    <a:pt x="1665108" y="0"/>
                  </a:lnTo>
                  <a:lnTo>
                    <a:pt x="1665108" y="641595"/>
                  </a:lnTo>
                  <a:lnTo>
                    <a:pt x="0" y="641595"/>
                  </a:lnTo>
                  <a:lnTo>
                    <a:pt x="0" y="0"/>
                  </a:lnTo>
                  <a:close/>
                </a:path>
              </a:pathLst>
            </a:custGeom>
            <a:blipFill>
              <a:blip r:embed="rId13"/>
              <a:stretch>
                <a:fillRect l="0" t="0" r="-5929" b="0"/>
              </a:stretch>
            </a:blipFill>
          </p:spPr>
        </p:sp>
      </p:grpSp>
      <p:grpSp>
        <p:nvGrpSpPr>
          <p:cNvPr name="Group 51" id="51"/>
          <p:cNvGrpSpPr/>
          <p:nvPr/>
        </p:nvGrpSpPr>
        <p:grpSpPr>
          <a:xfrm rot="0">
            <a:off x="10105948" y="2219267"/>
            <a:ext cx="9690456" cy="653331"/>
            <a:chOff x="0" y="0"/>
            <a:chExt cx="2552219" cy="172071"/>
          </a:xfrm>
        </p:grpSpPr>
        <p:sp>
          <p:nvSpPr>
            <p:cNvPr name="Freeform 52" id="52"/>
            <p:cNvSpPr/>
            <p:nvPr/>
          </p:nvSpPr>
          <p:spPr>
            <a:xfrm flipH="false" flipV="false" rot="0">
              <a:off x="0" y="0"/>
              <a:ext cx="2552219" cy="172071"/>
            </a:xfrm>
            <a:custGeom>
              <a:avLst/>
              <a:gdLst/>
              <a:ahLst/>
              <a:cxnLst/>
              <a:rect r="r" b="b" t="t" l="l"/>
              <a:pathLst>
                <a:path h="172071" w="2552219">
                  <a:moveTo>
                    <a:pt x="79892" y="0"/>
                  </a:moveTo>
                  <a:lnTo>
                    <a:pt x="2472327" y="0"/>
                  </a:lnTo>
                  <a:cubicBezTo>
                    <a:pt x="2493515" y="0"/>
                    <a:pt x="2513836" y="8417"/>
                    <a:pt x="2528819" y="23400"/>
                  </a:cubicBezTo>
                  <a:cubicBezTo>
                    <a:pt x="2543802" y="38383"/>
                    <a:pt x="2552219" y="58703"/>
                    <a:pt x="2552219" y="79892"/>
                  </a:cubicBezTo>
                  <a:lnTo>
                    <a:pt x="2552219" y="92179"/>
                  </a:lnTo>
                  <a:cubicBezTo>
                    <a:pt x="2552219" y="113367"/>
                    <a:pt x="2543802" y="133688"/>
                    <a:pt x="2528819" y="148671"/>
                  </a:cubicBezTo>
                  <a:cubicBezTo>
                    <a:pt x="2513836" y="163654"/>
                    <a:pt x="2493515" y="172071"/>
                    <a:pt x="2472327" y="172071"/>
                  </a:cubicBezTo>
                  <a:lnTo>
                    <a:pt x="79892" y="172071"/>
                  </a:lnTo>
                  <a:cubicBezTo>
                    <a:pt x="58703" y="172071"/>
                    <a:pt x="38383" y="163654"/>
                    <a:pt x="23400" y="148671"/>
                  </a:cubicBezTo>
                  <a:cubicBezTo>
                    <a:pt x="8417" y="133688"/>
                    <a:pt x="0" y="113367"/>
                    <a:pt x="0" y="92179"/>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53" id="53"/>
            <p:cNvSpPr txBox="true"/>
            <p:nvPr/>
          </p:nvSpPr>
          <p:spPr>
            <a:xfrm>
              <a:off x="0" y="-28575"/>
              <a:ext cx="2552219" cy="200646"/>
            </a:xfrm>
            <a:prstGeom prst="rect">
              <a:avLst/>
            </a:prstGeom>
          </p:spPr>
          <p:txBody>
            <a:bodyPr anchor="ctr" rtlCol="false" tIns="50800" lIns="50800" bIns="50800" rIns="50800"/>
            <a:lstStyle/>
            <a:p>
              <a:pPr algn="ctr">
                <a:lnSpc>
                  <a:spcPts val="2380"/>
                </a:lnSpc>
              </a:pPr>
            </a:p>
          </p:txBody>
        </p:sp>
      </p:grpSp>
      <p:sp>
        <p:nvSpPr>
          <p:cNvPr name="Freeform 54" id="54"/>
          <p:cNvSpPr/>
          <p:nvPr/>
        </p:nvSpPr>
        <p:spPr>
          <a:xfrm flipH="false" flipV="false" rot="0">
            <a:off x="10105948" y="2219267"/>
            <a:ext cx="623533" cy="646148"/>
          </a:xfrm>
          <a:custGeom>
            <a:avLst/>
            <a:gdLst/>
            <a:ahLst/>
            <a:cxnLst/>
            <a:rect r="r" b="b" t="t" l="l"/>
            <a:pathLst>
              <a:path h="646148" w="623533">
                <a:moveTo>
                  <a:pt x="0" y="0"/>
                </a:moveTo>
                <a:lnTo>
                  <a:pt x="623532" y="0"/>
                </a:lnTo>
                <a:lnTo>
                  <a:pt x="623532" y="646148"/>
                </a:lnTo>
                <a:lnTo>
                  <a:pt x="0" y="6461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5" id="55"/>
          <p:cNvGrpSpPr/>
          <p:nvPr/>
        </p:nvGrpSpPr>
        <p:grpSpPr>
          <a:xfrm rot="0">
            <a:off x="-1468476" y="5477949"/>
            <a:ext cx="9613237" cy="608661"/>
            <a:chOff x="0" y="0"/>
            <a:chExt cx="2531881" cy="160306"/>
          </a:xfrm>
        </p:grpSpPr>
        <p:sp>
          <p:nvSpPr>
            <p:cNvPr name="Freeform 56" id="56"/>
            <p:cNvSpPr/>
            <p:nvPr/>
          </p:nvSpPr>
          <p:spPr>
            <a:xfrm flipH="false" flipV="false" rot="0">
              <a:off x="0" y="0"/>
              <a:ext cx="2531881" cy="160306"/>
            </a:xfrm>
            <a:custGeom>
              <a:avLst/>
              <a:gdLst/>
              <a:ahLst/>
              <a:cxnLst/>
              <a:rect r="r" b="b" t="t" l="l"/>
              <a:pathLst>
                <a:path h="160306" w="2531881">
                  <a:moveTo>
                    <a:pt x="80153" y="0"/>
                  </a:moveTo>
                  <a:lnTo>
                    <a:pt x="2451728" y="0"/>
                  </a:lnTo>
                  <a:cubicBezTo>
                    <a:pt x="2495996" y="0"/>
                    <a:pt x="2531881" y="35886"/>
                    <a:pt x="2531881" y="80153"/>
                  </a:cubicBezTo>
                  <a:lnTo>
                    <a:pt x="2531881" y="80153"/>
                  </a:lnTo>
                  <a:cubicBezTo>
                    <a:pt x="2531881" y="101411"/>
                    <a:pt x="2523437" y="121798"/>
                    <a:pt x="2508405" y="136830"/>
                  </a:cubicBezTo>
                  <a:cubicBezTo>
                    <a:pt x="2493374" y="151861"/>
                    <a:pt x="2472986" y="160306"/>
                    <a:pt x="2451728" y="160306"/>
                  </a:cubicBezTo>
                  <a:lnTo>
                    <a:pt x="80153" y="160306"/>
                  </a:lnTo>
                  <a:cubicBezTo>
                    <a:pt x="35886" y="160306"/>
                    <a:pt x="0" y="124420"/>
                    <a:pt x="0" y="80153"/>
                  </a:cubicBezTo>
                  <a:lnTo>
                    <a:pt x="0" y="80153"/>
                  </a:lnTo>
                  <a:cubicBezTo>
                    <a:pt x="0" y="35886"/>
                    <a:pt x="35886" y="0"/>
                    <a:pt x="80153" y="0"/>
                  </a:cubicBezTo>
                  <a:close/>
                </a:path>
              </a:pathLst>
            </a:custGeom>
            <a:solidFill>
              <a:srgbClr val="CBE3AC"/>
            </a:solidFill>
          </p:spPr>
        </p:sp>
        <p:sp>
          <p:nvSpPr>
            <p:cNvPr name="TextBox 57" id="57"/>
            <p:cNvSpPr txBox="true"/>
            <p:nvPr/>
          </p:nvSpPr>
          <p:spPr>
            <a:xfrm>
              <a:off x="0" y="-28575"/>
              <a:ext cx="2531881" cy="188881"/>
            </a:xfrm>
            <a:prstGeom prst="rect">
              <a:avLst/>
            </a:prstGeom>
          </p:spPr>
          <p:txBody>
            <a:bodyPr anchor="ctr" rtlCol="false" tIns="50800" lIns="50800" bIns="50800" rIns="50800"/>
            <a:lstStyle/>
            <a:p>
              <a:pPr algn="ctr">
                <a:lnSpc>
                  <a:spcPts val="2380"/>
                </a:lnSpc>
              </a:pPr>
            </a:p>
          </p:txBody>
        </p:sp>
      </p:grpSp>
      <p:sp>
        <p:nvSpPr>
          <p:cNvPr name="Freeform 58" id="58"/>
          <p:cNvSpPr/>
          <p:nvPr/>
        </p:nvSpPr>
        <p:spPr>
          <a:xfrm flipH="false" flipV="false" rot="0">
            <a:off x="544672" y="5477949"/>
            <a:ext cx="563037" cy="583458"/>
          </a:xfrm>
          <a:custGeom>
            <a:avLst/>
            <a:gdLst/>
            <a:ahLst/>
            <a:cxnLst/>
            <a:rect r="r" b="b" t="t" l="l"/>
            <a:pathLst>
              <a:path h="583458" w="563037">
                <a:moveTo>
                  <a:pt x="0" y="0"/>
                </a:moveTo>
                <a:lnTo>
                  <a:pt x="563037" y="0"/>
                </a:lnTo>
                <a:lnTo>
                  <a:pt x="563037" y="583458"/>
                </a:lnTo>
                <a:lnTo>
                  <a:pt x="0" y="583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59" id="59"/>
          <p:cNvGrpSpPr/>
          <p:nvPr/>
        </p:nvGrpSpPr>
        <p:grpSpPr>
          <a:xfrm rot="0">
            <a:off x="10142122" y="5459611"/>
            <a:ext cx="9690456" cy="627000"/>
            <a:chOff x="0" y="0"/>
            <a:chExt cx="2552219" cy="165136"/>
          </a:xfrm>
        </p:grpSpPr>
        <p:sp>
          <p:nvSpPr>
            <p:cNvPr name="Freeform 60" id="60"/>
            <p:cNvSpPr/>
            <p:nvPr/>
          </p:nvSpPr>
          <p:spPr>
            <a:xfrm flipH="false" flipV="false" rot="0">
              <a:off x="0" y="0"/>
              <a:ext cx="2552219" cy="165136"/>
            </a:xfrm>
            <a:custGeom>
              <a:avLst/>
              <a:gdLst/>
              <a:ahLst/>
              <a:cxnLst/>
              <a:rect r="r" b="b" t="t" l="l"/>
              <a:pathLst>
                <a:path h="165136" w="2552219">
                  <a:moveTo>
                    <a:pt x="79892" y="0"/>
                  </a:moveTo>
                  <a:lnTo>
                    <a:pt x="2472327" y="0"/>
                  </a:lnTo>
                  <a:cubicBezTo>
                    <a:pt x="2493515" y="0"/>
                    <a:pt x="2513836" y="8417"/>
                    <a:pt x="2528819" y="23400"/>
                  </a:cubicBezTo>
                  <a:cubicBezTo>
                    <a:pt x="2543802" y="38383"/>
                    <a:pt x="2552219" y="58703"/>
                    <a:pt x="2552219" y="79892"/>
                  </a:cubicBezTo>
                  <a:lnTo>
                    <a:pt x="2552219" y="85244"/>
                  </a:lnTo>
                  <a:cubicBezTo>
                    <a:pt x="2552219" y="106432"/>
                    <a:pt x="2543802" y="126753"/>
                    <a:pt x="2528819" y="141736"/>
                  </a:cubicBezTo>
                  <a:cubicBezTo>
                    <a:pt x="2513836" y="156719"/>
                    <a:pt x="2493515" y="165136"/>
                    <a:pt x="2472327" y="165136"/>
                  </a:cubicBezTo>
                  <a:lnTo>
                    <a:pt x="79892" y="165136"/>
                  </a:lnTo>
                  <a:cubicBezTo>
                    <a:pt x="58703" y="165136"/>
                    <a:pt x="38383" y="156719"/>
                    <a:pt x="23400" y="141736"/>
                  </a:cubicBezTo>
                  <a:cubicBezTo>
                    <a:pt x="8417" y="126753"/>
                    <a:pt x="0" y="106432"/>
                    <a:pt x="0" y="85244"/>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61" id="61"/>
            <p:cNvSpPr txBox="true"/>
            <p:nvPr/>
          </p:nvSpPr>
          <p:spPr>
            <a:xfrm>
              <a:off x="0" y="-28575"/>
              <a:ext cx="2552219" cy="193711"/>
            </a:xfrm>
            <a:prstGeom prst="rect">
              <a:avLst/>
            </a:prstGeom>
          </p:spPr>
          <p:txBody>
            <a:bodyPr anchor="ctr" rtlCol="false" tIns="50800" lIns="50800" bIns="50800" rIns="50800"/>
            <a:lstStyle/>
            <a:p>
              <a:pPr algn="ctr">
                <a:lnSpc>
                  <a:spcPts val="2380"/>
                </a:lnSpc>
              </a:pPr>
            </a:p>
          </p:txBody>
        </p:sp>
      </p:grpSp>
      <p:sp>
        <p:nvSpPr>
          <p:cNvPr name="TextBox 62" id="62"/>
          <p:cNvSpPr txBox="true"/>
          <p:nvPr/>
        </p:nvSpPr>
        <p:spPr>
          <a:xfrm rot="0">
            <a:off x="10972800" y="5519107"/>
            <a:ext cx="610566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Sterilisasi Alat</a:t>
            </a:r>
          </a:p>
          <a:p>
            <a:pPr algn="l">
              <a:lnSpc>
                <a:spcPts val="3828"/>
              </a:lnSpc>
            </a:pPr>
          </a:p>
        </p:txBody>
      </p:sp>
      <p:sp>
        <p:nvSpPr>
          <p:cNvPr name="Freeform 63" id="63"/>
          <p:cNvSpPr/>
          <p:nvPr/>
        </p:nvSpPr>
        <p:spPr>
          <a:xfrm flipH="false" flipV="false" rot="0">
            <a:off x="10142122" y="5477949"/>
            <a:ext cx="587358" cy="608661"/>
          </a:xfrm>
          <a:custGeom>
            <a:avLst/>
            <a:gdLst/>
            <a:ahLst/>
            <a:cxnLst/>
            <a:rect r="r" b="b" t="t" l="l"/>
            <a:pathLst>
              <a:path h="608661" w="587358">
                <a:moveTo>
                  <a:pt x="0" y="0"/>
                </a:moveTo>
                <a:lnTo>
                  <a:pt x="587358" y="0"/>
                </a:lnTo>
                <a:lnTo>
                  <a:pt x="587358" y="608662"/>
                </a:lnTo>
                <a:lnTo>
                  <a:pt x="0" y="60866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4" id="64"/>
          <p:cNvSpPr/>
          <p:nvPr/>
        </p:nvSpPr>
        <p:spPr>
          <a:xfrm flipH="false" flipV="false" rot="0">
            <a:off x="1267224" y="3106755"/>
            <a:ext cx="2085304" cy="2085304"/>
          </a:xfrm>
          <a:custGeom>
            <a:avLst/>
            <a:gdLst/>
            <a:ahLst/>
            <a:cxnLst/>
            <a:rect r="r" b="b" t="t" l="l"/>
            <a:pathLst>
              <a:path h="2085304" w="2085304">
                <a:moveTo>
                  <a:pt x="0" y="0"/>
                </a:moveTo>
                <a:lnTo>
                  <a:pt x="2085305" y="0"/>
                </a:lnTo>
                <a:lnTo>
                  <a:pt x="2085305" y="2085305"/>
                </a:lnTo>
                <a:lnTo>
                  <a:pt x="0" y="208530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5" id="65"/>
          <p:cNvSpPr/>
          <p:nvPr/>
        </p:nvSpPr>
        <p:spPr>
          <a:xfrm flipH="false" flipV="false" rot="0">
            <a:off x="1361480" y="6641237"/>
            <a:ext cx="1991049" cy="1991049"/>
          </a:xfrm>
          <a:custGeom>
            <a:avLst/>
            <a:gdLst/>
            <a:ahLst/>
            <a:cxnLst/>
            <a:rect r="r" b="b" t="t" l="l"/>
            <a:pathLst>
              <a:path h="1991049" w="1991049">
                <a:moveTo>
                  <a:pt x="0" y="0"/>
                </a:moveTo>
                <a:lnTo>
                  <a:pt x="1991049" y="0"/>
                </a:lnTo>
                <a:lnTo>
                  <a:pt x="1991049" y="1991049"/>
                </a:lnTo>
                <a:lnTo>
                  <a:pt x="0" y="199104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66" id="66"/>
          <p:cNvGrpSpPr/>
          <p:nvPr/>
        </p:nvGrpSpPr>
        <p:grpSpPr>
          <a:xfrm rot="0">
            <a:off x="3543687" y="2978732"/>
            <a:ext cx="4370597" cy="2341352"/>
            <a:chOff x="0" y="0"/>
            <a:chExt cx="1151104" cy="616652"/>
          </a:xfrm>
        </p:grpSpPr>
        <p:sp>
          <p:nvSpPr>
            <p:cNvPr name="Freeform 67" id="67"/>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68" id="68"/>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69" id="69"/>
          <p:cNvGrpSpPr/>
          <p:nvPr/>
        </p:nvGrpSpPr>
        <p:grpSpPr>
          <a:xfrm rot="0">
            <a:off x="13564722" y="6290934"/>
            <a:ext cx="4370597" cy="2845146"/>
            <a:chOff x="0" y="0"/>
            <a:chExt cx="1151104" cy="749339"/>
          </a:xfrm>
        </p:grpSpPr>
        <p:sp>
          <p:nvSpPr>
            <p:cNvPr name="Freeform 70" id="70"/>
            <p:cNvSpPr/>
            <p:nvPr/>
          </p:nvSpPr>
          <p:spPr>
            <a:xfrm flipH="false" flipV="false" rot="0">
              <a:off x="0" y="0"/>
              <a:ext cx="1151104" cy="749339"/>
            </a:xfrm>
            <a:custGeom>
              <a:avLst/>
              <a:gdLst/>
              <a:ahLst/>
              <a:cxnLst/>
              <a:rect r="r" b="b" t="t" l="l"/>
              <a:pathLst>
                <a:path h="749339" w="1151104">
                  <a:moveTo>
                    <a:pt x="90340" y="0"/>
                  </a:moveTo>
                  <a:lnTo>
                    <a:pt x="1060764" y="0"/>
                  </a:lnTo>
                  <a:cubicBezTo>
                    <a:pt x="1084724" y="0"/>
                    <a:pt x="1107702" y="9518"/>
                    <a:pt x="1124644" y="26460"/>
                  </a:cubicBezTo>
                  <a:cubicBezTo>
                    <a:pt x="1141586" y="43402"/>
                    <a:pt x="1151104" y="66380"/>
                    <a:pt x="1151104" y="90340"/>
                  </a:cubicBezTo>
                  <a:lnTo>
                    <a:pt x="1151104" y="658999"/>
                  </a:lnTo>
                  <a:cubicBezTo>
                    <a:pt x="1151104" y="682959"/>
                    <a:pt x="1141586" y="705937"/>
                    <a:pt x="1124644" y="722879"/>
                  </a:cubicBezTo>
                  <a:cubicBezTo>
                    <a:pt x="1107702" y="739821"/>
                    <a:pt x="1084724" y="749339"/>
                    <a:pt x="1060764" y="749339"/>
                  </a:cubicBezTo>
                  <a:lnTo>
                    <a:pt x="90340" y="749339"/>
                  </a:lnTo>
                  <a:cubicBezTo>
                    <a:pt x="66380" y="749339"/>
                    <a:pt x="43402" y="739821"/>
                    <a:pt x="26460" y="722879"/>
                  </a:cubicBezTo>
                  <a:cubicBezTo>
                    <a:pt x="9518" y="705937"/>
                    <a:pt x="0" y="682959"/>
                    <a:pt x="0" y="658999"/>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71" id="71"/>
            <p:cNvSpPr txBox="true"/>
            <p:nvPr/>
          </p:nvSpPr>
          <p:spPr>
            <a:xfrm>
              <a:off x="0" y="-28575"/>
              <a:ext cx="1151104" cy="777914"/>
            </a:xfrm>
            <a:prstGeom prst="rect">
              <a:avLst/>
            </a:prstGeom>
          </p:spPr>
          <p:txBody>
            <a:bodyPr anchor="ctr" rtlCol="false" tIns="50800" lIns="50800" bIns="50800" rIns="50800"/>
            <a:lstStyle/>
            <a:p>
              <a:pPr algn="ctr">
                <a:lnSpc>
                  <a:spcPts val="2380"/>
                </a:lnSpc>
              </a:pPr>
            </a:p>
          </p:txBody>
        </p:sp>
      </p:grpSp>
      <p:sp>
        <p:nvSpPr>
          <p:cNvPr name="Freeform 72" id="72"/>
          <p:cNvSpPr/>
          <p:nvPr/>
        </p:nvSpPr>
        <p:spPr>
          <a:xfrm flipH="false" flipV="false" rot="0">
            <a:off x="11044391" y="3109450"/>
            <a:ext cx="1908244" cy="1908244"/>
          </a:xfrm>
          <a:custGeom>
            <a:avLst/>
            <a:gdLst/>
            <a:ahLst/>
            <a:cxnLst/>
            <a:rect r="r" b="b" t="t" l="l"/>
            <a:pathLst>
              <a:path h="1908244" w="1908244">
                <a:moveTo>
                  <a:pt x="0" y="0"/>
                </a:moveTo>
                <a:lnTo>
                  <a:pt x="1908244" y="0"/>
                </a:lnTo>
                <a:lnTo>
                  <a:pt x="1908244" y="1908244"/>
                </a:lnTo>
                <a:lnTo>
                  <a:pt x="0" y="190824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73" id="73"/>
          <p:cNvSpPr/>
          <p:nvPr/>
        </p:nvSpPr>
        <p:spPr>
          <a:xfrm flipH="false" flipV="false" rot="0">
            <a:off x="10880203" y="6554614"/>
            <a:ext cx="2072432" cy="2072432"/>
          </a:xfrm>
          <a:custGeom>
            <a:avLst/>
            <a:gdLst/>
            <a:ahLst/>
            <a:cxnLst/>
            <a:rect r="r" b="b" t="t" l="l"/>
            <a:pathLst>
              <a:path h="2072432" w="2072432">
                <a:moveTo>
                  <a:pt x="0" y="0"/>
                </a:moveTo>
                <a:lnTo>
                  <a:pt x="2072432" y="0"/>
                </a:lnTo>
                <a:lnTo>
                  <a:pt x="2072432" y="2072432"/>
                </a:lnTo>
                <a:lnTo>
                  <a:pt x="0" y="2072432"/>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74" id="74"/>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75" id="75"/>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76" id="76"/>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77" id="77"/>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78" id="78"/>
          <p:cNvSpPr txBox="true"/>
          <p:nvPr/>
        </p:nvSpPr>
        <p:spPr>
          <a:xfrm rot="0">
            <a:off x="1332674" y="2249116"/>
            <a:ext cx="403970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Per</a:t>
            </a:r>
            <a:r>
              <a:rPr lang="en-US" sz="3480" b="true">
                <a:solidFill>
                  <a:srgbClr val="C90000"/>
                </a:solidFill>
                <a:latin typeface="Poppins Bold"/>
                <a:ea typeface="Poppins Bold"/>
                <a:cs typeface="Poppins Bold"/>
                <a:sym typeface="Poppins Bold"/>
              </a:rPr>
              <a:t>siapan pasien</a:t>
            </a:r>
          </a:p>
          <a:p>
            <a:pPr algn="l">
              <a:lnSpc>
                <a:spcPts val="3828"/>
              </a:lnSpc>
            </a:pPr>
          </a:p>
        </p:txBody>
      </p:sp>
      <p:sp>
        <p:nvSpPr>
          <p:cNvPr name="TextBox 79" id="79"/>
          <p:cNvSpPr txBox="true"/>
          <p:nvPr/>
        </p:nvSpPr>
        <p:spPr>
          <a:xfrm rot="0">
            <a:off x="10972800" y="2292825"/>
            <a:ext cx="5183844"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Peme</a:t>
            </a:r>
            <a:r>
              <a:rPr lang="en-US" sz="3480" b="true">
                <a:solidFill>
                  <a:srgbClr val="C90000"/>
                </a:solidFill>
                <a:latin typeface="Poppins Bold"/>
                <a:ea typeface="Poppins Bold"/>
                <a:cs typeface="Poppins Bold"/>
                <a:sym typeface="Poppins Bold"/>
              </a:rPr>
              <a:t>riksaan Glicovia</a:t>
            </a:r>
          </a:p>
          <a:p>
            <a:pPr algn="l">
              <a:lnSpc>
                <a:spcPts val="3828"/>
              </a:lnSpc>
            </a:pPr>
          </a:p>
        </p:txBody>
      </p:sp>
      <p:sp>
        <p:nvSpPr>
          <p:cNvPr name="TextBox 80" id="80"/>
          <p:cNvSpPr txBox="true"/>
          <p:nvPr/>
        </p:nvSpPr>
        <p:spPr>
          <a:xfrm rot="0">
            <a:off x="3989741" y="3350578"/>
            <a:ext cx="3478489" cy="159766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Persiapan pasien disesuaikan dengan prosedur pra pengambilan </a:t>
            </a:r>
          </a:p>
        </p:txBody>
      </p:sp>
      <p:sp>
        <p:nvSpPr>
          <p:cNvPr name="TextBox 81" id="81"/>
          <p:cNvSpPr txBox="true"/>
          <p:nvPr/>
        </p:nvSpPr>
        <p:spPr>
          <a:xfrm rot="0">
            <a:off x="3718394" y="6523606"/>
            <a:ext cx="4135421"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Pengambilan </a:t>
            </a:r>
            <a:r>
              <a:rPr lang="en-US" b="true" sz="2799" i="true">
                <a:solidFill>
                  <a:srgbClr val="000000"/>
                </a:solidFill>
                <a:latin typeface="Poppins Bold Italics"/>
                <a:ea typeface="Poppins Bold Italics"/>
                <a:cs typeface="Poppins Bold Italics"/>
                <a:sym typeface="Poppins Bold Italics"/>
              </a:rPr>
              <a:t>unstimulated</a:t>
            </a:r>
            <a:r>
              <a:rPr lang="en-US" sz="2799" b="true">
                <a:solidFill>
                  <a:srgbClr val="000000"/>
                </a:solidFill>
                <a:latin typeface="Poppins Bold"/>
                <a:ea typeface="Poppins Bold"/>
                <a:cs typeface="Poppins Bold"/>
                <a:sym typeface="Poppins Bold"/>
              </a:rPr>
              <a:t> saliva dengan sendok </a:t>
            </a:r>
            <a:r>
              <a:rPr lang="en-US" b="true" sz="2799" i="true">
                <a:solidFill>
                  <a:srgbClr val="000000"/>
                </a:solidFill>
                <a:latin typeface="Poppins Bold Italics"/>
                <a:ea typeface="Poppins Bold Italics"/>
                <a:cs typeface="Poppins Bold Italics"/>
                <a:sym typeface="Poppins Bold Italics"/>
              </a:rPr>
              <a:t>stainless steel </a:t>
            </a:r>
            <a:r>
              <a:rPr lang="en-US" sz="2799" b="true">
                <a:solidFill>
                  <a:srgbClr val="000000"/>
                </a:solidFill>
                <a:latin typeface="Poppins Bold"/>
                <a:ea typeface="Poppins Bold"/>
                <a:cs typeface="Poppins Bold"/>
                <a:sym typeface="Poppins Bold"/>
              </a:rPr>
              <a:t>1ml steril dalam satu paket</a:t>
            </a:r>
          </a:p>
        </p:txBody>
      </p:sp>
      <p:sp>
        <p:nvSpPr>
          <p:cNvPr name="TextBox 82" id="82"/>
          <p:cNvSpPr txBox="true"/>
          <p:nvPr/>
        </p:nvSpPr>
        <p:spPr>
          <a:xfrm rot="0">
            <a:off x="13761723" y="3384376"/>
            <a:ext cx="3976596" cy="1988185"/>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Sendok dimasukkan ke perangkat untuk dilakukan analisis biomarka saliva.</a:t>
            </a:r>
          </a:p>
          <a:p>
            <a:pPr algn="ctr">
              <a:lnSpc>
                <a:spcPts val="3079"/>
              </a:lnSpc>
            </a:pPr>
          </a:p>
        </p:txBody>
      </p:sp>
      <p:sp>
        <p:nvSpPr>
          <p:cNvPr name="TextBox 83" id="83"/>
          <p:cNvSpPr txBox="true"/>
          <p:nvPr/>
        </p:nvSpPr>
        <p:spPr>
          <a:xfrm rot="0">
            <a:off x="1332674" y="5519107"/>
            <a:ext cx="4723151"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Pengambilan saliva</a:t>
            </a:r>
          </a:p>
          <a:p>
            <a:pPr algn="l">
              <a:lnSpc>
                <a:spcPts val="3828"/>
              </a:lnSpc>
            </a:pPr>
          </a:p>
        </p:txBody>
      </p:sp>
      <p:sp>
        <p:nvSpPr>
          <p:cNvPr name="TextBox 84" id="84"/>
          <p:cNvSpPr txBox="true"/>
          <p:nvPr/>
        </p:nvSpPr>
        <p:spPr>
          <a:xfrm rot="0">
            <a:off x="13761723" y="6704581"/>
            <a:ext cx="3983109"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Sendok dibersihkan dan didisinfeksi dengan alkohol 70% sebelum digunakan kembali.</a:t>
            </a:r>
          </a:p>
          <a:p>
            <a:pPr algn="ctr">
              <a:lnSpc>
                <a:spcPts val="3079"/>
              </a:lnSpc>
            </a:pPr>
          </a:p>
        </p:txBody>
      </p:sp>
      <p:sp>
        <p:nvSpPr>
          <p:cNvPr name="TextBox 85" id="85"/>
          <p:cNvSpPr txBox="true"/>
          <p:nvPr/>
        </p:nvSpPr>
        <p:spPr>
          <a:xfrm rot="0">
            <a:off x="16616435" y="9421254"/>
            <a:ext cx="651272"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20</a:t>
            </a:r>
          </a:p>
        </p:txBody>
      </p:sp>
      <p:grpSp>
        <p:nvGrpSpPr>
          <p:cNvPr name="Group 86" id="86"/>
          <p:cNvGrpSpPr/>
          <p:nvPr/>
        </p:nvGrpSpPr>
        <p:grpSpPr>
          <a:xfrm rot="0">
            <a:off x="-592186" y="-517054"/>
            <a:ext cx="19165303" cy="12465635"/>
            <a:chOff x="0" y="0"/>
            <a:chExt cx="5047652" cy="3283130"/>
          </a:xfrm>
        </p:grpSpPr>
        <p:sp>
          <p:nvSpPr>
            <p:cNvPr name="Freeform 87" id="87"/>
            <p:cNvSpPr/>
            <p:nvPr/>
          </p:nvSpPr>
          <p:spPr>
            <a:xfrm flipH="false" flipV="false" rot="0">
              <a:off x="0" y="0"/>
              <a:ext cx="5047652" cy="3283130"/>
            </a:xfrm>
            <a:custGeom>
              <a:avLst/>
              <a:gdLst/>
              <a:ahLst/>
              <a:cxnLst/>
              <a:rect r="r" b="b" t="t" l="l"/>
              <a:pathLst>
                <a:path h="3283130" w="5047652">
                  <a:moveTo>
                    <a:pt x="0" y="0"/>
                  </a:moveTo>
                  <a:lnTo>
                    <a:pt x="5047652" y="0"/>
                  </a:lnTo>
                  <a:lnTo>
                    <a:pt x="5047652" y="3283130"/>
                  </a:lnTo>
                  <a:lnTo>
                    <a:pt x="0" y="3283130"/>
                  </a:lnTo>
                  <a:close/>
                </a:path>
              </a:pathLst>
            </a:custGeom>
            <a:solidFill>
              <a:srgbClr val="161C18">
                <a:alpha val="89804"/>
              </a:srgbClr>
            </a:solidFill>
          </p:spPr>
        </p:sp>
        <p:sp>
          <p:nvSpPr>
            <p:cNvPr name="TextBox 88" id="88"/>
            <p:cNvSpPr txBox="true"/>
            <p:nvPr/>
          </p:nvSpPr>
          <p:spPr>
            <a:xfrm>
              <a:off x="0" y="-28575"/>
              <a:ext cx="5047652" cy="3311705"/>
            </a:xfrm>
            <a:prstGeom prst="rect">
              <a:avLst/>
            </a:prstGeom>
          </p:spPr>
          <p:txBody>
            <a:bodyPr anchor="ctr" rtlCol="false" tIns="50800" lIns="50800" bIns="50800" rIns="50800"/>
            <a:lstStyle/>
            <a:p>
              <a:pPr algn="ctr">
                <a:lnSpc>
                  <a:spcPts val="2380"/>
                </a:lnSpc>
              </a:pPr>
            </a:p>
          </p:txBody>
        </p:sp>
      </p:grpSp>
      <p:grpSp>
        <p:nvGrpSpPr>
          <p:cNvPr name="Group 89" id="89"/>
          <p:cNvGrpSpPr/>
          <p:nvPr/>
        </p:nvGrpSpPr>
        <p:grpSpPr>
          <a:xfrm rot="0">
            <a:off x="1361480" y="3819135"/>
            <a:ext cx="6274005" cy="2267476"/>
            <a:chOff x="0" y="0"/>
            <a:chExt cx="1652413" cy="597195"/>
          </a:xfrm>
        </p:grpSpPr>
        <p:sp>
          <p:nvSpPr>
            <p:cNvPr name="Freeform 90" id="90"/>
            <p:cNvSpPr/>
            <p:nvPr/>
          </p:nvSpPr>
          <p:spPr>
            <a:xfrm flipH="false" flipV="false" rot="0">
              <a:off x="0" y="0"/>
              <a:ext cx="1652413" cy="597195"/>
            </a:xfrm>
            <a:custGeom>
              <a:avLst/>
              <a:gdLst/>
              <a:ahLst/>
              <a:cxnLst/>
              <a:rect r="r" b="b" t="t" l="l"/>
              <a:pathLst>
                <a:path h="597195" w="1652413">
                  <a:moveTo>
                    <a:pt x="0" y="0"/>
                  </a:moveTo>
                  <a:lnTo>
                    <a:pt x="1652413" y="0"/>
                  </a:lnTo>
                  <a:lnTo>
                    <a:pt x="1652413" y="597195"/>
                  </a:lnTo>
                  <a:lnTo>
                    <a:pt x="0" y="597195"/>
                  </a:lnTo>
                  <a:close/>
                </a:path>
              </a:pathLst>
            </a:custGeom>
            <a:solidFill>
              <a:srgbClr val="C90000"/>
            </a:solidFill>
            <a:ln cap="sq">
              <a:noFill/>
              <a:prstDash val="solid"/>
              <a:miter/>
            </a:ln>
          </p:spPr>
        </p:sp>
        <p:sp>
          <p:nvSpPr>
            <p:cNvPr name="TextBox 91" id="91"/>
            <p:cNvSpPr txBox="true"/>
            <p:nvPr/>
          </p:nvSpPr>
          <p:spPr>
            <a:xfrm>
              <a:off x="0" y="-28575"/>
              <a:ext cx="1652413" cy="625770"/>
            </a:xfrm>
            <a:prstGeom prst="rect">
              <a:avLst/>
            </a:prstGeom>
          </p:spPr>
          <p:txBody>
            <a:bodyPr anchor="ctr" rtlCol="false" tIns="50800" lIns="50800" bIns="50800" rIns="50800"/>
            <a:lstStyle/>
            <a:p>
              <a:pPr algn="ctr">
                <a:lnSpc>
                  <a:spcPts val="2380"/>
                </a:lnSpc>
              </a:pPr>
            </a:p>
          </p:txBody>
        </p:sp>
      </p:grpSp>
      <p:grpSp>
        <p:nvGrpSpPr>
          <p:cNvPr name="Group 92" id="92"/>
          <p:cNvGrpSpPr/>
          <p:nvPr/>
        </p:nvGrpSpPr>
        <p:grpSpPr>
          <a:xfrm rot="0">
            <a:off x="9928132" y="367623"/>
            <a:ext cx="10518768" cy="782054"/>
            <a:chOff x="0" y="0"/>
            <a:chExt cx="4462095" cy="331750"/>
          </a:xfrm>
        </p:grpSpPr>
        <p:sp>
          <p:nvSpPr>
            <p:cNvPr name="Freeform 93" id="93"/>
            <p:cNvSpPr/>
            <p:nvPr/>
          </p:nvSpPr>
          <p:spPr>
            <a:xfrm flipH="false" flipV="false" rot="0">
              <a:off x="0" y="0"/>
              <a:ext cx="4462095" cy="331750"/>
            </a:xfrm>
            <a:custGeom>
              <a:avLst/>
              <a:gdLst/>
              <a:ahLst/>
              <a:cxnLst/>
              <a:rect r="r" b="b" t="t" l="l"/>
              <a:pathLst>
                <a:path h="331750" w="4462095">
                  <a:moveTo>
                    <a:pt x="73601" y="0"/>
                  </a:moveTo>
                  <a:lnTo>
                    <a:pt x="4388494" y="0"/>
                  </a:lnTo>
                  <a:cubicBezTo>
                    <a:pt x="4408014" y="0"/>
                    <a:pt x="4426735" y="7754"/>
                    <a:pt x="4440538" y="21557"/>
                  </a:cubicBezTo>
                  <a:cubicBezTo>
                    <a:pt x="4454341" y="35360"/>
                    <a:pt x="4462095" y="54081"/>
                    <a:pt x="4462095" y="73601"/>
                  </a:cubicBezTo>
                  <a:lnTo>
                    <a:pt x="4462095" y="258149"/>
                  </a:lnTo>
                  <a:cubicBezTo>
                    <a:pt x="4462095" y="277669"/>
                    <a:pt x="4454341" y="296390"/>
                    <a:pt x="4440538" y="310193"/>
                  </a:cubicBezTo>
                  <a:cubicBezTo>
                    <a:pt x="4426735" y="323996"/>
                    <a:pt x="4408014" y="331750"/>
                    <a:pt x="4388494" y="331750"/>
                  </a:cubicBezTo>
                  <a:lnTo>
                    <a:pt x="73601" y="331750"/>
                  </a:lnTo>
                  <a:cubicBezTo>
                    <a:pt x="32952" y="331750"/>
                    <a:pt x="0" y="298798"/>
                    <a:pt x="0" y="258149"/>
                  </a:cubicBezTo>
                  <a:lnTo>
                    <a:pt x="0" y="73601"/>
                  </a:lnTo>
                  <a:cubicBezTo>
                    <a:pt x="0" y="54081"/>
                    <a:pt x="7754" y="35360"/>
                    <a:pt x="21557" y="21557"/>
                  </a:cubicBezTo>
                  <a:cubicBezTo>
                    <a:pt x="35360" y="7754"/>
                    <a:pt x="54081" y="0"/>
                    <a:pt x="73601" y="0"/>
                  </a:cubicBezTo>
                  <a:close/>
                </a:path>
              </a:pathLst>
            </a:custGeom>
            <a:solidFill>
              <a:srgbClr val="FDFDFD"/>
            </a:solidFill>
            <a:ln w="19050" cap="rnd">
              <a:solidFill>
                <a:srgbClr val="000000"/>
              </a:solidFill>
              <a:prstDash val="solid"/>
              <a:round/>
            </a:ln>
          </p:spPr>
        </p:sp>
        <p:sp>
          <p:nvSpPr>
            <p:cNvPr name="TextBox 94" id="94"/>
            <p:cNvSpPr txBox="true"/>
            <p:nvPr/>
          </p:nvSpPr>
          <p:spPr>
            <a:xfrm>
              <a:off x="0" y="19050"/>
              <a:ext cx="4462095" cy="312700"/>
            </a:xfrm>
            <a:prstGeom prst="rect">
              <a:avLst/>
            </a:prstGeom>
          </p:spPr>
          <p:txBody>
            <a:bodyPr anchor="ctr" rtlCol="false" tIns="31540" lIns="31540" bIns="31540" rIns="31540"/>
            <a:lstStyle/>
            <a:p>
              <a:pPr algn="ctr">
                <a:lnSpc>
                  <a:spcPts val="2500"/>
                </a:lnSpc>
              </a:pPr>
            </a:p>
          </p:txBody>
        </p:sp>
      </p:grpSp>
      <p:sp>
        <p:nvSpPr>
          <p:cNvPr name="Freeform 95" id="95"/>
          <p:cNvSpPr/>
          <p:nvPr/>
        </p:nvSpPr>
        <p:spPr>
          <a:xfrm flipH="false" flipV="false" rot="0">
            <a:off x="10219042" y="471777"/>
            <a:ext cx="582939" cy="547811"/>
          </a:xfrm>
          <a:custGeom>
            <a:avLst/>
            <a:gdLst/>
            <a:ahLst/>
            <a:cxnLst/>
            <a:rect r="r" b="b" t="t" l="l"/>
            <a:pathLst>
              <a:path h="547811" w="582939">
                <a:moveTo>
                  <a:pt x="0" y="0"/>
                </a:moveTo>
                <a:lnTo>
                  <a:pt x="582939" y="0"/>
                </a:lnTo>
                <a:lnTo>
                  <a:pt x="582939" y="547811"/>
                </a:lnTo>
                <a:lnTo>
                  <a:pt x="0" y="547811"/>
                </a:lnTo>
                <a:lnTo>
                  <a:pt x="0" y="0"/>
                </a:lnTo>
                <a:close/>
              </a:path>
            </a:pathLst>
          </a:custGeom>
          <a:blipFill>
            <a:blip r:embed="rId7"/>
            <a:stretch>
              <a:fillRect l="0" t="-3206" r="0" b="-3206"/>
            </a:stretch>
          </a:blipFill>
        </p:spPr>
      </p:sp>
      <p:sp>
        <p:nvSpPr>
          <p:cNvPr name="Freeform 96" id="96"/>
          <p:cNvSpPr/>
          <p:nvPr/>
        </p:nvSpPr>
        <p:spPr>
          <a:xfrm flipH="false" flipV="false" rot="0">
            <a:off x="147459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8"/>
            <a:stretch>
              <a:fillRect l="0" t="-3206" r="0" b="-3206"/>
            </a:stretch>
          </a:blipFill>
        </p:spPr>
      </p:sp>
      <p:sp>
        <p:nvSpPr>
          <p:cNvPr name="Freeform 97" id="97"/>
          <p:cNvSpPr/>
          <p:nvPr/>
        </p:nvSpPr>
        <p:spPr>
          <a:xfrm flipH="false" flipV="false" rot="0">
            <a:off x="12422593" y="206551"/>
            <a:ext cx="1147405" cy="1078263"/>
          </a:xfrm>
          <a:custGeom>
            <a:avLst/>
            <a:gdLst/>
            <a:ahLst/>
            <a:cxnLst/>
            <a:rect r="r" b="b" t="t" l="l"/>
            <a:pathLst>
              <a:path h="1078263" w="1147405">
                <a:moveTo>
                  <a:pt x="0" y="0"/>
                </a:moveTo>
                <a:lnTo>
                  <a:pt x="1147405" y="0"/>
                </a:lnTo>
                <a:lnTo>
                  <a:pt x="1147405" y="1078263"/>
                </a:lnTo>
                <a:lnTo>
                  <a:pt x="0" y="1078263"/>
                </a:lnTo>
                <a:lnTo>
                  <a:pt x="0" y="0"/>
                </a:lnTo>
                <a:close/>
              </a:path>
            </a:pathLst>
          </a:custGeom>
          <a:blipFill>
            <a:blip r:embed="rId9"/>
            <a:stretch>
              <a:fillRect l="0" t="-3206" r="0" b="-3206"/>
            </a:stretch>
          </a:blipFill>
        </p:spPr>
      </p:sp>
      <p:sp>
        <p:nvSpPr>
          <p:cNvPr name="Freeform 98" id="98"/>
          <p:cNvSpPr/>
          <p:nvPr/>
        </p:nvSpPr>
        <p:spPr>
          <a:xfrm flipH="false" flipV="false" rot="0">
            <a:off x="13556830" y="164919"/>
            <a:ext cx="1236009" cy="1161528"/>
          </a:xfrm>
          <a:custGeom>
            <a:avLst/>
            <a:gdLst/>
            <a:ahLst/>
            <a:cxnLst/>
            <a:rect r="r" b="b" t="t" l="l"/>
            <a:pathLst>
              <a:path h="1161528" w="1236009">
                <a:moveTo>
                  <a:pt x="0" y="0"/>
                </a:moveTo>
                <a:lnTo>
                  <a:pt x="1236010" y="0"/>
                </a:lnTo>
                <a:lnTo>
                  <a:pt x="1236010" y="1161528"/>
                </a:lnTo>
                <a:lnTo>
                  <a:pt x="0" y="1161528"/>
                </a:lnTo>
                <a:lnTo>
                  <a:pt x="0" y="0"/>
                </a:lnTo>
                <a:close/>
              </a:path>
            </a:pathLst>
          </a:custGeom>
          <a:blipFill>
            <a:blip r:embed="rId10"/>
            <a:stretch>
              <a:fillRect l="0" t="-3206" r="0" b="-3206"/>
            </a:stretch>
          </a:blipFill>
        </p:spPr>
      </p:sp>
      <p:sp>
        <p:nvSpPr>
          <p:cNvPr name="Freeform 99" id="99"/>
          <p:cNvSpPr/>
          <p:nvPr/>
        </p:nvSpPr>
        <p:spPr>
          <a:xfrm flipH="false" flipV="false" rot="0">
            <a:off x="15904682" y="426141"/>
            <a:ext cx="605237" cy="611607"/>
          </a:xfrm>
          <a:custGeom>
            <a:avLst/>
            <a:gdLst/>
            <a:ahLst/>
            <a:cxnLst/>
            <a:rect r="r" b="b" t="t" l="l"/>
            <a:pathLst>
              <a:path h="611607" w="605237">
                <a:moveTo>
                  <a:pt x="0" y="0"/>
                </a:moveTo>
                <a:lnTo>
                  <a:pt x="605237" y="0"/>
                </a:lnTo>
                <a:lnTo>
                  <a:pt x="605237" y="611607"/>
                </a:lnTo>
                <a:lnTo>
                  <a:pt x="0" y="611607"/>
                </a:lnTo>
                <a:lnTo>
                  <a:pt x="0" y="0"/>
                </a:lnTo>
                <a:close/>
              </a:path>
            </a:pathLst>
          </a:custGeom>
          <a:blipFill>
            <a:blip r:embed="rId11"/>
            <a:stretch>
              <a:fillRect l="-1233" t="0" r="-1233" b="-1399"/>
            </a:stretch>
          </a:blipFill>
        </p:spPr>
      </p:sp>
      <p:sp>
        <p:nvSpPr>
          <p:cNvPr name="Freeform 100" id="100"/>
          <p:cNvSpPr/>
          <p:nvPr/>
        </p:nvSpPr>
        <p:spPr>
          <a:xfrm flipH="false" flipV="false" rot="0">
            <a:off x="10862723" y="524594"/>
            <a:ext cx="1582721" cy="464278"/>
          </a:xfrm>
          <a:custGeom>
            <a:avLst/>
            <a:gdLst/>
            <a:ahLst/>
            <a:cxnLst/>
            <a:rect r="r" b="b" t="t" l="l"/>
            <a:pathLst>
              <a:path h="464278" w="1582721">
                <a:moveTo>
                  <a:pt x="0" y="0"/>
                </a:moveTo>
                <a:lnTo>
                  <a:pt x="1582721" y="0"/>
                </a:lnTo>
                <a:lnTo>
                  <a:pt x="1582721" y="464278"/>
                </a:lnTo>
                <a:lnTo>
                  <a:pt x="0" y="464278"/>
                </a:lnTo>
                <a:lnTo>
                  <a:pt x="0" y="0"/>
                </a:lnTo>
                <a:close/>
              </a:path>
            </a:pathLst>
          </a:custGeom>
          <a:blipFill>
            <a:blip r:embed="rId12"/>
            <a:stretch>
              <a:fillRect l="-76" t="0" r="-76" b="-692"/>
            </a:stretch>
          </a:blipFill>
        </p:spPr>
      </p:sp>
      <p:sp>
        <p:nvSpPr>
          <p:cNvPr name="Freeform 101" id="101"/>
          <p:cNvSpPr/>
          <p:nvPr/>
        </p:nvSpPr>
        <p:spPr>
          <a:xfrm flipH="false" flipV="false" rot="0">
            <a:off x="16509919" y="458664"/>
            <a:ext cx="1662857" cy="560925"/>
          </a:xfrm>
          <a:custGeom>
            <a:avLst/>
            <a:gdLst/>
            <a:ahLst/>
            <a:cxnLst/>
            <a:rect r="r" b="b" t="t" l="l"/>
            <a:pathLst>
              <a:path h="560925" w="1662857">
                <a:moveTo>
                  <a:pt x="0" y="0"/>
                </a:moveTo>
                <a:lnTo>
                  <a:pt x="1662857" y="0"/>
                </a:lnTo>
                <a:lnTo>
                  <a:pt x="1662857" y="560924"/>
                </a:lnTo>
                <a:lnTo>
                  <a:pt x="0" y="560924"/>
                </a:lnTo>
                <a:lnTo>
                  <a:pt x="0" y="0"/>
                </a:lnTo>
                <a:close/>
              </a:path>
            </a:pathLst>
          </a:custGeom>
          <a:blipFill>
            <a:blip r:embed="rId13"/>
            <a:stretch>
              <a:fillRect l="0" t="-7113" r="-5929" b="-7113"/>
            </a:stretch>
          </a:blipFill>
        </p:spPr>
      </p:sp>
      <p:sp>
        <p:nvSpPr>
          <p:cNvPr name="Freeform 102" id="102"/>
          <p:cNvSpPr/>
          <p:nvPr/>
        </p:nvSpPr>
        <p:spPr>
          <a:xfrm flipH="false" flipV="false" rot="-5400000">
            <a:off x="6471796" y="4308699"/>
            <a:ext cx="4259347" cy="532418"/>
          </a:xfrm>
          <a:custGeom>
            <a:avLst/>
            <a:gdLst/>
            <a:ahLst/>
            <a:cxnLst/>
            <a:rect r="r" b="b" t="t" l="l"/>
            <a:pathLst>
              <a:path h="532418" w="4259347">
                <a:moveTo>
                  <a:pt x="0" y="0"/>
                </a:moveTo>
                <a:lnTo>
                  <a:pt x="4259347" y="0"/>
                </a:lnTo>
                <a:lnTo>
                  <a:pt x="4259347" y="532418"/>
                </a:lnTo>
                <a:lnTo>
                  <a:pt x="0" y="53241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103" id="103"/>
          <p:cNvSpPr txBox="true"/>
          <p:nvPr/>
        </p:nvSpPr>
        <p:spPr>
          <a:xfrm rot="0">
            <a:off x="1361480" y="3876532"/>
            <a:ext cx="6274005" cy="2101759"/>
          </a:xfrm>
          <a:prstGeom prst="rect">
            <a:avLst/>
          </a:prstGeom>
        </p:spPr>
        <p:txBody>
          <a:bodyPr anchor="t" rtlCol="false" tIns="0" lIns="0" bIns="0" rIns="0">
            <a:spAutoFit/>
          </a:bodyPr>
          <a:lstStyle/>
          <a:p>
            <a:pPr algn="ctr">
              <a:lnSpc>
                <a:spcPts val="7967"/>
              </a:lnSpc>
            </a:pPr>
            <a:r>
              <a:rPr lang="en-US" sz="7242" b="true">
                <a:solidFill>
                  <a:srgbClr val="FFFFFF"/>
                </a:solidFill>
                <a:latin typeface="Poppins Bold"/>
                <a:ea typeface="Poppins Bold"/>
                <a:cs typeface="Poppins Bold"/>
                <a:sym typeface="Poppins Bold"/>
              </a:rPr>
              <a:t>Persiapan</a:t>
            </a:r>
          </a:p>
          <a:p>
            <a:pPr algn="ctr">
              <a:lnSpc>
                <a:spcPts val="7967"/>
              </a:lnSpc>
            </a:pPr>
            <a:r>
              <a:rPr lang="en-US" sz="7242" b="true">
                <a:solidFill>
                  <a:srgbClr val="FFFFFF"/>
                </a:solidFill>
                <a:latin typeface="Poppins Bold"/>
                <a:ea typeface="Poppins Bold"/>
                <a:cs typeface="Poppins Bold"/>
                <a:sym typeface="Poppins Bold"/>
              </a:rPr>
              <a:t>Pasien</a:t>
            </a:r>
          </a:p>
        </p:txBody>
      </p:sp>
      <p:sp>
        <p:nvSpPr>
          <p:cNvPr name="TextBox 104" id="104"/>
          <p:cNvSpPr txBox="true"/>
          <p:nvPr/>
        </p:nvSpPr>
        <p:spPr>
          <a:xfrm rot="0">
            <a:off x="9150614" y="2192331"/>
            <a:ext cx="8289661" cy="6182393"/>
          </a:xfrm>
          <a:prstGeom prst="rect">
            <a:avLst/>
          </a:prstGeom>
        </p:spPr>
        <p:txBody>
          <a:bodyPr anchor="t" rtlCol="false" tIns="0" lIns="0" bIns="0" rIns="0">
            <a:spAutoFit/>
          </a:bodyPr>
          <a:lstStyle/>
          <a:p>
            <a:pPr algn="just" marL="871964" indent="-435982" lvl="1">
              <a:lnSpc>
                <a:spcPts val="4442"/>
              </a:lnSpc>
              <a:buFont typeface="Arial"/>
              <a:buChar char="•"/>
            </a:pPr>
            <a:r>
              <a:rPr lang="en-US" b="true" sz="4038">
                <a:solidFill>
                  <a:srgbClr val="FFFFFC"/>
                </a:solidFill>
                <a:latin typeface="Poppins Bold"/>
                <a:ea typeface="Poppins Bold"/>
                <a:cs typeface="Poppins Bold"/>
                <a:sym typeface="Poppins Bold"/>
              </a:rPr>
              <a:t>Puasa makan dan minum </a:t>
            </a:r>
            <a:r>
              <a:rPr lang="en-US" b="true" sz="4038">
                <a:solidFill>
                  <a:srgbClr val="FFFFFC"/>
                </a:solidFill>
                <a:latin typeface="Poppins Bold"/>
                <a:ea typeface="Poppins Bold"/>
                <a:cs typeface="Poppins Bold"/>
                <a:sym typeface="Poppins Bold"/>
              </a:rPr>
              <a:t>minimal 2 jam.</a:t>
            </a:r>
          </a:p>
          <a:p>
            <a:pPr algn="just">
              <a:lnSpc>
                <a:spcPts val="4442"/>
              </a:lnSpc>
            </a:pPr>
          </a:p>
          <a:p>
            <a:pPr algn="just" marL="871964" indent="-435982" lvl="1">
              <a:lnSpc>
                <a:spcPts val="4442"/>
              </a:lnSpc>
              <a:buFont typeface="Arial"/>
              <a:buChar char="•"/>
            </a:pPr>
            <a:r>
              <a:rPr lang="en-US" b="true" sz="4038">
                <a:solidFill>
                  <a:srgbClr val="FFFFFC"/>
                </a:solidFill>
                <a:latin typeface="Poppins Bold"/>
                <a:ea typeface="Poppins Bold"/>
                <a:cs typeface="Poppins Bold"/>
                <a:sym typeface="Poppins Bold"/>
              </a:rPr>
              <a:t>S</a:t>
            </a:r>
            <a:r>
              <a:rPr lang="en-US" b="true" sz="4038">
                <a:solidFill>
                  <a:srgbClr val="FFFFFC"/>
                </a:solidFill>
                <a:latin typeface="Poppins Bold"/>
                <a:ea typeface="Poppins Bold"/>
                <a:cs typeface="Poppins Bold"/>
                <a:sym typeface="Poppins Bold"/>
              </a:rPr>
              <a:t>ampel langsung dianalisis  dan batas waktu penyimpanan  ditentukan</a:t>
            </a:r>
          </a:p>
          <a:p>
            <a:pPr algn="just">
              <a:lnSpc>
                <a:spcPts val="4442"/>
              </a:lnSpc>
            </a:pPr>
          </a:p>
          <a:p>
            <a:pPr algn="just" marL="871964" indent="-435982" lvl="1">
              <a:lnSpc>
                <a:spcPts val="4442"/>
              </a:lnSpc>
              <a:buFont typeface="Arial"/>
              <a:buChar char="•"/>
            </a:pPr>
            <a:r>
              <a:rPr lang="en-US" b="true" sz="4038">
                <a:solidFill>
                  <a:srgbClr val="FFFFFC"/>
                </a:solidFill>
                <a:latin typeface="Poppins Bold"/>
                <a:ea typeface="Poppins Bold"/>
                <a:cs typeface="Poppins Bold"/>
                <a:sym typeface="Poppins Bold"/>
              </a:rPr>
              <a:t>Disarankan berkumur ringan dengan air putih dan menunggu 5 menit.</a:t>
            </a:r>
          </a:p>
          <a:p>
            <a:pPr algn="just">
              <a:lnSpc>
                <a:spcPts val="4442"/>
              </a:lnSpc>
            </a:pPr>
          </a:p>
        </p:txBody>
      </p:sp>
      <p:grpSp>
        <p:nvGrpSpPr>
          <p:cNvPr name="Group 105" id="105"/>
          <p:cNvGrpSpPr/>
          <p:nvPr/>
        </p:nvGrpSpPr>
        <p:grpSpPr>
          <a:xfrm rot="0">
            <a:off x="16204551" y="9317055"/>
            <a:ext cx="1475040" cy="2591207"/>
            <a:chOff x="0" y="0"/>
            <a:chExt cx="1966720" cy="3454943"/>
          </a:xfrm>
        </p:grpSpPr>
        <p:grpSp>
          <p:nvGrpSpPr>
            <p:cNvPr name="Group 106" id="106"/>
            <p:cNvGrpSpPr/>
            <p:nvPr/>
          </p:nvGrpSpPr>
          <p:grpSpPr>
            <a:xfrm rot="0">
              <a:off x="319088" y="0"/>
              <a:ext cx="1328544" cy="3454943"/>
              <a:chOff x="0" y="0"/>
              <a:chExt cx="438186" cy="1139524"/>
            </a:xfrm>
          </p:grpSpPr>
          <p:sp>
            <p:nvSpPr>
              <p:cNvPr name="Freeform 107" id="107"/>
              <p:cNvSpPr/>
              <p:nvPr/>
            </p:nvSpPr>
            <p:spPr>
              <a:xfrm flipH="false" flipV="false" rot="0">
                <a:off x="0" y="0"/>
                <a:ext cx="438186" cy="1139524"/>
              </a:xfrm>
              <a:custGeom>
                <a:avLst/>
                <a:gdLst/>
                <a:ahLst/>
                <a:cxnLst/>
                <a:rect r="r" b="b" t="t" l="l"/>
                <a:pathLst>
                  <a:path h="1139524" w="438186">
                    <a:moveTo>
                      <a:pt x="219093" y="0"/>
                    </a:moveTo>
                    <a:lnTo>
                      <a:pt x="219093" y="0"/>
                    </a:lnTo>
                    <a:cubicBezTo>
                      <a:pt x="340095" y="0"/>
                      <a:pt x="438186" y="98091"/>
                      <a:pt x="438186" y="219093"/>
                    </a:cubicBezTo>
                    <a:lnTo>
                      <a:pt x="438186" y="920431"/>
                    </a:lnTo>
                    <a:cubicBezTo>
                      <a:pt x="438186" y="1041433"/>
                      <a:pt x="340095" y="1139524"/>
                      <a:pt x="219093" y="1139524"/>
                    </a:cubicBezTo>
                    <a:lnTo>
                      <a:pt x="219093" y="1139524"/>
                    </a:lnTo>
                    <a:cubicBezTo>
                      <a:pt x="98091" y="1139524"/>
                      <a:pt x="0" y="1041433"/>
                      <a:pt x="0" y="920431"/>
                    </a:cubicBezTo>
                    <a:lnTo>
                      <a:pt x="0" y="219093"/>
                    </a:lnTo>
                    <a:cubicBezTo>
                      <a:pt x="0" y="98091"/>
                      <a:pt x="98091" y="0"/>
                      <a:pt x="219093" y="0"/>
                    </a:cubicBezTo>
                    <a:close/>
                  </a:path>
                </a:pathLst>
              </a:custGeom>
              <a:solidFill>
                <a:srgbClr val="183900"/>
              </a:solidFill>
            </p:spPr>
          </p:sp>
          <p:sp>
            <p:nvSpPr>
              <p:cNvPr name="TextBox 108" id="108"/>
              <p:cNvSpPr txBox="true"/>
              <p:nvPr/>
            </p:nvSpPr>
            <p:spPr>
              <a:xfrm>
                <a:off x="0" y="-28575"/>
                <a:ext cx="438186" cy="1168099"/>
              </a:xfrm>
              <a:prstGeom prst="rect">
                <a:avLst/>
              </a:prstGeom>
            </p:spPr>
            <p:txBody>
              <a:bodyPr anchor="ctr" rtlCol="false" tIns="50800" lIns="50800" bIns="50800" rIns="50800"/>
              <a:lstStyle/>
              <a:p>
                <a:pPr algn="ctr">
                  <a:lnSpc>
                    <a:spcPts val="2380"/>
                  </a:lnSpc>
                </a:pPr>
              </a:p>
            </p:txBody>
          </p:sp>
        </p:grpSp>
        <p:sp>
          <p:nvSpPr>
            <p:cNvPr name="TextBox 109" id="109"/>
            <p:cNvSpPr txBox="true"/>
            <p:nvPr/>
          </p:nvSpPr>
          <p:spPr>
            <a:xfrm rot="0">
              <a:off x="0" y="115943"/>
              <a:ext cx="1966720" cy="962923"/>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20</a:t>
              </a:r>
            </a:p>
          </p:txBody>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8666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3564722" y="2995429"/>
            <a:ext cx="4370597" cy="2341352"/>
            <a:chOff x="0" y="0"/>
            <a:chExt cx="1151104" cy="616652"/>
          </a:xfrm>
        </p:grpSpPr>
        <p:sp>
          <p:nvSpPr>
            <p:cNvPr name="Freeform 7" id="7"/>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8" id="8"/>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600806" y="6275956"/>
            <a:ext cx="4370597" cy="2860123"/>
            <a:chOff x="0" y="0"/>
            <a:chExt cx="1151104" cy="753284"/>
          </a:xfrm>
        </p:grpSpPr>
        <p:sp>
          <p:nvSpPr>
            <p:cNvPr name="Freeform 10" id="10"/>
            <p:cNvSpPr/>
            <p:nvPr/>
          </p:nvSpPr>
          <p:spPr>
            <a:xfrm flipH="false" flipV="false" rot="0">
              <a:off x="0" y="0"/>
              <a:ext cx="1151104" cy="753284"/>
            </a:xfrm>
            <a:custGeom>
              <a:avLst/>
              <a:gdLst/>
              <a:ahLst/>
              <a:cxnLst/>
              <a:rect r="r" b="b" t="t" l="l"/>
              <a:pathLst>
                <a:path h="753284" w="1151104">
                  <a:moveTo>
                    <a:pt x="90340" y="0"/>
                  </a:moveTo>
                  <a:lnTo>
                    <a:pt x="1060764" y="0"/>
                  </a:lnTo>
                  <a:cubicBezTo>
                    <a:pt x="1084724" y="0"/>
                    <a:pt x="1107702" y="9518"/>
                    <a:pt x="1124644" y="26460"/>
                  </a:cubicBezTo>
                  <a:cubicBezTo>
                    <a:pt x="1141586" y="43402"/>
                    <a:pt x="1151104" y="66380"/>
                    <a:pt x="1151104" y="90340"/>
                  </a:cubicBezTo>
                  <a:lnTo>
                    <a:pt x="1151104" y="662944"/>
                  </a:lnTo>
                  <a:cubicBezTo>
                    <a:pt x="1151104" y="686903"/>
                    <a:pt x="1141586" y="709882"/>
                    <a:pt x="1124644" y="726824"/>
                  </a:cubicBezTo>
                  <a:cubicBezTo>
                    <a:pt x="1107702" y="743766"/>
                    <a:pt x="1084724" y="753284"/>
                    <a:pt x="1060764" y="753284"/>
                  </a:cubicBezTo>
                  <a:lnTo>
                    <a:pt x="90340" y="753284"/>
                  </a:lnTo>
                  <a:cubicBezTo>
                    <a:pt x="66380" y="753284"/>
                    <a:pt x="43402" y="743766"/>
                    <a:pt x="26460" y="726824"/>
                  </a:cubicBezTo>
                  <a:cubicBezTo>
                    <a:pt x="9518" y="709882"/>
                    <a:pt x="0" y="686903"/>
                    <a:pt x="0" y="662944"/>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11" id="11"/>
            <p:cNvSpPr txBox="true"/>
            <p:nvPr/>
          </p:nvSpPr>
          <p:spPr>
            <a:xfrm>
              <a:off x="0" y="-28575"/>
              <a:ext cx="1151104" cy="781859"/>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0" y="9423688"/>
            <a:ext cx="18742908" cy="1239467"/>
            <a:chOff x="0" y="0"/>
            <a:chExt cx="3949066" cy="261151"/>
          </a:xfrm>
        </p:grpSpPr>
        <p:sp>
          <p:nvSpPr>
            <p:cNvPr name="Freeform 13" id="13"/>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14" id="14"/>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15" id="15"/>
          <p:cNvGrpSpPr/>
          <p:nvPr/>
        </p:nvGrpSpPr>
        <p:grpSpPr>
          <a:xfrm rot="0">
            <a:off x="240438" y="9606565"/>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3770970" y="9601920"/>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6869325" y="9601920"/>
            <a:ext cx="4010878" cy="595487"/>
            <a:chOff x="0" y="0"/>
            <a:chExt cx="1056363" cy="156836"/>
          </a:xfrm>
        </p:grpSpPr>
        <p:sp>
          <p:nvSpPr>
            <p:cNvPr name="Freeform 22" id="2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23" id="2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4" id="24"/>
          <p:cNvGrpSpPr/>
          <p:nvPr/>
        </p:nvGrpSpPr>
        <p:grpSpPr>
          <a:xfrm rot="0">
            <a:off x="10105948" y="9606565"/>
            <a:ext cx="4010878" cy="595487"/>
            <a:chOff x="0" y="0"/>
            <a:chExt cx="1056363" cy="156836"/>
          </a:xfrm>
        </p:grpSpPr>
        <p:sp>
          <p:nvSpPr>
            <p:cNvPr name="Freeform 25" id="2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6" id="2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7" id="27"/>
          <p:cNvGrpSpPr/>
          <p:nvPr/>
        </p:nvGrpSpPr>
        <p:grpSpPr>
          <a:xfrm rot="0">
            <a:off x="12320138" y="9601920"/>
            <a:ext cx="4798223" cy="595487"/>
            <a:chOff x="0" y="0"/>
            <a:chExt cx="1263729" cy="156836"/>
          </a:xfrm>
        </p:grpSpPr>
        <p:sp>
          <p:nvSpPr>
            <p:cNvPr name="Freeform 28" id="28"/>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9" id="29"/>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0" id="30"/>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31" id="31"/>
          <p:cNvGrpSpPr/>
          <p:nvPr/>
        </p:nvGrpSpPr>
        <p:grpSpPr>
          <a:xfrm rot="0">
            <a:off x="16443867" y="9362871"/>
            <a:ext cx="996408" cy="1848257"/>
            <a:chOff x="0" y="0"/>
            <a:chExt cx="438186" cy="812800"/>
          </a:xfrm>
        </p:grpSpPr>
        <p:sp>
          <p:nvSpPr>
            <p:cNvPr name="Freeform 32" id="32"/>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3" id="33"/>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0">
            <a:off x="-1322260" y="2192331"/>
            <a:ext cx="9467020" cy="680267"/>
            <a:chOff x="0" y="0"/>
            <a:chExt cx="2493372" cy="179165"/>
          </a:xfrm>
        </p:grpSpPr>
        <p:sp>
          <p:nvSpPr>
            <p:cNvPr name="Freeform 35" id="35"/>
            <p:cNvSpPr/>
            <p:nvPr/>
          </p:nvSpPr>
          <p:spPr>
            <a:xfrm flipH="false" flipV="false" rot="0">
              <a:off x="0" y="0"/>
              <a:ext cx="2493372" cy="179165"/>
            </a:xfrm>
            <a:custGeom>
              <a:avLst/>
              <a:gdLst/>
              <a:ahLst/>
              <a:cxnLst/>
              <a:rect r="r" b="b" t="t" l="l"/>
              <a:pathLst>
                <a:path h="179165" w="2493372">
                  <a:moveTo>
                    <a:pt x="81778" y="0"/>
                  </a:moveTo>
                  <a:lnTo>
                    <a:pt x="2411594" y="0"/>
                  </a:lnTo>
                  <a:cubicBezTo>
                    <a:pt x="2456759" y="0"/>
                    <a:pt x="2493372" y="36613"/>
                    <a:pt x="2493372" y="81778"/>
                  </a:cubicBezTo>
                  <a:lnTo>
                    <a:pt x="2493372" y="97387"/>
                  </a:lnTo>
                  <a:cubicBezTo>
                    <a:pt x="2493372" y="119076"/>
                    <a:pt x="2484756" y="139877"/>
                    <a:pt x="2469419" y="155213"/>
                  </a:cubicBezTo>
                  <a:cubicBezTo>
                    <a:pt x="2454083" y="170549"/>
                    <a:pt x="2433283" y="179165"/>
                    <a:pt x="2411594" y="179165"/>
                  </a:cubicBezTo>
                  <a:lnTo>
                    <a:pt x="81778" y="179165"/>
                  </a:lnTo>
                  <a:cubicBezTo>
                    <a:pt x="36613" y="179165"/>
                    <a:pt x="0" y="142552"/>
                    <a:pt x="0" y="97387"/>
                  </a:cubicBezTo>
                  <a:lnTo>
                    <a:pt x="0" y="81778"/>
                  </a:lnTo>
                  <a:cubicBezTo>
                    <a:pt x="0" y="60089"/>
                    <a:pt x="8616" y="39288"/>
                    <a:pt x="23952" y="23952"/>
                  </a:cubicBezTo>
                  <a:cubicBezTo>
                    <a:pt x="39288" y="8616"/>
                    <a:pt x="60089" y="0"/>
                    <a:pt x="81778" y="0"/>
                  </a:cubicBezTo>
                  <a:close/>
                </a:path>
              </a:pathLst>
            </a:custGeom>
            <a:solidFill>
              <a:srgbClr val="CBE3AC"/>
            </a:solidFill>
          </p:spPr>
        </p:sp>
        <p:sp>
          <p:nvSpPr>
            <p:cNvPr name="TextBox 36" id="36"/>
            <p:cNvSpPr txBox="true"/>
            <p:nvPr/>
          </p:nvSpPr>
          <p:spPr>
            <a:xfrm>
              <a:off x="0" y="-28575"/>
              <a:ext cx="2493372" cy="207740"/>
            </a:xfrm>
            <a:prstGeom prst="rect">
              <a:avLst/>
            </a:prstGeom>
          </p:spPr>
          <p:txBody>
            <a:bodyPr anchor="ctr" rtlCol="false" tIns="50800" lIns="50800" bIns="50800" rIns="50800"/>
            <a:lstStyle/>
            <a:p>
              <a:pPr algn="ctr">
                <a:lnSpc>
                  <a:spcPts val="2380"/>
                </a:lnSpc>
              </a:pPr>
            </a:p>
          </p:txBody>
        </p:sp>
      </p:grpSp>
      <p:sp>
        <p:nvSpPr>
          <p:cNvPr name="Freeform 37" id="37"/>
          <p:cNvSpPr/>
          <p:nvPr/>
        </p:nvSpPr>
        <p:spPr>
          <a:xfrm flipH="false" flipV="false" rot="0">
            <a:off x="501434" y="2219267"/>
            <a:ext cx="604080" cy="625990"/>
          </a:xfrm>
          <a:custGeom>
            <a:avLst/>
            <a:gdLst/>
            <a:ahLst/>
            <a:cxnLst/>
            <a:rect r="r" b="b" t="t" l="l"/>
            <a:pathLst>
              <a:path h="625990" w="604080">
                <a:moveTo>
                  <a:pt x="0" y="0"/>
                </a:moveTo>
                <a:lnTo>
                  <a:pt x="604080" y="0"/>
                </a:lnTo>
                <a:lnTo>
                  <a:pt x="604080" y="625990"/>
                </a:lnTo>
                <a:lnTo>
                  <a:pt x="0" y="6259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8" id="38"/>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9" id="39"/>
          <p:cNvGrpSpPr/>
          <p:nvPr/>
        </p:nvGrpSpPr>
        <p:grpSpPr>
          <a:xfrm rot="0">
            <a:off x="11787427" y="457984"/>
            <a:ext cx="6232956" cy="533984"/>
            <a:chOff x="0" y="0"/>
            <a:chExt cx="3154180" cy="270222"/>
          </a:xfrm>
        </p:grpSpPr>
        <p:sp>
          <p:nvSpPr>
            <p:cNvPr name="Freeform 40" id="40"/>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41" id="41"/>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2" id="42"/>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7"/>
            <a:stretch>
              <a:fillRect l="-3671" t="0" r="-3671" b="0"/>
            </a:stretch>
          </a:blipFill>
        </p:spPr>
      </p:sp>
      <p:sp>
        <p:nvSpPr>
          <p:cNvPr name="Freeform 43" id="43"/>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4" id="44"/>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9"/>
            <a:stretch>
              <a:fillRect l="-3671" t="0" r="-3671" b="0"/>
            </a:stretch>
          </a:blipFill>
        </p:spPr>
      </p:sp>
      <p:sp>
        <p:nvSpPr>
          <p:cNvPr name="Freeform 45" id="45"/>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0"/>
            <a:stretch>
              <a:fillRect l="-3671" t="0" r="-3671" b="0"/>
            </a:stretch>
          </a:blipFill>
        </p:spPr>
      </p:sp>
      <p:sp>
        <p:nvSpPr>
          <p:cNvPr name="Freeform 46" id="46"/>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1"/>
            <a:stretch>
              <a:fillRect l="0" t="-1456" r="0" b="-566"/>
            </a:stretch>
          </a:blipFill>
        </p:spPr>
      </p:sp>
      <p:sp>
        <p:nvSpPr>
          <p:cNvPr name="Freeform 47" id="47"/>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2"/>
            <a:stretch>
              <a:fillRect l="0" t="-552" r="0" b="-552"/>
            </a:stretch>
          </a:blipFill>
        </p:spPr>
      </p:sp>
      <p:sp>
        <p:nvSpPr>
          <p:cNvPr name="Freeform 48" id="48"/>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3"/>
            <a:stretch>
              <a:fillRect l="0" t="0" r="-5929" b="0"/>
            </a:stretch>
          </a:blipFill>
        </p:spPr>
      </p:sp>
      <p:grpSp>
        <p:nvGrpSpPr>
          <p:cNvPr name="Group 49" id="49"/>
          <p:cNvGrpSpPr/>
          <p:nvPr/>
        </p:nvGrpSpPr>
        <p:grpSpPr>
          <a:xfrm rot="0">
            <a:off x="10105948" y="2219267"/>
            <a:ext cx="9690456" cy="653331"/>
            <a:chOff x="0" y="0"/>
            <a:chExt cx="2552219" cy="172071"/>
          </a:xfrm>
        </p:grpSpPr>
        <p:sp>
          <p:nvSpPr>
            <p:cNvPr name="Freeform 50" id="50"/>
            <p:cNvSpPr/>
            <p:nvPr/>
          </p:nvSpPr>
          <p:spPr>
            <a:xfrm flipH="false" flipV="false" rot="0">
              <a:off x="0" y="0"/>
              <a:ext cx="2552219" cy="172071"/>
            </a:xfrm>
            <a:custGeom>
              <a:avLst/>
              <a:gdLst/>
              <a:ahLst/>
              <a:cxnLst/>
              <a:rect r="r" b="b" t="t" l="l"/>
              <a:pathLst>
                <a:path h="172071" w="2552219">
                  <a:moveTo>
                    <a:pt x="79892" y="0"/>
                  </a:moveTo>
                  <a:lnTo>
                    <a:pt x="2472327" y="0"/>
                  </a:lnTo>
                  <a:cubicBezTo>
                    <a:pt x="2493515" y="0"/>
                    <a:pt x="2513836" y="8417"/>
                    <a:pt x="2528819" y="23400"/>
                  </a:cubicBezTo>
                  <a:cubicBezTo>
                    <a:pt x="2543802" y="38383"/>
                    <a:pt x="2552219" y="58703"/>
                    <a:pt x="2552219" y="79892"/>
                  </a:cubicBezTo>
                  <a:lnTo>
                    <a:pt x="2552219" y="92179"/>
                  </a:lnTo>
                  <a:cubicBezTo>
                    <a:pt x="2552219" y="113367"/>
                    <a:pt x="2543802" y="133688"/>
                    <a:pt x="2528819" y="148671"/>
                  </a:cubicBezTo>
                  <a:cubicBezTo>
                    <a:pt x="2513836" y="163654"/>
                    <a:pt x="2493515" y="172071"/>
                    <a:pt x="2472327" y="172071"/>
                  </a:cubicBezTo>
                  <a:lnTo>
                    <a:pt x="79892" y="172071"/>
                  </a:lnTo>
                  <a:cubicBezTo>
                    <a:pt x="58703" y="172071"/>
                    <a:pt x="38383" y="163654"/>
                    <a:pt x="23400" y="148671"/>
                  </a:cubicBezTo>
                  <a:cubicBezTo>
                    <a:pt x="8417" y="133688"/>
                    <a:pt x="0" y="113367"/>
                    <a:pt x="0" y="92179"/>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51" id="51"/>
            <p:cNvSpPr txBox="true"/>
            <p:nvPr/>
          </p:nvSpPr>
          <p:spPr>
            <a:xfrm>
              <a:off x="0" y="-28575"/>
              <a:ext cx="2552219" cy="200646"/>
            </a:xfrm>
            <a:prstGeom prst="rect">
              <a:avLst/>
            </a:prstGeom>
          </p:spPr>
          <p:txBody>
            <a:bodyPr anchor="ctr" rtlCol="false" tIns="50800" lIns="50800" bIns="50800" rIns="50800"/>
            <a:lstStyle/>
            <a:p>
              <a:pPr algn="ctr">
                <a:lnSpc>
                  <a:spcPts val="2380"/>
                </a:lnSpc>
              </a:pPr>
            </a:p>
          </p:txBody>
        </p:sp>
      </p:grpSp>
      <p:sp>
        <p:nvSpPr>
          <p:cNvPr name="Freeform 52" id="52"/>
          <p:cNvSpPr/>
          <p:nvPr/>
        </p:nvSpPr>
        <p:spPr>
          <a:xfrm flipH="false" flipV="false" rot="0">
            <a:off x="10105948" y="2219267"/>
            <a:ext cx="623533" cy="646148"/>
          </a:xfrm>
          <a:custGeom>
            <a:avLst/>
            <a:gdLst/>
            <a:ahLst/>
            <a:cxnLst/>
            <a:rect r="r" b="b" t="t" l="l"/>
            <a:pathLst>
              <a:path h="646148" w="623533">
                <a:moveTo>
                  <a:pt x="0" y="0"/>
                </a:moveTo>
                <a:lnTo>
                  <a:pt x="623532" y="0"/>
                </a:lnTo>
                <a:lnTo>
                  <a:pt x="623532" y="646148"/>
                </a:lnTo>
                <a:lnTo>
                  <a:pt x="0" y="6461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3" id="53"/>
          <p:cNvGrpSpPr/>
          <p:nvPr/>
        </p:nvGrpSpPr>
        <p:grpSpPr>
          <a:xfrm rot="0">
            <a:off x="-1468476" y="5477949"/>
            <a:ext cx="9613237" cy="608661"/>
            <a:chOff x="0" y="0"/>
            <a:chExt cx="2531881" cy="160306"/>
          </a:xfrm>
        </p:grpSpPr>
        <p:sp>
          <p:nvSpPr>
            <p:cNvPr name="Freeform 54" id="54"/>
            <p:cNvSpPr/>
            <p:nvPr/>
          </p:nvSpPr>
          <p:spPr>
            <a:xfrm flipH="false" flipV="false" rot="0">
              <a:off x="0" y="0"/>
              <a:ext cx="2531881" cy="160306"/>
            </a:xfrm>
            <a:custGeom>
              <a:avLst/>
              <a:gdLst/>
              <a:ahLst/>
              <a:cxnLst/>
              <a:rect r="r" b="b" t="t" l="l"/>
              <a:pathLst>
                <a:path h="160306" w="2531881">
                  <a:moveTo>
                    <a:pt x="80153" y="0"/>
                  </a:moveTo>
                  <a:lnTo>
                    <a:pt x="2451728" y="0"/>
                  </a:lnTo>
                  <a:cubicBezTo>
                    <a:pt x="2495996" y="0"/>
                    <a:pt x="2531881" y="35886"/>
                    <a:pt x="2531881" y="80153"/>
                  </a:cubicBezTo>
                  <a:lnTo>
                    <a:pt x="2531881" y="80153"/>
                  </a:lnTo>
                  <a:cubicBezTo>
                    <a:pt x="2531881" y="101411"/>
                    <a:pt x="2523437" y="121798"/>
                    <a:pt x="2508405" y="136830"/>
                  </a:cubicBezTo>
                  <a:cubicBezTo>
                    <a:pt x="2493374" y="151861"/>
                    <a:pt x="2472986" y="160306"/>
                    <a:pt x="2451728" y="160306"/>
                  </a:cubicBezTo>
                  <a:lnTo>
                    <a:pt x="80153" y="160306"/>
                  </a:lnTo>
                  <a:cubicBezTo>
                    <a:pt x="35886" y="160306"/>
                    <a:pt x="0" y="124420"/>
                    <a:pt x="0" y="80153"/>
                  </a:cubicBezTo>
                  <a:lnTo>
                    <a:pt x="0" y="80153"/>
                  </a:lnTo>
                  <a:cubicBezTo>
                    <a:pt x="0" y="35886"/>
                    <a:pt x="35886" y="0"/>
                    <a:pt x="80153" y="0"/>
                  </a:cubicBezTo>
                  <a:close/>
                </a:path>
              </a:pathLst>
            </a:custGeom>
            <a:solidFill>
              <a:srgbClr val="CBE3AC"/>
            </a:solidFill>
          </p:spPr>
        </p:sp>
        <p:sp>
          <p:nvSpPr>
            <p:cNvPr name="TextBox 55" id="55"/>
            <p:cNvSpPr txBox="true"/>
            <p:nvPr/>
          </p:nvSpPr>
          <p:spPr>
            <a:xfrm>
              <a:off x="0" y="-28575"/>
              <a:ext cx="2531881" cy="188881"/>
            </a:xfrm>
            <a:prstGeom prst="rect">
              <a:avLst/>
            </a:prstGeom>
          </p:spPr>
          <p:txBody>
            <a:bodyPr anchor="ctr" rtlCol="false" tIns="50800" lIns="50800" bIns="50800" rIns="50800"/>
            <a:lstStyle/>
            <a:p>
              <a:pPr algn="ctr">
                <a:lnSpc>
                  <a:spcPts val="2380"/>
                </a:lnSpc>
              </a:pPr>
            </a:p>
          </p:txBody>
        </p:sp>
      </p:grpSp>
      <p:sp>
        <p:nvSpPr>
          <p:cNvPr name="Freeform 56" id="56"/>
          <p:cNvSpPr/>
          <p:nvPr/>
        </p:nvSpPr>
        <p:spPr>
          <a:xfrm flipH="false" flipV="false" rot="0">
            <a:off x="544672" y="5477949"/>
            <a:ext cx="563037" cy="583458"/>
          </a:xfrm>
          <a:custGeom>
            <a:avLst/>
            <a:gdLst/>
            <a:ahLst/>
            <a:cxnLst/>
            <a:rect r="r" b="b" t="t" l="l"/>
            <a:pathLst>
              <a:path h="583458" w="563037">
                <a:moveTo>
                  <a:pt x="0" y="0"/>
                </a:moveTo>
                <a:lnTo>
                  <a:pt x="563037" y="0"/>
                </a:lnTo>
                <a:lnTo>
                  <a:pt x="563037" y="583458"/>
                </a:lnTo>
                <a:lnTo>
                  <a:pt x="0" y="583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57" id="57"/>
          <p:cNvGrpSpPr/>
          <p:nvPr/>
        </p:nvGrpSpPr>
        <p:grpSpPr>
          <a:xfrm rot="0">
            <a:off x="10142122" y="5459611"/>
            <a:ext cx="9690456" cy="627000"/>
            <a:chOff x="0" y="0"/>
            <a:chExt cx="2552219" cy="165136"/>
          </a:xfrm>
        </p:grpSpPr>
        <p:sp>
          <p:nvSpPr>
            <p:cNvPr name="Freeform 58" id="58"/>
            <p:cNvSpPr/>
            <p:nvPr/>
          </p:nvSpPr>
          <p:spPr>
            <a:xfrm flipH="false" flipV="false" rot="0">
              <a:off x="0" y="0"/>
              <a:ext cx="2552219" cy="165136"/>
            </a:xfrm>
            <a:custGeom>
              <a:avLst/>
              <a:gdLst/>
              <a:ahLst/>
              <a:cxnLst/>
              <a:rect r="r" b="b" t="t" l="l"/>
              <a:pathLst>
                <a:path h="165136" w="2552219">
                  <a:moveTo>
                    <a:pt x="79892" y="0"/>
                  </a:moveTo>
                  <a:lnTo>
                    <a:pt x="2472327" y="0"/>
                  </a:lnTo>
                  <a:cubicBezTo>
                    <a:pt x="2493515" y="0"/>
                    <a:pt x="2513836" y="8417"/>
                    <a:pt x="2528819" y="23400"/>
                  </a:cubicBezTo>
                  <a:cubicBezTo>
                    <a:pt x="2543802" y="38383"/>
                    <a:pt x="2552219" y="58703"/>
                    <a:pt x="2552219" y="79892"/>
                  </a:cubicBezTo>
                  <a:lnTo>
                    <a:pt x="2552219" y="85244"/>
                  </a:lnTo>
                  <a:cubicBezTo>
                    <a:pt x="2552219" y="106432"/>
                    <a:pt x="2543802" y="126753"/>
                    <a:pt x="2528819" y="141736"/>
                  </a:cubicBezTo>
                  <a:cubicBezTo>
                    <a:pt x="2513836" y="156719"/>
                    <a:pt x="2493515" y="165136"/>
                    <a:pt x="2472327" y="165136"/>
                  </a:cubicBezTo>
                  <a:lnTo>
                    <a:pt x="79892" y="165136"/>
                  </a:lnTo>
                  <a:cubicBezTo>
                    <a:pt x="58703" y="165136"/>
                    <a:pt x="38383" y="156719"/>
                    <a:pt x="23400" y="141736"/>
                  </a:cubicBezTo>
                  <a:cubicBezTo>
                    <a:pt x="8417" y="126753"/>
                    <a:pt x="0" y="106432"/>
                    <a:pt x="0" y="85244"/>
                  </a:cubicBezTo>
                  <a:lnTo>
                    <a:pt x="0" y="79892"/>
                  </a:lnTo>
                  <a:cubicBezTo>
                    <a:pt x="0" y="58703"/>
                    <a:pt x="8417" y="38383"/>
                    <a:pt x="23400" y="23400"/>
                  </a:cubicBezTo>
                  <a:cubicBezTo>
                    <a:pt x="38383" y="8417"/>
                    <a:pt x="58703" y="0"/>
                    <a:pt x="79892" y="0"/>
                  </a:cubicBezTo>
                  <a:close/>
                </a:path>
              </a:pathLst>
            </a:custGeom>
            <a:solidFill>
              <a:srgbClr val="CBE3AC"/>
            </a:solidFill>
          </p:spPr>
        </p:sp>
        <p:sp>
          <p:nvSpPr>
            <p:cNvPr name="TextBox 59" id="59"/>
            <p:cNvSpPr txBox="true"/>
            <p:nvPr/>
          </p:nvSpPr>
          <p:spPr>
            <a:xfrm>
              <a:off x="0" y="-28575"/>
              <a:ext cx="2552219" cy="193711"/>
            </a:xfrm>
            <a:prstGeom prst="rect">
              <a:avLst/>
            </a:prstGeom>
          </p:spPr>
          <p:txBody>
            <a:bodyPr anchor="ctr" rtlCol="false" tIns="50800" lIns="50800" bIns="50800" rIns="50800"/>
            <a:lstStyle/>
            <a:p>
              <a:pPr algn="ctr">
                <a:lnSpc>
                  <a:spcPts val="2380"/>
                </a:lnSpc>
              </a:pPr>
            </a:p>
          </p:txBody>
        </p:sp>
      </p:grpSp>
      <p:sp>
        <p:nvSpPr>
          <p:cNvPr name="TextBox 60" id="60"/>
          <p:cNvSpPr txBox="true"/>
          <p:nvPr/>
        </p:nvSpPr>
        <p:spPr>
          <a:xfrm rot="0">
            <a:off x="10972800" y="5519107"/>
            <a:ext cx="610566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Sterilisasi Alat</a:t>
            </a:r>
          </a:p>
          <a:p>
            <a:pPr algn="l">
              <a:lnSpc>
                <a:spcPts val="3828"/>
              </a:lnSpc>
            </a:pPr>
          </a:p>
        </p:txBody>
      </p:sp>
      <p:sp>
        <p:nvSpPr>
          <p:cNvPr name="Freeform 61" id="61"/>
          <p:cNvSpPr/>
          <p:nvPr/>
        </p:nvSpPr>
        <p:spPr>
          <a:xfrm flipH="false" flipV="false" rot="0">
            <a:off x="10142122" y="5477949"/>
            <a:ext cx="587358" cy="608661"/>
          </a:xfrm>
          <a:custGeom>
            <a:avLst/>
            <a:gdLst/>
            <a:ahLst/>
            <a:cxnLst/>
            <a:rect r="r" b="b" t="t" l="l"/>
            <a:pathLst>
              <a:path h="608661" w="587358">
                <a:moveTo>
                  <a:pt x="0" y="0"/>
                </a:moveTo>
                <a:lnTo>
                  <a:pt x="587358" y="0"/>
                </a:lnTo>
                <a:lnTo>
                  <a:pt x="587358" y="608662"/>
                </a:lnTo>
                <a:lnTo>
                  <a:pt x="0" y="60866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2" id="62"/>
          <p:cNvSpPr/>
          <p:nvPr/>
        </p:nvSpPr>
        <p:spPr>
          <a:xfrm flipH="false" flipV="false" rot="0">
            <a:off x="1267224" y="3106755"/>
            <a:ext cx="2085304" cy="2085304"/>
          </a:xfrm>
          <a:custGeom>
            <a:avLst/>
            <a:gdLst/>
            <a:ahLst/>
            <a:cxnLst/>
            <a:rect r="r" b="b" t="t" l="l"/>
            <a:pathLst>
              <a:path h="2085304" w="2085304">
                <a:moveTo>
                  <a:pt x="0" y="0"/>
                </a:moveTo>
                <a:lnTo>
                  <a:pt x="2085305" y="0"/>
                </a:lnTo>
                <a:lnTo>
                  <a:pt x="2085305" y="2085305"/>
                </a:lnTo>
                <a:lnTo>
                  <a:pt x="0" y="208530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3" id="63"/>
          <p:cNvSpPr/>
          <p:nvPr/>
        </p:nvSpPr>
        <p:spPr>
          <a:xfrm flipH="false" flipV="false" rot="0">
            <a:off x="1361480" y="6641237"/>
            <a:ext cx="1991049" cy="1991049"/>
          </a:xfrm>
          <a:custGeom>
            <a:avLst/>
            <a:gdLst/>
            <a:ahLst/>
            <a:cxnLst/>
            <a:rect r="r" b="b" t="t" l="l"/>
            <a:pathLst>
              <a:path h="1991049" w="1991049">
                <a:moveTo>
                  <a:pt x="0" y="0"/>
                </a:moveTo>
                <a:lnTo>
                  <a:pt x="1991049" y="0"/>
                </a:lnTo>
                <a:lnTo>
                  <a:pt x="1991049" y="1991049"/>
                </a:lnTo>
                <a:lnTo>
                  <a:pt x="0" y="199104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64" id="64"/>
          <p:cNvGrpSpPr/>
          <p:nvPr/>
        </p:nvGrpSpPr>
        <p:grpSpPr>
          <a:xfrm rot="0">
            <a:off x="3543687" y="2978732"/>
            <a:ext cx="4370597" cy="2341352"/>
            <a:chOff x="0" y="0"/>
            <a:chExt cx="1151104" cy="616652"/>
          </a:xfrm>
        </p:grpSpPr>
        <p:sp>
          <p:nvSpPr>
            <p:cNvPr name="Freeform 65" id="65"/>
            <p:cNvSpPr/>
            <p:nvPr/>
          </p:nvSpPr>
          <p:spPr>
            <a:xfrm flipH="false" flipV="false" rot="0">
              <a:off x="0" y="0"/>
              <a:ext cx="1151104" cy="616652"/>
            </a:xfrm>
            <a:custGeom>
              <a:avLst/>
              <a:gdLst/>
              <a:ahLst/>
              <a:cxnLst/>
              <a:rect r="r" b="b" t="t" l="l"/>
              <a:pathLst>
                <a:path h="616652" w="1151104">
                  <a:moveTo>
                    <a:pt x="90340" y="0"/>
                  </a:moveTo>
                  <a:lnTo>
                    <a:pt x="1060764" y="0"/>
                  </a:lnTo>
                  <a:cubicBezTo>
                    <a:pt x="1084724" y="0"/>
                    <a:pt x="1107702" y="9518"/>
                    <a:pt x="1124644" y="26460"/>
                  </a:cubicBezTo>
                  <a:cubicBezTo>
                    <a:pt x="1141586" y="43402"/>
                    <a:pt x="1151104" y="66380"/>
                    <a:pt x="1151104" y="90340"/>
                  </a:cubicBezTo>
                  <a:lnTo>
                    <a:pt x="1151104" y="526313"/>
                  </a:lnTo>
                  <a:cubicBezTo>
                    <a:pt x="1151104" y="550272"/>
                    <a:pt x="1141586" y="573251"/>
                    <a:pt x="1124644" y="590192"/>
                  </a:cubicBezTo>
                  <a:cubicBezTo>
                    <a:pt x="1107702" y="607134"/>
                    <a:pt x="1084724" y="616652"/>
                    <a:pt x="1060764" y="616652"/>
                  </a:cubicBezTo>
                  <a:lnTo>
                    <a:pt x="90340" y="616652"/>
                  </a:lnTo>
                  <a:cubicBezTo>
                    <a:pt x="66380" y="616652"/>
                    <a:pt x="43402" y="607134"/>
                    <a:pt x="26460" y="590192"/>
                  </a:cubicBezTo>
                  <a:cubicBezTo>
                    <a:pt x="9518" y="573251"/>
                    <a:pt x="0" y="550272"/>
                    <a:pt x="0" y="526313"/>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66" id="66"/>
            <p:cNvSpPr txBox="true"/>
            <p:nvPr/>
          </p:nvSpPr>
          <p:spPr>
            <a:xfrm>
              <a:off x="0" y="-28575"/>
              <a:ext cx="1151104" cy="645227"/>
            </a:xfrm>
            <a:prstGeom prst="rect">
              <a:avLst/>
            </a:prstGeom>
          </p:spPr>
          <p:txBody>
            <a:bodyPr anchor="ctr" rtlCol="false" tIns="50800" lIns="50800" bIns="50800" rIns="50800"/>
            <a:lstStyle/>
            <a:p>
              <a:pPr algn="ctr">
                <a:lnSpc>
                  <a:spcPts val="2380"/>
                </a:lnSpc>
              </a:pPr>
            </a:p>
          </p:txBody>
        </p:sp>
      </p:grpSp>
      <p:grpSp>
        <p:nvGrpSpPr>
          <p:cNvPr name="Group 67" id="67"/>
          <p:cNvGrpSpPr/>
          <p:nvPr/>
        </p:nvGrpSpPr>
        <p:grpSpPr>
          <a:xfrm rot="0">
            <a:off x="13564722" y="6290934"/>
            <a:ext cx="4370597" cy="2845146"/>
            <a:chOff x="0" y="0"/>
            <a:chExt cx="1151104" cy="749339"/>
          </a:xfrm>
        </p:grpSpPr>
        <p:sp>
          <p:nvSpPr>
            <p:cNvPr name="Freeform 68" id="68"/>
            <p:cNvSpPr/>
            <p:nvPr/>
          </p:nvSpPr>
          <p:spPr>
            <a:xfrm flipH="false" flipV="false" rot="0">
              <a:off x="0" y="0"/>
              <a:ext cx="1151104" cy="749339"/>
            </a:xfrm>
            <a:custGeom>
              <a:avLst/>
              <a:gdLst/>
              <a:ahLst/>
              <a:cxnLst/>
              <a:rect r="r" b="b" t="t" l="l"/>
              <a:pathLst>
                <a:path h="749339" w="1151104">
                  <a:moveTo>
                    <a:pt x="90340" y="0"/>
                  </a:moveTo>
                  <a:lnTo>
                    <a:pt x="1060764" y="0"/>
                  </a:lnTo>
                  <a:cubicBezTo>
                    <a:pt x="1084724" y="0"/>
                    <a:pt x="1107702" y="9518"/>
                    <a:pt x="1124644" y="26460"/>
                  </a:cubicBezTo>
                  <a:cubicBezTo>
                    <a:pt x="1141586" y="43402"/>
                    <a:pt x="1151104" y="66380"/>
                    <a:pt x="1151104" y="90340"/>
                  </a:cubicBezTo>
                  <a:lnTo>
                    <a:pt x="1151104" y="658999"/>
                  </a:lnTo>
                  <a:cubicBezTo>
                    <a:pt x="1151104" y="682959"/>
                    <a:pt x="1141586" y="705937"/>
                    <a:pt x="1124644" y="722879"/>
                  </a:cubicBezTo>
                  <a:cubicBezTo>
                    <a:pt x="1107702" y="739821"/>
                    <a:pt x="1084724" y="749339"/>
                    <a:pt x="1060764" y="749339"/>
                  </a:cubicBezTo>
                  <a:lnTo>
                    <a:pt x="90340" y="749339"/>
                  </a:lnTo>
                  <a:cubicBezTo>
                    <a:pt x="66380" y="749339"/>
                    <a:pt x="43402" y="739821"/>
                    <a:pt x="26460" y="722879"/>
                  </a:cubicBezTo>
                  <a:cubicBezTo>
                    <a:pt x="9518" y="705937"/>
                    <a:pt x="0" y="682959"/>
                    <a:pt x="0" y="658999"/>
                  </a:cubicBezTo>
                  <a:lnTo>
                    <a:pt x="0" y="90340"/>
                  </a:lnTo>
                  <a:cubicBezTo>
                    <a:pt x="0" y="66380"/>
                    <a:pt x="9518" y="43402"/>
                    <a:pt x="26460" y="26460"/>
                  </a:cubicBezTo>
                  <a:cubicBezTo>
                    <a:pt x="43402" y="9518"/>
                    <a:pt x="66380" y="0"/>
                    <a:pt x="90340" y="0"/>
                  </a:cubicBezTo>
                  <a:close/>
                </a:path>
              </a:pathLst>
            </a:custGeom>
            <a:solidFill>
              <a:srgbClr val="FFCE32"/>
            </a:solidFill>
            <a:ln w="38100" cap="rnd">
              <a:solidFill>
                <a:srgbClr val="000000"/>
              </a:solidFill>
              <a:prstDash val="solid"/>
              <a:round/>
            </a:ln>
          </p:spPr>
        </p:sp>
        <p:sp>
          <p:nvSpPr>
            <p:cNvPr name="TextBox 69" id="69"/>
            <p:cNvSpPr txBox="true"/>
            <p:nvPr/>
          </p:nvSpPr>
          <p:spPr>
            <a:xfrm>
              <a:off x="0" y="-28575"/>
              <a:ext cx="1151104" cy="777914"/>
            </a:xfrm>
            <a:prstGeom prst="rect">
              <a:avLst/>
            </a:prstGeom>
          </p:spPr>
          <p:txBody>
            <a:bodyPr anchor="ctr" rtlCol="false" tIns="50800" lIns="50800" bIns="50800" rIns="50800"/>
            <a:lstStyle/>
            <a:p>
              <a:pPr algn="ctr">
                <a:lnSpc>
                  <a:spcPts val="2380"/>
                </a:lnSpc>
              </a:pPr>
            </a:p>
          </p:txBody>
        </p:sp>
      </p:grpSp>
      <p:sp>
        <p:nvSpPr>
          <p:cNvPr name="Freeform 70" id="70"/>
          <p:cNvSpPr/>
          <p:nvPr/>
        </p:nvSpPr>
        <p:spPr>
          <a:xfrm flipH="false" flipV="false" rot="0">
            <a:off x="11044391" y="3109450"/>
            <a:ext cx="1908244" cy="1908244"/>
          </a:xfrm>
          <a:custGeom>
            <a:avLst/>
            <a:gdLst/>
            <a:ahLst/>
            <a:cxnLst/>
            <a:rect r="r" b="b" t="t" l="l"/>
            <a:pathLst>
              <a:path h="1908244" w="1908244">
                <a:moveTo>
                  <a:pt x="0" y="0"/>
                </a:moveTo>
                <a:lnTo>
                  <a:pt x="1908244" y="0"/>
                </a:lnTo>
                <a:lnTo>
                  <a:pt x="1908244" y="1908244"/>
                </a:lnTo>
                <a:lnTo>
                  <a:pt x="0" y="190824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71" id="71"/>
          <p:cNvSpPr/>
          <p:nvPr/>
        </p:nvSpPr>
        <p:spPr>
          <a:xfrm flipH="false" flipV="false" rot="0">
            <a:off x="10880203" y="6554614"/>
            <a:ext cx="2072432" cy="2072432"/>
          </a:xfrm>
          <a:custGeom>
            <a:avLst/>
            <a:gdLst/>
            <a:ahLst/>
            <a:cxnLst/>
            <a:rect r="r" b="b" t="t" l="l"/>
            <a:pathLst>
              <a:path h="2072432" w="2072432">
                <a:moveTo>
                  <a:pt x="0" y="0"/>
                </a:moveTo>
                <a:lnTo>
                  <a:pt x="2072432" y="0"/>
                </a:lnTo>
                <a:lnTo>
                  <a:pt x="2072432" y="2072432"/>
                </a:lnTo>
                <a:lnTo>
                  <a:pt x="0" y="2072432"/>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72" id="72"/>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73" id="73"/>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74" id="74"/>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75" id="75"/>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76" id="76"/>
          <p:cNvSpPr txBox="true"/>
          <p:nvPr/>
        </p:nvSpPr>
        <p:spPr>
          <a:xfrm rot="0">
            <a:off x="16689956" y="9421254"/>
            <a:ext cx="504230"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21</a:t>
            </a:r>
          </a:p>
        </p:txBody>
      </p:sp>
      <p:sp>
        <p:nvSpPr>
          <p:cNvPr name="TextBox 77" id="77"/>
          <p:cNvSpPr txBox="true"/>
          <p:nvPr/>
        </p:nvSpPr>
        <p:spPr>
          <a:xfrm rot="0">
            <a:off x="1332674" y="2249116"/>
            <a:ext cx="4039709"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Per</a:t>
            </a:r>
            <a:r>
              <a:rPr lang="en-US" sz="3480" b="true">
                <a:solidFill>
                  <a:srgbClr val="C90000"/>
                </a:solidFill>
                <a:latin typeface="Poppins Bold"/>
                <a:ea typeface="Poppins Bold"/>
                <a:cs typeface="Poppins Bold"/>
                <a:sym typeface="Poppins Bold"/>
              </a:rPr>
              <a:t>siapan pasien</a:t>
            </a:r>
          </a:p>
          <a:p>
            <a:pPr algn="l">
              <a:lnSpc>
                <a:spcPts val="3828"/>
              </a:lnSpc>
            </a:pPr>
          </a:p>
        </p:txBody>
      </p:sp>
      <p:sp>
        <p:nvSpPr>
          <p:cNvPr name="TextBox 78" id="78"/>
          <p:cNvSpPr txBox="true"/>
          <p:nvPr/>
        </p:nvSpPr>
        <p:spPr>
          <a:xfrm rot="0">
            <a:off x="10972800" y="2292825"/>
            <a:ext cx="5183844"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Peme</a:t>
            </a:r>
            <a:r>
              <a:rPr lang="en-US" sz="3480" b="true">
                <a:solidFill>
                  <a:srgbClr val="C90000"/>
                </a:solidFill>
                <a:latin typeface="Poppins Bold"/>
                <a:ea typeface="Poppins Bold"/>
                <a:cs typeface="Poppins Bold"/>
                <a:sym typeface="Poppins Bold"/>
              </a:rPr>
              <a:t>riksaan Glicovia</a:t>
            </a:r>
          </a:p>
          <a:p>
            <a:pPr algn="l">
              <a:lnSpc>
                <a:spcPts val="3828"/>
              </a:lnSpc>
            </a:pPr>
          </a:p>
        </p:txBody>
      </p:sp>
      <p:sp>
        <p:nvSpPr>
          <p:cNvPr name="TextBox 79" id="79"/>
          <p:cNvSpPr txBox="true"/>
          <p:nvPr/>
        </p:nvSpPr>
        <p:spPr>
          <a:xfrm rot="0">
            <a:off x="3989741" y="3350578"/>
            <a:ext cx="3478489" cy="159766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Persiapan pasien disesuaikan dengan prosedur pra pengambilan </a:t>
            </a:r>
          </a:p>
        </p:txBody>
      </p:sp>
      <p:sp>
        <p:nvSpPr>
          <p:cNvPr name="TextBox 80" id="80"/>
          <p:cNvSpPr txBox="true"/>
          <p:nvPr/>
        </p:nvSpPr>
        <p:spPr>
          <a:xfrm rot="0">
            <a:off x="3718394" y="6523606"/>
            <a:ext cx="4135421"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Pengambilan </a:t>
            </a:r>
            <a:r>
              <a:rPr lang="en-US" b="true" sz="2799" i="true">
                <a:solidFill>
                  <a:srgbClr val="000000"/>
                </a:solidFill>
                <a:latin typeface="Poppins Bold Italics"/>
                <a:ea typeface="Poppins Bold Italics"/>
                <a:cs typeface="Poppins Bold Italics"/>
                <a:sym typeface="Poppins Bold Italics"/>
              </a:rPr>
              <a:t>unstimulated</a:t>
            </a:r>
            <a:r>
              <a:rPr lang="en-US" sz="2799" b="true">
                <a:solidFill>
                  <a:srgbClr val="000000"/>
                </a:solidFill>
                <a:latin typeface="Poppins Bold"/>
                <a:ea typeface="Poppins Bold"/>
                <a:cs typeface="Poppins Bold"/>
                <a:sym typeface="Poppins Bold"/>
              </a:rPr>
              <a:t> saliva dengan sendok </a:t>
            </a:r>
            <a:r>
              <a:rPr lang="en-US" b="true" sz="2799" i="true">
                <a:solidFill>
                  <a:srgbClr val="000000"/>
                </a:solidFill>
                <a:latin typeface="Poppins Bold Italics"/>
                <a:ea typeface="Poppins Bold Italics"/>
                <a:cs typeface="Poppins Bold Italics"/>
                <a:sym typeface="Poppins Bold Italics"/>
              </a:rPr>
              <a:t>stainless steel </a:t>
            </a:r>
            <a:r>
              <a:rPr lang="en-US" sz="2799" b="true">
                <a:solidFill>
                  <a:srgbClr val="000000"/>
                </a:solidFill>
                <a:latin typeface="Poppins Bold"/>
                <a:ea typeface="Poppins Bold"/>
                <a:cs typeface="Poppins Bold"/>
                <a:sym typeface="Poppins Bold"/>
              </a:rPr>
              <a:t>1ml steril dalam satu paket</a:t>
            </a:r>
          </a:p>
        </p:txBody>
      </p:sp>
      <p:sp>
        <p:nvSpPr>
          <p:cNvPr name="TextBox 81" id="81"/>
          <p:cNvSpPr txBox="true"/>
          <p:nvPr/>
        </p:nvSpPr>
        <p:spPr>
          <a:xfrm rot="0">
            <a:off x="13761723" y="3384376"/>
            <a:ext cx="3976596" cy="1988185"/>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Saliva dimasukkan ke perangkat untuk dilakukan analisis biomarka.</a:t>
            </a:r>
          </a:p>
          <a:p>
            <a:pPr algn="ctr">
              <a:lnSpc>
                <a:spcPts val="3079"/>
              </a:lnSpc>
            </a:pPr>
          </a:p>
        </p:txBody>
      </p:sp>
      <p:sp>
        <p:nvSpPr>
          <p:cNvPr name="TextBox 82" id="82"/>
          <p:cNvSpPr txBox="true"/>
          <p:nvPr/>
        </p:nvSpPr>
        <p:spPr>
          <a:xfrm rot="0">
            <a:off x="1332674" y="5519107"/>
            <a:ext cx="4723151" cy="100450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Pengambilan saliva</a:t>
            </a:r>
          </a:p>
          <a:p>
            <a:pPr algn="l">
              <a:lnSpc>
                <a:spcPts val="3828"/>
              </a:lnSpc>
            </a:pPr>
          </a:p>
        </p:txBody>
      </p:sp>
      <p:sp>
        <p:nvSpPr>
          <p:cNvPr name="TextBox 83" id="83"/>
          <p:cNvSpPr txBox="true"/>
          <p:nvPr/>
        </p:nvSpPr>
        <p:spPr>
          <a:xfrm rot="0">
            <a:off x="13761723" y="6704581"/>
            <a:ext cx="3983109" cy="2378710"/>
          </a:xfrm>
          <a:prstGeom prst="rect">
            <a:avLst/>
          </a:prstGeom>
        </p:spPr>
        <p:txBody>
          <a:bodyPr anchor="t" rtlCol="false" tIns="0" lIns="0" bIns="0" rIns="0">
            <a:spAutoFit/>
          </a:bodyPr>
          <a:lstStyle/>
          <a:p>
            <a:pPr algn="ctr">
              <a:lnSpc>
                <a:spcPts val="3079"/>
              </a:lnSpc>
            </a:pPr>
            <a:r>
              <a:rPr lang="en-US" sz="2799" b="true">
                <a:solidFill>
                  <a:srgbClr val="000000"/>
                </a:solidFill>
                <a:latin typeface="Poppins Bold"/>
                <a:ea typeface="Poppins Bold"/>
                <a:cs typeface="Poppins Bold"/>
                <a:sym typeface="Poppins Bold"/>
              </a:rPr>
              <a:t>Sendok dibersihkan dan didisinfeksi dengan alkohol 70% sebelum digunakan kembali.</a:t>
            </a:r>
          </a:p>
          <a:p>
            <a:pPr algn="ctr">
              <a:lnSpc>
                <a:spcPts val="3079"/>
              </a:lnSpc>
            </a:pPr>
          </a:p>
        </p:txBody>
      </p:sp>
      <p:sp>
        <p:nvSpPr>
          <p:cNvPr name="TextBox 84" id="84"/>
          <p:cNvSpPr txBox="true"/>
          <p:nvPr/>
        </p:nvSpPr>
        <p:spPr>
          <a:xfrm rot="0">
            <a:off x="240438" y="223760"/>
            <a:ext cx="11156464" cy="1630038"/>
          </a:xfrm>
          <a:prstGeom prst="rect">
            <a:avLst/>
          </a:prstGeom>
        </p:spPr>
        <p:txBody>
          <a:bodyPr anchor="t" rtlCol="false" tIns="0" lIns="0" bIns="0" rIns="0">
            <a:spAutoFit/>
          </a:bodyPr>
          <a:lstStyle/>
          <a:p>
            <a:pPr algn="l">
              <a:lnSpc>
                <a:spcPts val="6025"/>
              </a:lnSpc>
            </a:pPr>
            <a:r>
              <a:rPr lang="en-US" sz="6086" b="true">
                <a:solidFill>
                  <a:srgbClr val="1C6037"/>
                </a:solidFill>
                <a:latin typeface="Poppins Bold"/>
                <a:ea typeface="Poppins Bold"/>
                <a:cs typeface="Poppins Bold"/>
                <a:sym typeface="Poppins Bold"/>
              </a:rPr>
              <a:t>PERSIAPAN DAN PROSEDUR PEMERIKSAAN</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7764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9271597" y="6425073"/>
            <a:ext cx="9690456" cy="536496"/>
            <a:chOff x="0" y="0"/>
            <a:chExt cx="2552219" cy="141299"/>
          </a:xfrm>
        </p:grpSpPr>
        <p:sp>
          <p:nvSpPr>
            <p:cNvPr name="Freeform 7" id="7"/>
            <p:cNvSpPr/>
            <p:nvPr/>
          </p:nvSpPr>
          <p:spPr>
            <a:xfrm flipH="false" flipV="false" rot="0">
              <a:off x="0" y="0"/>
              <a:ext cx="2552219" cy="141299"/>
            </a:xfrm>
            <a:custGeom>
              <a:avLst/>
              <a:gdLst/>
              <a:ahLst/>
              <a:cxnLst/>
              <a:rect r="r" b="b" t="t" l="l"/>
              <a:pathLst>
                <a:path h="141299" w="2552219">
                  <a:moveTo>
                    <a:pt x="70650" y="0"/>
                  </a:moveTo>
                  <a:lnTo>
                    <a:pt x="2481569" y="0"/>
                  </a:lnTo>
                  <a:cubicBezTo>
                    <a:pt x="2500306" y="0"/>
                    <a:pt x="2518277" y="7443"/>
                    <a:pt x="2531526" y="20693"/>
                  </a:cubicBezTo>
                  <a:cubicBezTo>
                    <a:pt x="2544775" y="33942"/>
                    <a:pt x="2552219" y="51912"/>
                    <a:pt x="2552219" y="70650"/>
                  </a:cubicBezTo>
                  <a:lnTo>
                    <a:pt x="2552219" y="70650"/>
                  </a:lnTo>
                  <a:cubicBezTo>
                    <a:pt x="2552219" y="89387"/>
                    <a:pt x="2544775" y="107357"/>
                    <a:pt x="2531526" y="120607"/>
                  </a:cubicBezTo>
                  <a:cubicBezTo>
                    <a:pt x="2518277" y="133856"/>
                    <a:pt x="2500306" y="141299"/>
                    <a:pt x="2481569" y="141299"/>
                  </a:cubicBezTo>
                  <a:lnTo>
                    <a:pt x="70650" y="141299"/>
                  </a:lnTo>
                  <a:cubicBezTo>
                    <a:pt x="51912" y="141299"/>
                    <a:pt x="33942" y="133856"/>
                    <a:pt x="20693" y="120607"/>
                  </a:cubicBezTo>
                  <a:cubicBezTo>
                    <a:pt x="7443" y="107357"/>
                    <a:pt x="0" y="89387"/>
                    <a:pt x="0" y="70650"/>
                  </a:cubicBezTo>
                  <a:lnTo>
                    <a:pt x="0" y="70650"/>
                  </a:lnTo>
                  <a:cubicBezTo>
                    <a:pt x="0" y="51912"/>
                    <a:pt x="7443" y="33942"/>
                    <a:pt x="20693" y="20693"/>
                  </a:cubicBezTo>
                  <a:cubicBezTo>
                    <a:pt x="33942" y="7443"/>
                    <a:pt x="51912" y="0"/>
                    <a:pt x="70650" y="0"/>
                  </a:cubicBezTo>
                  <a:close/>
                </a:path>
              </a:pathLst>
            </a:custGeom>
            <a:solidFill>
              <a:srgbClr val="CBE3AC"/>
            </a:solidFill>
          </p:spPr>
        </p:sp>
        <p:sp>
          <p:nvSpPr>
            <p:cNvPr name="TextBox 8" id="8"/>
            <p:cNvSpPr txBox="true"/>
            <p:nvPr/>
          </p:nvSpPr>
          <p:spPr>
            <a:xfrm>
              <a:off x="0" y="-28575"/>
              <a:ext cx="2552219" cy="169874"/>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0" y="9423688"/>
            <a:ext cx="18742908" cy="1239467"/>
            <a:chOff x="0" y="0"/>
            <a:chExt cx="3949066" cy="261151"/>
          </a:xfrm>
        </p:grpSpPr>
        <p:sp>
          <p:nvSpPr>
            <p:cNvPr name="Freeform 10" id="10"/>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11" id="11"/>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12" id="12"/>
          <p:cNvGrpSpPr/>
          <p:nvPr/>
        </p:nvGrpSpPr>
        <p:grpSpPr>
          <a:xfrm rot="0">
            <a:off x="240438" y="9606565"/>
            <a:ext cx="4010878" cy="595487"/>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3770970" y="9601920"/>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6869325" y="9601920"/>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10105948" y="9606565"/>
            <a:ext cx="4010878" cy="595487"/>
            <a:chOff x="0" y="0"/>
            <a:chExt cx="1056363" cy="156836"/>
          </a:xfrm>
        </p:grpSpPr>
        <p:sp>
          <p:nvSpPr>
            <p:cNvPr name="Freeform 22" id="2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3" id="2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4" id="24"/>
          <p:cNvGrpSpPr/>
          <p:nvPr/>
        </p:nvGrpSpPr>
        <p:grpSpPr>
          <a:xfrm rot="0">
            <a:off x="12320138" y="9601920"/>
            <a:ext cx="4798223" cy="595487"/>
            <a:chOff x="0" y="0"/>
            <a:chExt cx="1263729" cy="156836"/>
          </a:xfrm>
        </p:grpSpPr>
        <p:sp>
          <p:nvSpPr>
            <p:cNvPr name="Freeform 25" id="25"/>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6" id="26"/>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7" id="27"/>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28" id="28"/>
          <p:cNvGrpSpPr/>
          <p:nvPr/>
        </p:nvGrpSpPr>
        <p:grpSpPr>
          <a:xfrm rot="0">
            <a:off x="16443867" y="9362871"/>
            <a:ext cx="996408" cy="1848257"/>
            <a:chOff x="0" y="0"/>
            <a:chExt cx="438186" cy="812800"/>
          </a:xfrm>
        </p:grpSpPr>
        <p:sp>
          <p:nvSpPr>
            <p:cNvPr name="Freeform 29" id="29"/>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0" id="30"/>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1" id="31"/>
          <p:cNvGrpSpPr/>
          <p:nvPr/>
        </p:nvGrpSpPr>
        <p:grpSpPr>
          <a:xfrm rot="0">
            <a:off x="-1322260" y="6437217"/>
            <a:ext cx="9690456" cy="536496"/>
            <a:chOff x="0" y="0"/>
            <a:chExt cx="2552219" cy="141299"/>
          </a:xfrm>
        </p:grpSpPr>
        <p:sp>
          <p:nvSpPr>
            <p:cNvPr name="Freeform 32" id="32"/>
            <p:cNvSpPr/>
            <p:nvPr/>
          </p:nvSpPr>
          <p:spPr>
            <a:xfrm flipH="false" flipV="false" rot="0">
              <a:off x="0" y="0"/>
              <a:ext cx="2552219" cy="141299"/>
            </a:xfrm>
            <a:custGeom>
              <a:avLst/>
              <a:gdLst/>
              <a:ahLst/>
              <a:cxnLst/>
              <a:rect r="r" b="b" t="t" l="l"/>
              <a:pathLst>
                <a:path h="141299" w="2552219">
                  <a:moveTo>
                    <a:pt x="70650" y="0"/>
                  </a:moveTo>
                  <a:lnTo>
                    <a:pt x="2481569" y="0"/>
                  </a:lnTo>
                  <a:cubicBezTo>
                    <a:pt x="2500306" y="0"/>
                    <a:pt x="2518277" y="7443"/>
                    <a:pt x="2531526" y="20693"/>
                  </a:cubicBezTo>
                  <a:cubicBezTo>
                    <a:pt x="2544775" y="33942"/>
                    <a:pt x="2552219" y="51912"/>
                    <a:pt x="2552219" y="70650"/>
                  </a:cubicBezTo>
                  <a:lnTo>
                    <a:pt x="2552219" y="70650"/>
                  </a:lnTo>
                  <a:cubicBezTo>
                    <a:pt x="2552219" y="89387"/>
                    <a:pt x="2544775" y="107357"/>
                    <a:pt x="2531526" y="120607"/>
                  </a:cubicBezTo>
                  <a:cubicBezTo>
                    <a:pt x="2518277" y="133856"/>
                    <a:pt x="2500306" y="141299"/>
                    <a:pt x="2481569" y="141299"/>
                  </a:cubicBezTo>
                  <a:lnTo>
                    <a:pt x="70650" y="141299"/>
                  </a:lnTo>
                  <a:cubicBezTo>
                    <a:pt x="51912" y="141299"/>
                    <a:pt x="33942" y="133856"/>
                    <a:pt x="20693" y="120607"/>
                  </a:cubicBezTo>
                  <a:cubicBezTo>
                    <a:pt x="7443" y="107357"/>
                    <a:pt x="0" y="89387"/>
                    <a:pt x="0" y="70650"/>
                  </a:cubicBezTo>
                  <a:lnTo>
                    <a:pt x="0" y="70650"/>
                  </a:lnTo>
                  <a:cubicBezTo>
                    <a:pt x="0" y="51912"/>
                    <a:pt x="7443" y="33942"/>
                    <a:pt x="20693" y="20693"/>
                  </a:cubicBezTo>
                  <a:cubicBezTo>
                    <a:pt x="33942" y="7443"/>
                    <a:pt x="51912" y="0"/>
                    <a:pt x="70650" y="0"/>
                  </a:cubicBezTo>
                  <a:close/>
                </a:path>
              </a:pathLst>
            </a:custGeom>
            <a:solidFill>
              <a:srgbClr val="CBE3AC"/>
            </a:solidFill>
          </p:spPr>
        </p:sp>
        <p:sp>
          <p:nvSpPr>
            <p:cNvPr name="TextBox 33" id="33"/>
            <p:cNvSpPr txBox="true"/>
            <p:nvPr/>
          </p:nvSpPr>
          <p:spPr>
            <a:xfrm>
              <a:off x="0" y="-28575"/>
              <a:ext cx="2552219" cy="169874"/>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0">
            <a:off x="3970804" y="7102863"/>
            <a:ext cx="4290636" cy="2155437"/>
            <a:chOff x="0" y="0"/>
            <a:chExt cx="1130044" cy="567687"/>
          </a:xfrm>
        </p:grpSpPr>
        <p:sp>
          <p:nvSpPr>
            <p:cNvPr name="Freeform 35" id="35"/>
            <p:cNvSpPr/>
            <p:nvPr/>
          </p:nvSpPr>
          <p:spPr>
            <a:xfrm flipH="false" flipV="false" rot="0">
              <a:off x="0" y="0"/>
              <a:ext cx="1130044" cy="567687"/>
            </a:xfrm>
            <a:custGeom>
              <a:avLst/>
              <a:gdLst/>
              <a:ahLst/>
              <a:cxnLst/>
              <a:rect r="r" b="b" t="t" l="l"/>
              <a:pathLst>
                <a:path h="567687" w="1130044">
                  <a:moveTo>
                    <a:pt x="43305" y="0"/>
                  </a:moveTo>
                  <a:lnTo>
                    <a:pt x="1086739" y="0"/>
                  </a:lnTo>
                  <a:cubicBezTo>
                    <a:pt x="1098224" y="0"/>
                    <a:pt x="1109239" y="4562"/>
                    <a:pt x="1117360" y="12684"/>
                  </a:cubicBezTo>
                  <a:cubicBezTo>
                    <a:pt x="1125482" y="20805"/>
                    <a:pt x="1130044" y="31820"/>
                    <a:pt x="1130044" y="43305"/>
                  </a:cubicBezTo>
                  <a:lnTo>
                    <a:pt x="1130044" y="524382"/>
                  </a:lnTo>
                  <a:cubicBezTo>
                    <a:pt x="1130044" y="548299"/>
                    <a:pt x="1110656" y="567687"/>
                    <a:pt x="1086739" y="567687"/>
                  </a:cubicBezTo>
                  <a:lnTo>
                    <a:pt x="43305" y="567687"/>
                  </a:lnTo>
                  <a:cubicBezTo>
                    <a:pt x="19388" y="567687"/>
                    <a:pt x="0" y="548299"/>
                    <a:pt x="0" y="524382"/>
                  </a:cubicBezTo>
                  <a:lnTo>
                    <a:pt x="0" y="43305"/>
                  </a:lnTo>
                  <a:cubicBezTo>
                    <a:pt x="0" y="19388"/>
                    <a:pt x="19388" y="0"/>
                    <a:pt x="43305" y="0"/>
                  </a:cubicBezTo>
                  <a:close/>
                </a:path>
              </a:pathLst>
            </a:custGeom>
            <a:solidFill>
              <a:srgbClr val="000000"/>
            </a:solidFill>
            <a:ln w="57150" cap="rnd">
              <a:solidFill>
                <a:srgbClr val="000000"/>
              </a:solidFill>
              <a:prstDash val="solid"/>
              <a:round/>
            </a:ln>
          </p:spPr>
        </p:sp>
        <p:sp>
          <p:nvSpPr>
            <p:cNvPr name="TextBox 36" id="36"/>
            <p:cNvSpPr txBox="true"/>
            <p:nvPr/>
          </p:nvSpPr>
          <p:spPr>
            <a:xfrm>
              <a:off x="0" y="-28575"/>
              <a:ext cx="1130044" cy="596262"/>
            </a:xfrm>
            <a:prstGeom prst="rect">
              <a:avLst/>
            </a:prstGeom>
          </p:spPr>
          <p:txBody>
            <a:bodyPr anchor="ctr" rtlCol="false" tIns="50800" lIns="50800" bIns="50800" rIns="50800"/>
            <a:lstStyle/>
            <a:p>
              <a:pPr algn="ctr">
                <a:lnSpc>
                  <a:spcPts val="2380"/>
                </a:lnSpc>
              </a:pPr>
            </a:p>
          </p:txBody>
        </p:sp>
      </p:grpSp>
      <p:grpSp>
        <p:nvGrpSpPr>
          <p:cNvPr name="Group 37" id="37"/>
          <p:cNvGrpSpPr/>
          <p:nvPr/>
        </p:nvGrpSpPr>
        <p:grpSpPr>
          <a:xfrm rot="0">
            <a:off x="-1244422" y="3160265"/>
            <a:ext cx="9690456" cy="536496"/>
            <a:chOff x="0" y="0"/>
            <a:chExt cx="2552219" cy="141299"/>
          </a:xfrm>
        </p:grpSpPr>
        <p:sp>
          <p:nvSpPr>
            <p:cNvPr name="Freeform 38" id="38"/>
            <p:cNvSpPr/>
            <p:nvPr/>
          </p:nvSpPr>
          <p:spPr>
            <a:xfrm flipH="false" flipV="false" rot="0">
              <a:off x="0" y="0"/>
              <a:ext cx="2552219" cy="141299"/>
            </a:xfrm>
            <a:custGeom>
              <a:avLst/>
              <a:gdLst/>
              <a:ahLst/>
              <a:cxnLst/>
              <a:rect r="r" b="b" t="t" l="l"/>
              <a:pathLst>
                <a:path h="141299" w="2552219">
                  <a:moveTo>
                    <a:pt x="70650" y="0"/>
                  </a:moveTo>
                  <a:lnTo>
                    <a:pt x="2481569" y="0"/>
                  </a:lnTo>
                  <a:cubicBezTo>
                    <a:pt x="2500306" y="0"/>
                    <a:pt x="2518277" y="7443"/>
                    <a:pt x="2531526" y="20693"/>
                  </a:cubicBezTo>
                  <a:cubicBezTo>
                    <a:pt x="2544775" y="33942"/>
                    <a:pt x="2552219" y="51912"/>
                    <a:pt x="2552219" y="70650"/>
                  </a:cubicBezTo>
                  <a:lnTo>
                    <a:pt x="2552219" y="70650"/>
                  </a:lnTo>
                  <a:cubicBezTo>
                    <a:pt x="2552219" y="89387"/>
                    <a:pt x="2544775" y="107357"/>
                    <a:pt x="2531526" y="120607"/>
                  </a:cubicBezTo>
                  <a:cubicBezTo>
                    <a:pt x="2518277" y="133856"/>
                    <a:pt x="2500306" y="141299"/>
                    <a:pt x="2481569" y="141299"/>
                  </a:cubicBezTo>
                  <a:lnTo>
                    <a:pt x="70650" y="141299"/>
                  </a:lnTo>
                  <a:cubicBezTo>
                    <a:pt x="51912" y="141299"/>
                    <a:pt x="33942" y="133856"/>
                    <a:pt x="20693" y="120607"/>
                  </a:cubicBezTo>
                  <a:cubicBezTo>
                    <a:pt x="7443" y="107357"/>
                    <a:pt x="0" y="89387"/>
                    <a:pt x="0" y="70650"/>
                  </a:cubicBezTo>
                  <a:lnTo>
                    <a:pt x="0" y="70650"/>
                  </a:lnTo>
                  <a:cubicBezTo>
                    <a:pt x="0" y="51912"/>
                    <a:pt x="7443" y="33942"/>
                    <a:pt x="20693" y="20693"/>
                  </a:cubicBezTo>
                  <a:cubicBezTo>
                    <a:pt x="33942" y="7443"/>
                    <a:pt x="51912" y="0"/>
                    <a:pt x="70650" y="0"/>
                  </a:cubicBezTo>
                  <a:close/>
                </a:path>
              </a:pathLst>
            </a:custGeom>
            <a:solidFill>
              <a:srgbClr val="CBE3AC"/>
            </a:solidFill>
          </p:spPr>
        </p:sp>
        <p:sp>
          <p:nvSpPr>
            <p:cNvPr name="TextBox 39" id="39"/>
            <p:cNvSpPr txBox="true"/>
            <p:nvPr/>
          </p:nvSpPr>
          <p:spPr>
            <a:xfrm>
              <a:off x="0" y="-28575"/>
              <a:ext cx="2552219" cy="169874"/>
            </a:xfrm>
            <a:prstGeom prst="rect">
              <a:avLst/>
            </a:prstGeom>
          </p:spPr>
          <p:txBody>
            <a:bodyPr anchor="ctr" rtlCol="false" tIns="50800" lIns="50800" bIns="50800" rIns="50800"/>
            <a:lstStyle/>
            <a:p>
              <a:pPr algn="ctr">
                <a:lnSpc>
                  <a:spcPts val="2380"/>
                </a:lnSpc>
              </a:pPr>
            </a:p>
          </p:txBody>
        </p:sp>
      </p:grpSp>
      <p:grpSp>
        <p:nvGrpSpPr>
          <p:cNvPr name="Group 40" id="40"/>
          <p:cNvGrpSpPr/>
          <p:nvPr/>
        </p:nvGrpSpPr>
        <p:grpSpPr>
          <a:xfrm rot="0">
            <a:off x="0" y="3142145"/>
            <a:ext cx="3770970" cy="3770970"/>
            <a:chOff x="0" y="0"/>
            <a:chExt cx="5027960" cy="5027960"/>
          </a:xfrm>
        </p:grpSpPr>
        <p:sp>
          <p:nvSpPr>
            <p:cNvPr name="Freeform 41" id="41"/>
            <p:cNvSpPr/>
            <p:nvPr/>
          </p:nvSpPr>
          <p:spPr>
            <a:xfrm flipH="false" flipV="false" rot="0">
              <a:off x="0" y="0"/>
              <a:ext cx="5027960" cy="5027960"/>
            </a:xfrm>
            <a:custGeom>
              <a:avLst/>
              <a:gdLst/>
              <a:ahLst/>
              <a:cxnLst/>
              <a:rect r="r" b="b" t="t" l="l"/>
              <a:pathLst>
                <a:path h="5027960" w="5027960">
                  <a:moveTo>
                    <a:pt x="0" y="0"/>
                  </a:moveTo>
                  <a:lnTo>
                    <a:pt x="5027960" y="0"/>
                  </a:lnTo>
                  <a:lnTo>
                    <a:pt x="5027960" y="5027960"/>
                  </a:lnTo>
                  <a:lnTo>
                    <a:pt x="0" y="5027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2" id="42"/>
            <p:cNvGrpSpPr/>
            <p:nvPr/>
          </p:nvGrpSpPr>
          <p:grpSpPr>
            <a:xfrm rot="0">
              <a:off x="249976" y="249976"/>
              <a:ext cx="4528008" cy="4528008"/>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28979" r="0" b="-12532"/>
                </a:stretch>
              </a:blipFill>
              <a:ln cap="sq">
                <a:noFill/>
                <a:prstDash val="solid"/>
                <a:miter/>
              </a:ln>
            </p:spPr>
          </p:sp>
        </p:grpSp>
      </p:grpSp>
      <p:grpSp>
        <p:nvGrpSpPr>
          <p:cNvPr name="Group 44" id="44"/>
          <p:cNvGrpSpPr/>
          <p:nvPr/>
        </p:nvGrpSpPr>
        <p:grpSpPr>
          <a:xfrm rot="0">
            <a:off x="9579261" y="7102863"/>
            <a:ext cx="4417696" cy="2155437"/>
            <a:chOff x="0" y="0"/>
            <a:chExt cx="1163508" cy="567687"/>
          </a:xfrm>
        </p:grpSpPr>
        <p:sp>
          <p:nvSpPr>
            <p:cNvPr name="Freeform 45" id="45"/>
            <p:cNvSpPr/>
            <p:nvPr/>
          </p:nvSpPr>
          <p:spPr>
            <a:xfrm flipH="false" flipV="false" rot="0">
              <a:off x="0" y="0"/>
              <a:ext cx="1163508" cy="567687"/>
            </a:xfrm>
            <a:custGeom>
              <a:avLst/>
              <a:gdLst/>
              <a:ahLst/>
              <a:cxnLst/>
              <a:rect r="r" b="b" t="t" l="l"/>
              <a:pathLst>
                <a:path h="567687" w="1163508">
                  <a:moveTo>
                    <a:pt x="42059" y="0"/>
                  </a:moveTo>
                  <a:lnTo>
                    <a:pt x="1121449" y="0"/>
                  </a:lnTo>
                  <a:cubicBezTo>
                    <a:pt x="1132604" y="0"/>
                    <a:pt x="1143302" y="4431"/>
                    <a:pt x="1151190" y="12319"/>
                  </a:cubicBezTo>
                  <a:cubicBezTo>
                    <a:pt x="1159077" y="20207"/>
                    <a:pt x="1163508" y="30905"/>
                    <a:pt x="1163508" y="42059"/>
                  </a:cubicBezTo>
                  <a:lnTo>
                    <a:pt x="1163508" y="525628"/>
                  </a:lnTo>
                  <a:cubicBezTo>
                    <a:pt x="1163508" y="548856"/>
                    <a:pt x="1144678" y="567687"/>
                    <a:pt x="1121449" y="567687"/>
                  </a:cubicBezTo>
                  <a:lnTo>
                    <a:pt x="42059" y="567687"/>
                  </a:lnTo>
                  <a:cubicBezTo>
                    <a:pt x="30905" y="567687"/>
                    <a:pt x="20207" y="563256"/>
                    <a:pt x="12319" y="555368"/>
                  </a:cubicBezTo>
                  <a:cubicBezTo>
                    <a:pt x="4431" y="547480"/>
                    <a:pt x="0" y="536782"/>
                    <a:pt x="0" y="525628"/>
                  </a:cubicBezTo>
                  <a:lnTo>
                    <a:pt x="0" y="42059"/>
                  </a:lnTo>
                  <a:cubicBezTo>
                    <a:pt x="0" y="18831"/>
                    <a:pt x="18831" y="0"/>
                    <a:pt x="42059" y="0"/>
                  </a:cubicBezTo>
                  <a:close/>
                </a:path>
              </a:pathLst>
            </a:custGeom>
            <a:solidFill>
              <a:srgbClr val="000000"/>
            </a:solidFill>
            <a:ln w="57150" cap="rnd">
              <a:solidFill>
                <a:srgbClr val="000000"/>
              </a:solidFill>
              <a:prstDash val="solid"/>
              <a:round/>
            </a:ln>
          </p:spPr>
        </p:sp>
        <p:sp>
          <p:nvSpPr>
            <p:cNvPr name="TextBox 46" id="46"/>
            <p:cNvSpPr txBox="true"/>
            <p:nvPr/>
          </p:nvSpPr>
          <p:spPr>
            <a:xfrm>
              <a:off x="0" y="-28575"/>
              <a:ext cx="1163508" cy="596262"/>
            </a:xfrm>
            <a:prstGeom prst="rect">
              <a:avLst/>
            </a:prstGeom>
          </p:spPr>
          <p:txBody>
            <a:bodyPr anchor="ctr" rtlCol="false" tIns="50800" lIns="50800" bIns="50800" rIns="50800"/>
            <a:lstStyle/>
            <a:p>
              <a:pPr algn="ctr">
                <a:lnSpc>
                  <a:spcPts val="2380"/>
                </a:lnSpc>
              </a:pPr>
            </a:p>
          </p:txBody>
        </p:sp>
      </p:grpSp>
      <p:sp>
        <p:nvSpPr>
          <p:cNvPr name="Freeform 47" id="47"/>
          <p:cNvSpPr/>
          <p:nvPr/>
        </p:nvSpPr>
        <p:spPr>
          <a:xfrm flipH="false" flipV="false" rot="0">
            <a:off x="7841954" y="3115518"/>
            <a:ext cx="604080" cy="625990"/>
          </a:xfrm>
          <a:custGeom>
            <a:avLst/>
            <a:gdLst/>
            <a:ahLst/>
            <a:cxnLst/>
            <a:rect r="r" b="b" t="t" l="l"/>
            <a:pathLst>
              <a:path h="625990" w="604080">
                <a:moveTo>
                  <a:pt x="0" y="0"/>
                </a:moveTo>
                <a:lnTo>
                  <a:pt x="604080" y="0"/>
                </a:lnTo>
                <a:lnTo>
                  <a:pt x="604080" y="625990"/>
                </a:lnTo>
                <a:lnTo>
                  <a:pt x="0" y="6259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8" id="48"/>
          <p:cNvSpPr/>
          <p:nvPr/>
        </p:nvSpPr>
        <p:spPr>
          <a:xfrm flipH="false" flipV="false" rot="0">
            <a:off x="7807367" y="6390256"/>
            <a:ext cx="563037" cy="583458"/>
          </a:xfrm>
          <a:custGeom>
            <a:avLst/>
            <a:gdLst/>
            <a:ahLst/>
            <a:cxnLst/>
            <a:rect r="r" b="b" t="t" l="l"/>
            <a:pathLst>
              <a:path h="583458" w="563037">
                <a:moveTo>
                  <a:pt x="0" y="0"/>
                </a:moveTo>
                <a:lnTo>
                  <a:pt x="563037" y="0"/>
                </a:lnTo>
                <a:lnTo>
                  <a:pt x="563037" y="583458"/>
                </a:lnTo>
                <a:lnTo>
                  <a:pt x="0" y="5834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9" id="49"/>
          <p:cNvSpPr/>
          <p:nvPr/>
        </p:nvSpPr>
        <p:spPr>
          <a:xfrm flipH="false" flipV="false" rot="0">
            <a:off x="9253945" y="6365053"/>
            <a:ext cx="587358" cy="608661"/>
          </a:xfrm>
          <a:custGeom>
            <a:avLst/>
            <a:gdLst/>
            <a:ahLst/>
            <a:cxnLst/>
            <a:rect r="r" b="b" t="t" l="l"/>
            <a:pathLst>
              <a:path h="608661" w="587358">
                <a:moveTo>
                  <a:pt x="0" y="0"/>
                </a:moveTo>
                <a:lnTo>
                  <a:pt x="587358" y="0"/>
                </a:lnTo>
                <a:lnTo>
                  <a:pt x="587358" y="608661"/>
                </a:lnTo>
                <a:lnTo>
                  <a:pt x="0" y="6086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0" id="50"/>
          <p:cNvSpPr txBox="true"/>
          <p:nvPr/>
        </p:nvSpPr>
        <p:spPr>
          <a:xfrm rot="0">
            <a:off x="-2047996" y="-22234"/>
            <a:ext cx="12630271" cy="1769199"/>
          </a:xfrm>
          <a:prstGeom prst="rect">
            <a:avLst/>
          </a:prstGeom>
        </p:spPr>
        <p:txBody>
          <a:bodyPr anchor="t" rtlCol="false" tIns="0" lIns="0" bIns="0" rIns="0">
            <a:spAutoFit/>
          </a:bodyPr>
          <a:lstStyle/>
          <a:p>
            <a:pPr algn="ctr">
              <a:lnSpc>
                <a:spcPts val="13600"/>
              </a:lnSpc>
            </a:pPr>
            <a:r>
              <a:rPr lang="en-US" b="true" sz="9714">
                <a:solidFill>
                  <a:srgbClr val="1C6037"/>
                </a:solidFill>
                <a:latin typeface="Poppins Bold"/>
                <a:ea typeface="Poppins Bold"/>
                <a:cs typeface="Poppins Bold"/>
                <a:sym typeface="Poppins Bold"/>
              </a:rPr>
              <a:t>CARA KERJA</a:t>
            </a:r>
          </a:p>
        </p:txBody>
      </p:sp>
      <p:sp>
        <p:nvSpPr>
          <p:cNvPr name="Freeform 51" id="51"/>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52" id="52"/>
          <p:cNvGrpSpPr/>
          <p:nvPr/>
        </p:nvGrpSpPr>
        <p:grpSpPr>
          <a:xfrm rot="0">
            <a:off x="11787427" y="457984"/>
            <a:ext cx="6232956" cy="533984"/>
            <a:chOff x="0" y="0"/>
            <a:chExt cx="3154180" cy="270222"/>
          </a:xfrm>
        </p:grpSpPr>
        <p:sp>
          <p:nvSpPr>
            <p:cNvPr name="Freeform 53" id="53"/>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54" id="54"/>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55" id="55"/>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14"/>
            <a:stretch>
              <a:fillRect l="-3671" t="0" r="-3671" b="0"/>
            </a:stretch>
          </a:blipFill>
        </p:spPr>
      </p:sp>
      <p:sp>
        <p:nvSpPr>
          <p:cNvPr name="Freeform 56" id="56"/>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5"/>
            <a:stretch>
              <a:fillRect l="-3671" t="0" r="-3671" b="0"/>
            </a:stretch>
          </a:blipFill>
        </p:spPr>
      </p:sp>
      <p:sp>
        <p:nvSpPr>
          <p:cNvPr name="Freeform 57" id="57"/>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16"/>
            <a:stretch>
              <a:fillRect l="-3671" t="0" r="-3671" b="0"/>
            </a:stretch>
          </a:blipFill>
        </p:spPr>
      </p:sp>
      <p:sp>
        <p:nvSpPr>
          <p:cNvPr name="Freeform 58" id="58"/>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7"/>
            <a:stretch>
              <a:fillRect l="-3671" t="0" r="-3671" b="0"/>
            </a:stretch>
          </a:blipFill>
        </p:spPr>
      </p:sp>
      <p:sp>
        <p:nvSpPr>
          <p:cNvPr name="Freeform 59" id="59"/>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8"/>
            <a:stretch>
              <a:fillRect l="0" t="-1456" r="0" b="-566"/>
            </a:stretch>
          </a:blipFill>
        </p:spPr>
      </p:sp>
      <p:sp>
        <p:nvSpPr>
          <p:cNvPr name="Freeform 60" id="60"/>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9"/>
            <a:stretch>
              <a:fillRect l="0" t="-552" r="0" b="-552"/>
            </a:stretch>
          </a:blipFill>
        </p:spPr>
      </p:sp>
      <p:sp>
        <p:nvSpPr>
          <p:cNvPr name="Freeform 61" id="61"/>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20"/>
            <a:stretch>
              <a:fillRect l="0" t="0" r="-5929" b="0"/>
            </a:stretch>
          </a:blipFill>
        </p:spPr>
      </p:sp>
      <p:grpSp>
        <p:nvGrpSpPr>
          <p:cNvPr name="Group 62" id="62"/>
          <p:cNvGrpSpPr/>
          <p:nvPr/>
        </p:nvGrpSpPr>
        <p:grpSpPr>
          <a:xfrm rot="0">
            <a:off x="3434373" y="3146077"/>
            <a:ext cx="536431" cy="536431"/>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64" id="64"/>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grpSp>
        <p:nvGrpSpPr>
          <p:cNvPr name="Group 65" id="65"/>
          <p:cNvGrpSpPr/>
          <p:nvPr/>
        </p:nvGrpSpPr>
        <p:grpSpPr>
          <a:xfrm rot="0">
            <a:off x="9731066" y="3819091"/>
            <a:ext cx="4385759" cy="2155437"/>
            <a:chOff x="0" y="0"/>
            <a:chExt cx="5847678" cy="2873916"/>
          </a:xfrm>
        </p:grpSpPr>
        <p:grpSp>
          <p:nvGrpSpPr>
            <p:cNvPr name="Group 66" id="66"/>
            <p:cNvGrpSpPr/>
            <p:nvPr/>
          </p:nvGrpSpPr>
          <p:grpSpPr>
            <a:xfrm rot="0">
              <a:off x="0" y="0"/>
              <a:ext cx="5847678" cy="2873916"/>
              <a:chOff x="0" y="0"/>
              <a:chExt cx="1155097" cy="567687"/>
            </a:xfrm>
          </p:grpSpPr>
          <p:sp>
            <p:nvSpPr>
              <p:cNvPr name="Freeform 67" id="67"/>
              <p:cNvSpPr/>
              <p:nvPr/>
            </p:nvSpPr>
            <p:spPr>
              <a:xfrm flipH="false" flipV="false" rot="0">
                <a:off x="0" y="0"/>
                <a:ext cx="1155097" cy="567687"/>
              </a:xfrm>
              <a:custGeom>
                <a:avLst/>
                <a:gdLst/>
                <a:ahLst/>
                <a:cxnLst/>
                <a:rect r="r" b="b" t="t" l="l"/>
                <a:pathLst>
                  <a:path h="567687" w="1155097">
                    <a:moveTo>
                      <a:pt x="42366" y="0"/>
                    </a:moveTo>
                    <a:lnTo>
                      <a:pt x="1112731" y="0"/>
                    </a:lnTo>
                    <a:cubicBezTo>
                      <a:pt x="1123967" y="0"/>
                      <a:pt x="1134743" y="4464"/>
                      <a:pt x="1142688" y="12409"/>
                    </a:cubicBezTo>
                    <a:cubicBezTo>
                      <a:pt x="1150633" y="20354"/>
                      <a:pt x="1155097" y="31130"/>
                      <a:pt x="1155097" y="42366"/>
                    </a:cubicBezTo>
                    <a:lnTo>
                      <a:pt x="1155097" y="525321"/>
                    </a:lnTo>
                    <a:cubicBezTo>
                      <a:pt x="1155097" y="548719"/>
                      <a:pt x="1136129" y="567687"/>
                      <a:pt x="1112731" y="567687"/>
                    </a:cubicBezTo>
                    <a:lnTo>
                      <a:pt x="42366" y="567687"/>
                    </a:lnTo>
                    <a:cubicBezTo>
                      <a:pt x="18968" y="567687"/>
                      <a:pt x="0" y="548719"/>
                      <a:pt x="0" y="525321"/>
                    </a:cubicBezTo>
                    <a:lnTo>
                      <a:pt x="0" y="42366"/>
                    </a:lnTo>
                    <a:cubicBezTo>
                      <a:pt x="0" y="18968"/>
                      <a:pt x="18968" y="0"/>
                      <a:pt x="42366" y="0"/>
                    </a:cubicBezTo>
                    <a:close/>
                  </a:path>
                </a:pathLst>
              </a:custGeom>
              <a:solidFill>
                <a:srgbClr val="000000"/>
              </a:solidFill>
              <a:ln w="57150" cap="rnd">
                <a:solidFill>
                  <a:srgbClr val="000000"/>
                </a:solidFill>
                <a:prstDash val="solid"/>
                <a:round/>
              </a:ln>
            </p:spPr>
          </p:sp>
          <p:sp>
            <p:nvSpPr>
              <p:cNvPr name="TextBox 68" id="68"/>
              <p:cNvSpPr txBox="true"/>
              <p:nvPr/>
            </p:nvSpPr>
            <p:spPr>
              <a:xfrm>
                <a:off x="0" y="-28575"/>
                <a:ext cx="1155097" cy="596262"/>
              </a:xfrm>
              <a:prstGeom prst="rect">
                <a:avLst/>
              </a:prstGeom>
            </p:spPr>
            <p:txBody>
              <a:bodyPr anchor="ctr" rtlCol="false" tIns="50800" lIns="50800" bIns="50800" rIns="50800"/>
              <a:lstStyle/>
              <a:p>
                <a:pPr algn="ctr">
                  <a:lnSpc>
                    <a:spcPts val="2380"/>
                  </a:lnSpc>
                </a:pPr>
              </a:p>
            </p:txBody>
          </p:sp>
        </p:grpSp>
        <p:sp>
          <p:nvSpPr>
            <p:cNvPr name="TextBox 69" id="69"/>
            <p:cNvSpPr txBox="true"/>
            <p:nvPr/>
          </p:nvSpPr>
          <p:spPr>
            <a:xfrm rot="0">
              <a:off x="9160" y="323779"/>
              <a:ext cx="5806015" cy="2172744"/>
            </a:xfrm>
            <a:prstGeom prst="rect">
              <a:avLst/>
            </a:prstGeom>
          </p:spPr>
          <p:txBody>
            <a:bodyPr anchor="t" rtlCol="false" tIns="0" lIns="0" bIns="0" rIns="0">
              <a:spAutoFit/>
            </a:bodyPr>
            <a:lstStyle/>
            <a:p>
              <a:pPr algn="ctr">
                <a:lnSpc>
                  <a:spcPts val="3161"/>
                </a:lnSpc>
              </a:pPr>
              <a:r>
                <a:rPr lang="en-US" sz="2874" b="true">
                  <a:solidFill>
                    <a:srgbClr val="FFCE32"/>
                  </a:solidFill>
                  <a:latin typeface="Poppins Bold"/>
                  <a:ea typeface="Poppins Bold"/>
                  <a:cs typeface="Poppins Bold"/>
                  <a:sym typeface="Poppins Bold"/>
                </a:rPr>
                <a:t>Sinyal diolah</a:t>
              </a:r>
              <a:r>
                <a:rPr lang="en-US" sz="2874" b="true">
                  <a:solidFill>
                    <a:srgbClr val="C90000"/>
                  </a:solidFill>
                  <a:latin typeface="Poppins Bold"/>
                  <a:ea typeface="Poppins Bold"/>
                  <a:cs typeface="Poppins Bold"/>
                  <a:sym typeface="Poppins Bold"/>
                </a:rPr>
                <a:t> </a:t>
              </a:r>
              <a:r>
                <a:rPr lang="en-US" sz="2874" b="true">
                  <a:solidFill>
                    <a:srgbClr val="FFFFFF"/>
                  </a:solidFill>
                  <a:latin typeface="Poppins Bold"/>
                  <a:ea typeface="Poppins Bold"/>
                  <a:cs typeface="Poppins Bold"/>
                  <a:sym typeface="Poppins Bold"/>
                </a:rPr>
                <a:t>oleh algoritma </a:t>
              </a:r>
              <a:r>
                <a:rPr lang="en-US" b="true" sz="2874" i="true">
                  <a:solidFill>
                    <a:srgbClr val="FFFFFF"/>
                  </a:solidFill>
                  <a:latin typeface="Poppins Bold Italics"/>
                  <a:ea typeface="Poppins Bold Italics"/>
                  <a:cs typeface="Poppins Bold Italics"/>
                  <a:sym typeface="Poppins Bold Italics"/>
                </a:rPr>
                <a:t>Support Vector Machine </a:t>
              </a:r>
              <a:r>
                <a:rPr lang="en-US" sz="2874" b="true">
                  <a:solidFill>
                    <a:srgbClr val="FFFFFF"/>
                  </a:solidFill>
                  <a:latin typeface="Poppins Bold"/>
                  <a:ea typeface="Poppins Bold"/>
                  <a:cs typeface="Poppins Bold"/>
                  <a:sym typeface="Poppins Bold"/>
                </a:rPr>
                <a:t>(SVM) terintegrasi IOT</a:t>
              </a:r>
            </a:p>
          </p:txBody>
        </p:sp>
      </p:grpSp>
      <p:sp>
        <p:nvSpPr>
          <p:cNvPr name="TextBox 70" id="70"/>
          <p:cNvSpPr txBox="true"/>
          <p:nvPr/>
        </p:nvSpPr>
        <p:spPr>
          <a:xfrm rot="0">
            <a:off x="9841303" y="7383803"/>
            <a:ext cx="3908040" cy="1627177"/>
          </a:xfrm>
          <a:prstGeom prst="rect">
            <a:avLst/>
          </a:prstGeom>
        </p:spPr>
        <p:txBody>
          <a:bodyPr anchor="t" rtlCol="false" tIns="0" lIns="0" bIns="0" rIns="0">
            <a:spAutoFit/>
          </a:bodyPr>
          <a:lstStyle/>
          <a:p>
            <a:pPr algn="ctr">
              <a:lnSpc>
                <a:spcPts val="3161"/>
              </a:lnSpc>
            </a:pPr>
            <a:r>
              <a:rPr lang="en-US" b="true" sz="2874" i="true">
                <a:solidFill>
                  <a:srgbClr val="FFCE32"/>
                </a:solidFill>
                <a:latin typeface="Poppins Bold Italics"/>
                <a:ea typeface="Poppins Bold Italics"/>
                <a:cs typeface="Poppins Bold Italics"/>
                <a:sym typeface="Poppins Bold Italics"/>
              </a:rPr>
              <a:t>Output</a:t>
            </a:r>
            <a:r>
              <a:rPr lang="en-US" sz="2874" b="true">
                <a:solidFill>
                  <a:srgbClr val="FFFFFF"/>
                </a:solidFill>
                <a:latin typeface="Poppins Bold"/>
                <a:ea typeface="Poppins Bold"/>
                <a:cs typeface="Poppins Bold"/>
                <a:sym typeface="Poppins Bold"/>
              </a:rPr>
              <a:t> ditampilkan pada layar dan disimpan pada dashboard</a:t>
            </a:r>
          </a:p>
        </p:txBody>
      </p:sp>
      <p:sp>
        <p:nvSpPr>
          <p:cNvPr name="TextBox 71" id="71"/>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72" id="72"/>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73" id="73"/>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74" id="74"/>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75" id="75"/>
          <p:cNvSpPr txBox="true"/>
          <p:nvPr/>
        </p:nvSpPr>
        <p:spPr>
          <a:xfrm rot="0">
            <a:off x="16638015" y="9421254"/>
            <a:ext cx="608112"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22</a:t>
            </a:r>
          </a:p>
        </p:txBody>
      </p:sp>
      <p:sp>
        <p:nvSpPr>
          <p:cNvPr name="TextBox 76" id="76"/>
          <p:cNvSpPr txBox="true"/>
          <p:nvPr/>
        </p:nvSpPr>
        <p:spPr>
          <a:xfrm rot="0">
            <a:off x="240438" y="1935381"/>
            <a:ext cx="15897027" cy="1036329"/>
          </a:xfrm>
          <a:prstGeom prst="rect">
            <a:avLst/>
          </a:prstGeom>
        </p:spPr>
        <p:txBody>
          <a:bodyPr anchor="t" rtlCol="false" tIns="0" lIns="0" bIns="0" rIns="0">
            <a:spAutoFit/>
          </a:bodyPr>
          <a:lstStyle/>
          <a:p>
            <a:pPr algn="l">
              <a:lnSpc>
                <a:spcPts val="3960"/>
              </a:lnSpc>
            </a:pPr>
            <a:r>
              <a:rPr lang="en-US" sz="3600" b="true">
                <a:solidFill>
                  <a:srgbClr val="457A00"/>
                </a:solidFill>
                <a:latin typeface="Poppins Bold"/>
                <a:ea typeface="Poppins Bold"/>
                <a:cs typeface="Poppins Bold"/>
                <a:sym typeface="Poppins Bold"/>
              </a:rPr>
              <a:t>Subjek</a:t>
            </a:r>
            <a:r>
              <a:rPr lang="en-US" sz="3600" b="true">
                <a:solidFill>
                  <a:srgbClr val="457A00"/>
                </a:solidFill>
                <a:latin typeface="Poppins Bold"/>
                <a:ea typeface="Poppins Bold"/>
                <a:cs typeface="Poppins Bold"/>
                <a:sym typeface="Poppins Bold"/>
              </a:rPr>
              <a:t> diharuskan memenuhi serangkaian protokol persiapan </a:t>
            </a:r>
            <a:r>
              <a:rPr lang="en-US" sz="3600" b="true">
                <a:solidFill>
                  <a:srgbClr val="C90000"/>
                </a:solidFill>
                <a:latin typeface="Poppins Bold"/>
                <a:ea typeface="Poppins Bold"/>
                <a:cs typeface="Poppins Bold"/>
                <a:sym typeface="Poppins Bold"/>
              </a:rPr>
              <a:t>sebelum pengambilan sampel</a:t>
            </a:r>
          </a:p>
        </p:txBody>
      </p:sp>
      <p:grpSp>
        <p:nvGrpSpPr>
          <p:cNvPr name="Group 77" id="77"/>
          <p:cNvGrpSpPr/>
          <p:nvPr/>
        </p:nvGrpSpPr>
        <p:grpSpPr>
          <a:xfrm rot="0">
            <a:off x="3997209" y="3834769"/>
            <a:ext cx="4290636" cy="2155437"/>
            <a:chOff x="0" y="0"/>
            <a:chExt cx="5720849" cy="2873916"/>
          </a:xfrm>
        </p:grpSpPr>
        <p:grpSp>
          <p:nvGrpSpPr>
            <p:cNvPr name="Group 78" id="78"/>
            <p:cNvGrpSpPr/>
            <p:nvPr/>
          </p:nvGrpSpPr>
          <p:grpSpPr>
            <a:xfrm rot="0">
              <a:off x="0" y="0"/>
              <a:ext cx="5720849" cy="2873916"/>
              <a:chOff x="0" y="0"/>
              <a:chExt cx="1130044" cy="567687"/>
            </a:xfrm>
          </p:grpSpPr>
          <p:sp>
            <p:nvSpPr>
              <p:cNvPr name="Freeform 79" id="79"/>
              <p:cNvSpPr/>
              <p:nvPr/>
            </p:nvSpPr>
            <p:spPr>
              <a:xfrm flipH="false" flipV="false" rot="0">
                <a:off x="0" y="0"/>
                <a:ext cx="1130044" cy="567687"/>
              </a:xfrm>
              <a:custGeom>
                <a:avLst/>
                <a:gdLst/>
                <a:ahLst/>
                <a:cxnLst/>
                <a:rect r="r" b="b" t="t" l="l"/>
                <a:pathLst>
                  <a:path h="567687" w="1130044">
                    <a:moveTo>
                      <a:pt x="43305" y="0"/>
                    </a:moveTo>
                    <a:lnTo>
                      <a:pt x="1086739" y="0"/>
                    </a:lnTo>
                    <a:cubicBezTo>
                      <a:pt x="1098224" y="0"/>
                      <a:pt x="1109239" y="4562"/>
                      <a:pt x="1117360" y="12684"/>
                    </a:cubicBezTo>
                    <a:cubicBezTo>
                      <a:pt x="1125482" y="20805"/>
                      <a:pt x="1130044" y="31820"/>
                      <a:pt x="1130044" y="43305"/>
                    </a:cubicBezTo>
                    <a:lnTo>
                      <a:pt x="1130044" y="524382"/>
                    </a:lnTo>
                    <a:cubicBezTo>
                      <a:pt x="1130044" y="548299"/>
                      <a:pt x="1110656" y="567687"/>
                      <a:pt x="1086739" y="567687"/>
                    </a:cubicBezTo>
                    <a:lnTo>
                      <a:pt x="43305" y="567687"/>
                    </a:lnTo>
                    <a:cubicBezTo>
                      <a:pt x="19388" y="567687"/>
                      <a:pt x="0" y="548299"/>
                      <a:pt x="0" y="524382"/>
                    </a:cubicBezTo>
                    <a:lnTo>
                      <a:pt x="0" y="43305"/>
                    </a:lnTo>
                    <a:cubicBezTo>
                      <a:pt x="0" y="19388"/>
                      <a:pt x="19388" y="0"/>
                      <a:pt x="43305" y="0"/>
                    </a:cubicBezTo>
                    <a:close/>
                  </a:path>
                </a:pathLst>
              </a:custGeom>
              <a:solidFill>
                <a:srgbClr val="000000"/>
              </a:solidFill>
              <a:ln w="57150" cap="rnd">
                <a:solidFill>
                  <a:srgbClr val="000000"/>
                </a:solidFill>
                <a:prstDash val="solid"/>
                <a:round/>
              </a:ln>
            </p:spPr>
          </p:sp>
          <p:sp>
            <p:nvSpPr>
              <p:cNvPr name="TextBox 80" id="80"/>
              <p:cNvSpPr txBox="true"/>
              <p:nvPr/>
            </p:nvSpPr>
            <p:spPr>
              <a:xfrm>
                <a:off x="0" y="-28575"/>
                <a:ext cx="1130044" cy="596262"/>
              </a:xfrm>
              <a:prstGeom prst="rect">
                <a:avLst/>
              </a:prstGeom>
            </p:spPr>
            <p:txBody>
              <a:bodyPr anchor="ctr" rtlCol="false" tIns="50800" lIns="50800" bIns="50800" rIns="50800"/>
              <a:lstStyle/>
              <a:p>
                <a:pPr algn="ctr">
                  <a:lnSpc>
                    <a:spcPts val="2380"/>
                  </a:lnSpc>
                </a:pPr>
              </a:p>
            </p:txBody>
          </p:sp>
        </p:grpSp>
        <p:sp>
          <p:nvSpPr>
            <p:cNvPr name="TextBox 81" id="81"/>
            <p:cNvSpPr txBox="true"/>
            <p:nvPr/>
          </p:nvSpPr>
          <p:spPr>
            <a:xfrm rot="0">
              <a:off x="280056" y="612155"/>
              <a:ext cx="5260702" cy="1649606"/>
            </a:xfrm>
            <a:prstGeom prst="rect">
              <a:avLst/>
            </a:prstGeom>
          </p:spPr>
          <p:txBody>
            <a:bodyPr anchor="t" rtlCol="false" tIns="0" lIns="0" bIns="0" rIns="0">
              <a:spAutoFit/>
            </a:bodyPr>
            <a:lstStyle/>
            <a:p>
              <a:pPr algn="ctr">
                <a:lnSpc>
                  <a:spcPts val="3209"/>
                </a:lnSpc>
              </a:pPr>
              <a:r>
                <a:rPr lang="en-US" b="true" sz="2917">
                  <a:solidFill>
                    <a:srgbClr val="FFFFFF"/>
                  </a:solidFill>
                  <a:latin typeface="Poppins Bold"/>
                  <a:ea typeface="Poppins Bold"/>
                  <a:cs typeface="Poppins Bold"/>
                  <a:sym typeface="Poppins Bold"/>
                </a:rPr>
                <a:t>Subjek membiarkan </a:t>
              </a:r>
              <a:r>
                <a:rPr lang="en-US" sz="2917" b="true">
                  <a:solidFill>
                    <a:srgbClr val="FFCE32"/>
                  </a:solidFill>
                  <a:latin typeface="Poppins Bold"/>
                  <a:ea typeface="Poppins Bold"/>
                  <a:cs typeface="Poppins Bold"/>
                  <a:sym typeface="Poppins Bold"/>
                </a:rPr>
                <a:t>saliva terkumpul </a:t>
              </a:r>
              <a:r>
                <a:rPr lang="en-US" b="true" sz="2917">
                  <a:solidFill>
                    <a:srgbClr val="FFFFFF"/>
                  </a:solidFill>
                  <a:latin typeface="Poppins Bold"/>
                  <a:ea typeface="Poppins Bold"/>
                  <a:cs typeface="Poppins Bold"/>
                  <a:sym typeface="Poppins Bold"/>
                </a:rPr>
                <a:t>secara alami </a:t>
              </a:r>
            </a:p>
          </p:txBody>
        </p:sp>
      </p:grpSp>
      <p:sp>
        <p:nvSpPr>
          <p:cNvPr name="TextBox 82" id="82"/>
          <p:cNvSpPr txBox="true"/>
          <p:nvPr/>
        </p:nvSpPr>
        <p:spPr>
          <a:xfrm rot="0">
            <a:off x="4180846" y="7344570"/>
            <a:ext cx="3908040" cy="1627177"/>
          </a:xfrm>
          <a:prstGeom prst="rect">
            <a:avLst/>
          </a:prstGeom>
        </p:spPr>
        <p:txBody>
          <a:bodyPr anchor="t" rtlCol="false" tIns="0" lIns="0" bIns="0" rIns="0">
            <a:spAutoFit/>
          </a:bodyPr>
          <a:lstStyle/>
          <a:p>
            <a:pPr algn="ctr">
              <a:lnSpc>
                <a:spcPts val="3161"/>
              </a:lnSpc>
            </a:pPr>
            <a:r>
              <a:rPr lang="en-US" sz="2874" b="true">
                <a:solidFill>
                  <a:srgbClr val="FFFFFF"/>
                </a:solidFill>
                <a:latin typeface="Poppins Bold"/>
                <a:ea typeface="Poppins Bold"/>
                <a:cs typeface="Poppins Bold"/>
                <a:sym typeface="Poppins Bold"/>
              </a:rPr>
              <a:t>Sampel ditampung dan bereaksi dalam </a:t>
            </a:r>
            <a:r>
              <a:rPr lang="en-US" b="true" sz="2874" i="true">
                <a:solidFill>
                  <a:srgbClr val="FFFFFF"/>
                </a:solidFill>
                <a:latin typeface="Poppins Bold Italics"/>
                <a:ea typeface="Poppins Bold Italics"/>
                <a:cs typeface="Poppins Bold Italics"/>
                <a:sym typeface="Poppins Bold Italics"/>
              </a:rPr>
              <a:t>cartridge</a:t>
            </a:r>
            <a:r>
              <a:rPr lang="en-US" sz="2874" b="true">
                <a:solidFill>
                  <a:srgbClr val="FFFFFF"/>
                </a:solidFill>
                <a:latin typeface="Poppins Bold"/>
                <a:ea typeface="Poppins Bold"/>
                <a:cs typeface="Poppins Bold"/>
                <a:sym typeface="Poppins Bold"/>
              </a:rPr>
              <a:t> lalu </a:t>
            </a:r>
            <a:r>
              <a:rPr lang="en-US" sz="2874" b="true">
                <a:solidFill>
                  <a:srgbClr val="FFCE32"/>
                </a:solidFill>
                <a:latin typeface="Poppins Bold"/>
                <a:ea typeface="Poppins Bold"/>
                <a:cs typeface="Poppins Bold"/>
                <a:sym typeface="Poppins Bold"/>
              </a:rPr>
              <a:t>sinyal dibaca oleh SPCE</a:t>
            </a:r>
          </a:p>
        </p:txBody>
      </p:sp>
      <p:sp>
        <p:nvSpPr>
          <p:cNvPr name="TextBox 83" id="83"/>
          <p:cNvSpPr txBox="true"/>
          <p:nvPr/>
        </p:nvSpPr>
        <p:spPr>
          <a:xfrm rot="0">
            <a:off x="4130754" y="3152116"/>
            <a:ext cx="3811043" cy="524353"/>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Akuisisi Sampel</a:t>
            </a:r>
          </a:p>
        </p:txBody>
      </p:sp>
      <p:sp>
        <p:nvSpPr>
          <p:cNvPr name="TextBox 84" id="84"/>
          <p:cNvSpPr txBox="true"/>
          <p:nvPr/>
        </p:nvSpPr>
        <p:spPr>
          <a:xfrm rot="0">
            <a:off x="3218647" y="6407207"/>
            <a:ext cx="4723151" cy="524353"/>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Reaksi Elektrokimia</a:t>
            </a:r>
          </a:p>
        </p:txBody>
      </p:sp>
      <p:grpSp>
        <p:nvGrpSpPr>
          <p:cNvPr name="Group 85" id="85"/>
          <p:cNvGrpSpPr/>
          <p:nvPr/>
        </p:nvGrpSpPr>
        <p:grpSpPr>
          <a:xfrm rot="0">
            <a:off x="9253945" y="3151139"/>
            <a:ext cx="9690456" cy="590369"/>
            <a:chOff x="0" y="0"/>
            <a:chExt cx="12920608" cy="787158"/>
          </a:xfrm>
        </p:grpSpPr>
        <p:grpSp>
          <p:nvGrpSpPr>
            <p:cNvPr name="Group 86" id="86"/>
            <p:cNvGrpSpPr/>
            <p:nvPr/>
          </p:nvGrpSpPr>
          <p:grpSpPr>
            <a:xfrm rot="0">
              <a:off x="0" y="35915"/>
              <a:ext cx="12920608" cy="715329"/>
              <a:chOff x="0" y="0"/>
              <a:chExt cx="2552219" cy="141299"/>
            </a:xfrm>
          </p:grpSpPr>
          <p:sp>
            <p:nvSpPr>
              <p:cNvPr name="Freeform 87" id="87"/>
              <p:cNvSpPr/>
              <p:nvPr/>
            </p:nvSpPr>
            <p:spPr>
              <a:xfrm flipH="false" flipV="false" rot="0">
                <a:off x="0" y="0"/>
                <a:ext cx="2552219" cy="141299"/>
              </a:xfrm>
              <a:custGeom>
                <a:avLst/>
                <a:gdLst/>
                <a:ahLst/>
                <a:cxnLst/>
                <a:rect r="r" b="b" t="t" l="l"/>
                <a:pathLst>
                  <a:path h="141299" w="2552219">
                    <a:moveTo>
                      <a:pt x="70650" y="0"/>
                    </a:moveTo>
                    <a:lnTo>
                      <a:pt x="2481569" y="0"/>
                    </a:lnTo>
                    <a:cubicBezTo>
                      <a:pt x="2500306" y="0"/>
                      <a:pt x="2518277" y="7443"/>
                      <a:pt x="2531526" y="20693"/>
                    </a:cubicBezTo>
                    <a:cubicBezTo>
                      <a:pt x="2544775" y="33942"/>
                      <a:pt x="2552219" y="51912"/>
                      <a:pt x="2552219" y="70650"/>
                    </a:cubicBezTo>
                    <a:lnTo>
                      <a:pt x="2552219" y="70650"/>
                    </a:lnTo>
                    <a:cubicBezTo>
                      <a:pt x="2552219" y="89387"/>
                      <a:pt x="2544775" y="107357"/>
                      <a:pt x="2531526" y="120607"/>
                    </a:cubicBezTo>
                    <a:cubicBezTo>
                      <a:pt x="2518277" y="133856"/>
                      <a:pt x="2500306" y="141299"/>
                      <a:pt x="2481569" y="141299"/>
                    </a:cubicBezTo>
                    <a:lnTo>
                      <a:pt x="70650" y="141299"/>
                    </a:lnTo>
                    <a:cubicBezTo>
                      <a:pt x="51912" y="141299"/>
                      <a:pt x="33942" y="133856"/>
                      <a:pt x="20693" y="120607"/>
                    </a:cubicBezTo>
                    <a:cubicBezTo>
                      <a:pt x="7443" y="107357"/>
                      <a:pt x="0" y="89387"/>
                      <a:pt x="0" y="70650"/>
                    </a:cubicBezTo>
                    <a:lnTo>
                      <a:pt x="0" y="70650"/>
                    </a:lnTo>
                    <a:cubicBezTo>
                      <a:pt x="0" y="51912"/>
                      <a:pt x="7443" y="33942"/>
                      <a:pt x="20693" y="20693"/>
                    </a:cubicBezTo>
                    <a:cubicBezTo>
                      <a:pt x="33942" y="7443"/>
                      <a:pt x="51912" y="0"/>
                      <a:pt x="70650" y="0"/>
                    </a:cubicBezTo>
                    <a:close/>
                  </a:path>
                </a:pathLst>
              </a:custGeom>
              <a:solidFill>
                <a:srgbClr val="CBE3AC"/>
              </a:solidFill>
            </p:spPr>
          </p:sp>
          <p:sp>
            <p:nvSpPr>
              <p:cNvPr name="TextBox 88" id="88"/>
              <p:cNvSpPr txBox="true"/>
              <p:nvPr/>
            </p:nvSpPr>
            <p:spPr>
              <a:xfrm>
                <a:off x="0" y="-28575"/>
                <a:ext cx="2552219" cy="169874"/>
              </a:xfrm>
              <a:prstGeom prst="rect">
                <a:avLst/>
              </a:prstGeom>
            </p:spPr>
            <p:txBody>
              <a:bodyPr anchor="ctr" rtlCol="false" tIns="50800" lIns="50800" bIns="50800" rIns="50800"/>
              <a:lstStyle/>
              <a:p>
                <a:pPr algn="ctr">
                  <a:lnSpc>
                    <a:spcPts val="2380"/>
                  </a:lnSpc>
                </a:pPr>
              </a:p>
            </p:txBody>
          </p:sp>
        </p:grpSp>
        <p:sp>
          <p:nvSpPr>
            <p:cNvPr name="Freeform 89" id="89"/>
            <p:cNvSpPr/>
            <p:nvPr/>
          </p:nvSpPr>
          <p:spPr>
            <a:xfrm flipH="false" flipV="false" rot="0">
              <a:off x="0" y="0"/>
              <a:ext cx="759608" cy="787158"/>
            </a:xfrm>
            <a:custGeom>
              <a:avLst/>
              <a:gdLst/>
              <a:ahLst/>
              <a:cxnLst/>
              <a:rect r="r" b="b" t="t" l="l"/>
              <a:pathLst>
                <a:path h="787158" w="759608">
                  <a:moveTo>
                    <a:pt x="0" y="0"/>
                  </a:moveTo>
                  <a:lnTo>
                    <a:pt x="759608" y="0"/>
                  </a:lnTo>
                  <a:lnTo>
                    <a:pt x="759608" y="787158"/>
                  </a:lnTo>
                  <a:lnTo>
                    <a:pt x="0" y="7871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90" id="90"/>
            <p:cNvSpPr txBox="true"/>
            <p:nvPr/>
          </p:nvSpPr>
          <p:spPr>
            <a:xfrm rot="0">
              <a:off x="966001" y="3310"/>
              <a:ext cx="6297534" cy="699137"/>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Transduksi Sinyal</a:t>
              </a:r>
            </a:p>
          </p:txBody>
        </p:sp>
      </p:grpSp>
      <p:sp>
        <p:nvSpPr>
          <p:cNvPr name="TextBox 91" id="91"/>
          <p:cNvSpPr txBox="true"/>
          <p:nvPr/>
        </p:nvSpPr>
        <p:spPr>
          <a:xfrm rot="0">
            <a:off x="9921570" y="6443289"/>
            <a:ext cx="4723151" cy="524353"/>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Klasifikasi AI + hasil </a:t>
            </a:r>
          </a:p>
        </p:txBody>
      </p:sp>
      <p:pic>
        <p:nvPicPr>
          <p:cNvPr name="Picture 92" id="92"/>
          <p:cNvPicPr>
            <a:picLocks noChangeAspect="true"/>
          </p:cNvPicPr>
          <p:nvPr/>
        </p:nvPicPr>
        <p:blipFill>
          <a:blip r:embed="rId23"/>
          <a:stretch>
            <a:fillRect/>
          </a:stretch>
        </p:blipFill>
        <p:spPr>
          <a:xfrm rot="-378939">
            <a:off x="14086065" y="3647737"/>
            <a:ext cx="4715603" cy="5620566"/>
          </a:xfrm>
          <a:prstGeom prst="rect">
            <a:avLst/>
          </a:prstGeom>
        </p:spPr>
      </p:pic>
      <p:grpSp>
        <p:nvGrpSpPr>
          <p:cNvPr name="Group 93" id="93"/>
          <p:cNvGrpSpPr/>
          <p:nvPr/>
        </p:nvGrpSpPr>
        <p:grpSpPr>
          <a:xfrm rot="0">
            <a:off x="14562565" y="6425073"/>
            <a:ext cx="536431" cy="536431"/>
            <a:chOff x="0" y="0"/>
            <a:chExt cx="812800" cy="812800"/>
          </a:xfrm>
        </p:grpSpPr>
        <p:sp>
          <p:nvSpPr>
            <p:cNvPr name="Freeform 94" id="9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95" id="95"/>
            <p:cNvSpPr txBox="true"/>
            <p:nvPr/>
          </p:nvSpPr>
          <p:spPr>
            <a:xfrm>
              <a:off x="0" y="174625"/>
              <a:ext cx="711200" cy="434975"/>
            </a:xfrm>
            <a:prstGeom prst="rect">
              <a:avLst/>
            </a:prstGeom>
          </p:spPr>
          <p:txBody>
            <a:bodyPr anchor="ctr" rtlCol="false" tIns="50800" lIns="50800" bIns="50800" rIns="50800"/>
            <a:lstStyle/>
            <a:p>
              <a:pPr algn="ctr">
                <a:lnSpc>
                  <a:spcPts val="2380"/>
                </a:lnSpc>
              </a:pPr>
            </a:p>
          </p:txBody>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8666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0" y="9423688"/>
            <a:ext cx="18742908" cy="1239467"/>
            <a:chOff x="0" y="0"/>
            <a:chExt cx="3949066" cy="261151"/>
          </a:xfrm>
        </p:grpSpPr>
        <p:sp>
          <p:nvSpPr>
            <p:cNvPr name="Freeform 7" id="7"/>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8" id="8"/>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9" id="9"/>
          <p:cNvGrpSpPr/>
          <p:nvPr/>
        </p:nvGrpSpPr>
        <p:grpSpPr>
          <a:xfrm rot="0">
            <a:off x="240438" y="9606565"/>
            <a:ext cx="4010878" cy="595487"/>
            <a:chOff x="0" y="0"/>
            <a:chExt cx="1056363" cy="156836"/>
          </a:xfrm>
        </p:grpSpPr>
        <p:sp>
          <p:nvSpPr>
            <p:cNvPr name="Freeform 10" id="1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1" id="1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3770970" y="9601920"/>
            <a:ext cx="4010878" cy="595487"/>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6869325" y="9601920"/>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10105948" y="9606565"/>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12320138" y="9601920"/>
            <a:ext cx="4798223" cy="595487"/>
            <a:chOff x="0" y="0"/>
            <a:chExt cx="1263729" cy="156836"/>
          </a:xfrm>
        </p:grpSpPr>
        <p:sp>
          <p:nvSpPr>
            <p:cNvPr name="Freeform 22" id="22"/>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3" id="23"/>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4" id="24"/>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25" id="25"/>
          <p:cNvGrpSpPr/>
          <p:nvPr/>
        </p:nvGrpSpPr>
        <p:grpSpPr>
          <a:xfrm rot="0">
            <a:off x="16443867" y="9362871"/>
            <a:ext cx="996408" cy="1848257"/>
            <a:chOff x="0" y="0"/>
            <a:chExt cx="438186" cy="812800"/>
          </a:xfrm>
        </p:grpSpPr>
        <p:sp>
          <p:nvSpPr>
            <p:cNvPr name="Freeform 26" id="26"/>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7" id="27"/>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28" id="28"/>
          <p:cNvSpPr txBox="true"/>
          <p:nvPr/>
        </p:nvSpPr>
        <p:spPr>
          <a:xfrm rot="0">
            <a:off x="-135436" y="204870"/>
            <a:ext cx="11015640" cy="1563203"/>
          </a:xfrm>
          <a:prstGeom prst="rect">
            <a:avLst/>
          </a:prstGeom>
        </p:spPr>
        <p:txBody>
          <a:bodyPr anchor="t" rtlCol="false" tIns="0" lIns="0" bIns="0" rIns="0">
            <a:spAutoFit/>
          </a:bodyPr>
          <a:lstStyle/>
          <a:p>
            <a:pPr algn="ctr">
              <a:lnSpc>
                <a:spcPts val="12123"/>
              </a:lnSpc>
            </a:pPr>
            <a:r>
              <a:rPr lang="en-US" b="true" sz="8659">
                <a:solidFill>
                  <a:srgbClr val="1C6037"/>
                </a:solidFill>
                <a:latin typeface="Poppins Bold"/>
                <a:ea typeface="Poppins Bold"/>
                <a:cs typeface="Poppins Bold"/>
                <a:sym typeface="Poppins Bold"/>
              </a:rPr>
              <a:t>ALUR ELEKTRONIS</a:t>
            </a:r>
          </a:p>
        </p:txBody>
      </p:sp>
      <p:sp>
        <p:nvSpPr>
          <p:cNvPr name="Freeform 29" id="29"/>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0" id="30"/>
          <p:cNvGrpSpPr/>
          <p:nvPr/>
        </p:nvGrpSpPr>
        <p:grpSpPr>
          <a:xfrm rot="0">
            <a:off x="11787427" y="457984"/>
            <a:ext cx="6232956" cy="533984"/>
            <a:chOff x="0" y="0"/>
            <a:chExt cx="3154180" cy="270222"/>
          </a:xfrm>
        </p:grpSpPr>
        <p:sp>
          <p:nvSpPr>
            <p:cNvPr name="Freeform 31" id="31"/>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2" id="32"/>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3" id="33"/>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4" id="34"/>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5" id="35"/>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36" id="36"/>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37" id="37"/>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38" id="38"/>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39" id="39"/>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sp>
        <p:nvSpPr>
          <p:cNvPr name="Freeform 40" id="40"/>
          <p:cNvSpPr/>
          <p:nvPr/>
        </p:nvSpPr>
        <p:spPr>
          <a:xfrm flipH="false" flipV="false" rot="0">
            <a:off x="9371454" y="3024426"/>
            <a:ext cx="8368093" cy="4853494"/>
          </a:xfrm>
          <a:custGeom>
            <a:avLst/>
            <a:gdLst/>
            <a:ahLst/>
            <a:cxnLst/>
            <a:rect r="r" b="b" t="t" l="l"/>
            <a:pathLst>
              <a:path h="4853494" w="8368093">
                <a:moveTo>
                  <a:pt x="0" y="0"/>
                </a:moveTo>
                <a:lnTo>
                  <a:pt x="8368093" y="0"/>
                </a:lnTo>
                <a:lnTo>
                  <a:pt x="8368093" y="4853493"/>
                </a:lnTo>
                <a:lnTo>
                  <a:pt x="0" y="4853493"/>
                </a:lnTo>
                <a:lnTo>
                  <a:pt x="0" y="0"/>
                </a:lnTo>
                <a:close/>
              </a:path>
            </a:pathLst>
          </a:custGeom>
          <a:blipFill>
            <a:blip r:embed="rId12"/>
            <a:stretch>
              <a:fillRect l="0" t="0" r="0" b="0"/>
            </a:stretch>
          </a:blipFill>
          <a:ln w="38100" cap="sq">
            <a:solidFill>
              <a:srgbClr val="000000"/>
            </a:solidFill>
            <a:prstDash val="dash"/>
            <a:miter/>
          </a:ln>
        </p:spPr>
      </p:sp>
      <p:sp>
        <p:nvSpPr>
          <p:cNvPr name="TextBox 41" id="41"/>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42" id="42"/>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43" id="43"/>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44" id="44"/>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45" id="45"/>
          <p:cNvSpPr txBox="true"/>
          <p:nvPr/>
        </p:nvSpPr>
        <p:spPr>
          <a:xfrm rot="0">
            <a:off x="16629011" y="9421254"/>
            <a:ext cx="626120"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23</a:t>
            </a:r>
          </a:p>
        </p:txBody>
      </p:sp>
      <p:sp>
        <p:nvSpPr>
          <p:cNvPr name="TextBox 46" id="46"/>
          <p:cNvSpPr txBox="true"/>
          <p:nvPr/>
        </p:nvSpPr>
        <p:spPr>
          <a:xfrm rot="0">
            <a:off x="871829" y="2437530"/>
            <a:ext cx="8058343" cy="5115866"/>
          </a:xfrm>
          <a:prstGeom prst="rect">
            <a:avLst/>
          </a:prstGeom>
        </p:spPr>
        <p:txBody>
          <a:bodyPr anchor="t" rtlCol="false" tIns="0" lIns="0" bIns="0" rIns="0">
            <a:spAutoFit/>
          </a:bodyPr>
          <a:lstStyle/>
          <a:p>
            <a:pPr algn="l">
              <a:lnSpc>
                <a:spcPts val="1679"/>
              </a:lnSpc>
            </a:pPr>
          </a:p>
          <a:p>
            <a:pPr algn="just">
              <a:lnSpc>
                <a:spcPts val="5566"/>
              </a:lnSpc>
            </a:pPr>
          </a:p>
          <a:p>
            <a:pPr algn="just">
              <a:lnSpc>
                <a:spcPts val="5566"/>
              </a:lnSpc>
            </a:pPr>
            <a:r>
              <a:rPr lang="en-US" sz="3975" b="true">
                <a:solidFill>
                  <a:srgbClr val="C90000"/>
                </a:solidFill>
                <a:latin typeface="Poppins Bold"/>
                <a:ea typeface="Poppins Bold"/>
                <a:cs typeface="Poppins Bold"/>
                <a:sym typeface="Poppins Bold"/>
              </a:rPr>
              <a:t>Baterai</a:t>
            </a:r>
            <a:r>
              <a:rPr lang="en-US" b="true" sz="3975">
                <a:solidFill>
                  <a:srgbClr val="457A00"/>
                </a:solidFill>
                <a:latin typeface="Poppins Bold"/>
                <a:ea typeface="Poppins Bold"/>
                <a:cs typeface="Poppins Bold"/>
                <a:sym typeface="Poppins Bold"/>
              </a:rPr>
              <a:t> → TP4056 → MT3608 → ESP32 dan rangkaian sensor</a:t>
            </a:r>
          </a:p>
          <a:p>
            <a:pPr algn="just">
              <a:lnSpc>
                <a:spcPts val="5566"/>
              </a:lnSpc>
            </a:pPr>
          </a:p>
          <a:p>
            <a:pPr algn="just">
              <a:lnSpc>
                <a:spcPts val="5566"/>
              </a:lnSpc>
            </a:pPr>
            <a:r>
              <a:rPr lang="en-US" b="true" sz="3975">
                <a:solidFill>
                  <a:srgbClr val="457A00"/>
                </a:solidFill>
                <a:latin typeface="Poppins Bold"/>
                <a:ea typeface="Poppins Bold"/>
                <a:cs typeface="Poppins Bold"/>
                <a:sym typeface="Poppins Bold"/>
              </a:rPr>
              <a:t>Input data</a:t>
            </a:r>
            <a:r>
              <a:rPr lang="en-US" b="true" sz="3975">
                <a:solidFill>
                  <a:srgbClr val="457A00"/>
                </a:solidFill>
                <a:latin typeface="Poppins Bold"/>
                <a:ea typeface="Poppins Bold"/>
                <a:cs typeface="Poppins Bold"/>
                <a:sym typeface="Poppins Bold"/>
              </a:rPr>
              <a:t> dari SPCE diperkuat oleh OPA2333, dibaca ADS1115,  Kemudian </a:t>
            </a:r>
            <a:r>
              <a:rPr lang="en-US" sz="3975" b="true">
                <a:solidFill>
                  <a:srgbClr val="C90000"/>
                </a:solidFill>
                <a:latin typeface="Poppins Bold"/>
                <a:ea typeface="Poppins Bold"/>
                <a:cs typeface="Poppins Bold"/>
                <a:sym typeface="Poppins Bold"/>
              </a:rPr>
              <a:t>diproses oleh ESP32.</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CE32"/>
        </a:solidFill>
      </p:bgPr>
    </p:bg>
    <p:spTree>
      <p:nvGrpSpPr>
        <p:cNvPr id="1" name=""/>
        <p:cNvGrpSpPr/>
        <p:nvPr/>
      </p:nvGrpSpPr>
      <p:grpSpPr>
        <a:xfrm>
          <a:off x="0" y="0"/>
          <a:ext cx="0" cy="0"/>
          <a:chOff x="0" y="0"/>
          <a:chExt cx="0" cy="0"/>
        </a:xfrm>
      </p:grpSpPr>
      <p:sp>
        <p:nvSpPr>
          <p:cNvPr name="Freeform 2" id="2"/>
          <p:cNvSpPr/>
          <p:nvPr/>
        </p:nvSpPr>
        <p:spPr>
          <a:xfrm flipH="false" flipV="false" rot="0">
            <a:off x="0" y="1853798"/>
            <a:ext cx="18288000" cy="10338202"/>
          </a:xfrm>
          <a:custGeom>
            <a:avLst/>
            <a:gdLst/>
            <a:ahLst/>
            <a:cxnLst/>
            <a:rect r="r" b="b" t="t" l="l"/>
            <a:pathLst>
              <a:path h="10338202" w="18288000">
                <a:moveTo>
                  <a:pt x="0" y="0"/>
                </a:moveTo>
                <a:lnTo>
                  <a:pt x="18288000" y="0"/>
                </a:lnTo>
                <a:lnTo>
                  <a:pt x="18288000" y="10338202"/>
                </a:lnTo>
                <a:lnTo>
                  <a:pt x="0" y="10338202"/>
                </a:lnTo>
                <a:lnTo>
                  <a:pt x="0" y="0"/>
                </a:lnTo>
                <a:close/>
              </a:path>
            </a:pathLst>
          </a:custGeom>
          <a:blipFill>
            <a:blip r:embed="rId2"/>
            <a:stretch>
              <a:fillRect l="-2703" t="-19525" r="0" b="-1594"/>
            </a:stretch>
          </a:blipFill>
        </p:spPr>
      </p:sp>
      <p:grpSp>
        <p:nvGrpSpPr>
          <p:cNvPr name="Group 3" id="3"/>
          <p:cNvGrpSpPr/>
          <p:nvPr/>
        </p:nvGrpSpPr>
        <p:grpSpPr>
          <a:xfrm rot="0">
            <a:off x="0" y="1853798"/>
            <a:ext cx="18288000" cy="7748122"/>
            <a:chOff x="0" y="0"/>
            <a:chExt cx="4816593" cy="2040658"/>
          </a:xfrm>
        </p:grpSpPr>
        <p:sp>
          <p:nvSpPr>
            <p:cNvPr name="Freeform 4" id="4"/>
            <p:cNvSpPr/>
            <p:nvPr/>
          </p:nvSpPr>
          <p:spPr>
            <a:xfrm flipH="false" flipV="false" rot="0">
              <a:off x="0" y="0"/>
              <a:ext cx="4816592" cy="2040658"/>
            </a:xfrm>
            <a:custGeom>
              <a:avLst/>
              <a:gdLst/>
              <a:ahLst/>
              <a:cxnLst/>
              <a:rect r="r" b="b" t="t" l="l"/>
              <a:pathLst>
                <a:path h="2040658" w="4816592">
                  <a:moveTo>
                    <a:pt x="0" y="0"/>
                  </a:moveTo>
                  <a:lnTo>
                    <a:pt x="4816592" y="0"/>
                  </a:lnTo>
                  <a:lnTo>
                    <a:pt x="4816592" y="2040658"/>
                  </a:lnTo>
                  <a:lnTo>
                    <a:pt x="0" y="2040658"/>
                  </a:lnTo>
                  <a:close/>
                </a:path>
              </a:pathLst>
            </a:custGeom>
            <a:solidFill>
              <a:srgbClr val="FFFFFC">
                <a:alpha val="86667"/>
              </a:srgbClr>
            </a:solidFill>
          </p:spPr>
        </p:sp>
        <p:sp>
          <p:nvSpPr>
            <p:cNvPr name="TextBox 5" id="5"/>
            <p:cNvSpPr txBox="true"/>
            <p:nvPr/>
          </p:nvSpPr>
          <p:spPr>
            <a:xfrm>
              <a:off x="0" y="-28575"/>
              <a:ext cx="4816593" cy="2069233"/>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0" y="9423688"/>
            <a:ext cx="18742908" cy="1239467"/>
            <a:chOff x="0" y="0"/>
            <a:chExt cx="3949066" cy="261151"/>
          </a:xfrm>
        </p:grpSpPr>
        <p:sp>
          <p:nvSpPr>
            <p:cNvPr name="Freeform 7" id="7"/>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457A00"/>
            </a:solidFill>
            <a:ln cap="sq">
              <a:noFill/>
              <a:prstDash val="solid"/>
              <a:miter/>
            </a:ln>
          </p:spPr>
        </p:sp>
        <p:sp>
          <p:nvSpPr>
            <p:cNvPr name="TextBox 8" id="8"/>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9" id="9"/>
          <p:cNvGrpSpPr/>
          <p:nvPr/>
        </p:nvGrpSpPr>
        <p:grpSpPr>
          <a:xfrm rot="0">
            <a:off x="240438" y="9606565"/>
            <a:ext cx="4010878" cy="595487"/>
            <a:chOff x="0" y="0"/>
            <a:chExt cx="1056363" cy="156836"/>
          </a:xfrm>
        </p:grpSpPr>
        <p:sp>
          <p:nvSpPr>
            <p:cNvPr name="Freeform 10" id="1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1" id="1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3770970" y="9601920"/>
            <a:ext cx="4010878" cy="595487"/>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6869325" y="9601920"/>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FFFFF"/>
            </a:solidFill>
            <a:ln w="38100" cap="rnd">
              <a:solidFill>
                <a:srgbClr val="000000"/>
              </a:solidFill>
              <a:prstDash val="solid"/>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10105948" y="9606565"/>
            <a:ext cx="4010878" cy="595487"/>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21" id="21"/>
          <p:cNvGrpSpPr/>
          <p:nvPr/>
        </p:nvGrpSpPr>
        <p:grpSpPr>
          <a:xfrm rot="0">
            <a:off x="12320138" y="9601920"/>
            <a:ext cx="4798223" cy="595487"/>
            <a:chOff x="0" y="0"/>
            <a:chExt cx="1263729" cy="156836"/>
          </a:xfrm>
        </p:grpSpPr>
        <p:sp>
          <p:nvSpPr>
            <p:cNvPr name="Freeform 22" id="22"/>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3" id="23"/>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4" id="24"/>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nvGrpSpPr>
          <p:cNvPr name="Group 25" id="25"/>
          <p:cNvGrpSpPr/>
          <p:nvPr/>
        </p:nvGrpSpPr>
        <p:grpSpPr>
          <a:xfrm rot="0">
            <a:off x="16443867" y="9362871"/>
            <a:ext cx="996408" cy="1848257"/>
            <a:chOff x="0" y="0"/>
            <a:chExt cx="438186" cy="812800"/>
          </a:xfrm>
        </p:grpSpPr>
        <p:sp>
          <p:nvSpPr>
            <p:cNvPr name="Freeform 26" id="26"/>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7" id="27"/>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TextBox 28" id="28"/>
          <p:cNvSpPr txBox="true"/>
          <p:nvPr/>
        </p:nvSpPr>
        <p:spPr>
          <a:xfrm rot="0">
            <a:off x="-1363741" y="139754"/>
            <a:ext cx="13475127" cy="1530243"/>
          </a:xfrm>
          <a:prstGeom prst="rect">
            <a:avLst/>
          </a:prstGeom>
        </p:spPr>
        <p:txBody>
          <a:bodyPr anchor="t" rtlCol="false" tIns="0" lIns="0" bIns="0" rIns="0">
            <a:spAutoFit/>
          </a:bodyPr>
          <a:lstStyle/>
          <a:p>
            <a:pPr algn="ctr">
              <a:lnSpc>
                <a:spcPts val="11820"/>
              </a:lnSpc>
            </a:pPr>
            <a:r>
              <a:rPr lang="en-US" sz="8442" b="true">
                <a:solidFill>
                  <a:srgbClr val="1C6037"/>
                </a:solidFill>
                <a:latin typeface="Poppins Bold"/>
                <a:ea typeface="Poppins Bold"/>
                <a:cs typeface="Poppins Bold"/>
                <a:sym typeface="Poppins Bold"/>
              </a:rPr>
              <a:t>HASIL PENGUJIAN </a:t>
            </a:r>
          </a:p>
        </p:txBody>
      </p:sp>
      <p:sp>
        <p:nvSpPr>
          <p:cNvPr name="Freeform 29" id="29"/>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0" id="30"/>
          <p:cNvGrpSpPr/>
          <p:nvPr/>
        </p:nvGrpSpPr>
        <p:grpSpPr>
          <a:xfrm rot="0">
            <a:off x="11787427" y="457984"/>
            <a:ext cx="6232956" cy="533984"/>
            <a:chOff x="0" y="0"/>
            <a:chExt cx="3154180" cy="270222"/>
          </a:xfrm>
        </p:grpSpPr>
        <p:sp>
          <p:nvSpPr>
            <p:cNvPr name="Freeform 31" id="31"/>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2" id="32"/>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3" id="33"/>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4" id="34"/>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5" id="35"/>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36" id="36"/>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37" id="37"/>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38" id="38"/>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39" id="39"/>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sp>
        <p:nvSpPr>
          <p:cNvPr name="Freeform 40" id="40"/>
          <p:cNvSpPr/>
          <p:nvPr/>
        </p:nvSpPr>
        <p:spPr>
          <a:xfrm flipH="false" flipV="false" rot="0">
            <a:off x="10540658" y="2870540"/>
            <a:ext cx="6935489" cy="4269660"/>
          </a:xfrm>
          <a:custGeom>
            <a:avLst/>
            <a:gdLst/>
            <a:ahLst/>
            <a:cxnLst/>
            <a:rect r="r" b="b" t="t" l="l"/>
            <a:pathLst>
              <a:path h="4269660" w="6935489">
                <a:moveTo>
                  <a:pt x="0" y="0"/>
                </a:moveTo>
                <a:lnTo>
                  <a:pt x="6935488" y="0"/>
                </a:lnTo>
                <a:lnTo>
                  <a:pt x="6935488" y="4269660"/>
                </a:lnTo>
                <a:lnTo>
                  <a:pt x="0" y="4269660"/>
                </a:lnTo>
                <a:lnTo>
                  <a:pt x="0" y="0"/>
                </a:lnTo>
                <a:close/>
              </a:path>
            </a:pathLst>
          </a:custGeom>
          <a:blipFill>
            <a:blip r:embed="rId12"/>
            <a:stretch>
              <a:fillRect l="0" t="0" r="0" b="0"/>
            </a:stretch>
          </a:blipFill>
          <a:ln w="38100" cap="sq">
            <a:solidFill>
              <a:srgbClr val="000000"/>
            </a:solidFill>
            <a:prstDash val="solid"/>
            <a:miter/>
          </a:ln>
        </p:spPr>
      </p:sp>
      <p:sp>
        <p:nvSpPr>
          <p:cNvPr name="Freeform 41" id="41"/>
          <p:cNvSpPr/>
          <p:nvPr/>
        </p:nvSpPr>
        <p:spPr>
          <a:xfrm flipH="false" flipV="false" rot="0">
            <a:off x="544672" y="2758905"/>
            <a:ext cx="4456275" cy="4359433"/>
          </a:xfrm>
          <a:custGeom>
            <a:avLst/>
            <a:gdLst/>
            <a:ahLst/>
            <a:cxnLst/>
            <a:rect r="r" b="b" t="t" l="l"/>
            <a:pathLst>
              <a:path h="4359433" w="4456275">
                <a:moveTo>
                  <a:pt x="0" y="0"/>
                </a:moveTo>
                <a:lnTo>
                  <a:pt x="4456275" y="0"/>
                </a:lnTo>
                <a:lnTo>
                  <a:pt x="4456275" y="4359433"/>
                </a:lnTo>
                <a:lnTo>
                  <a:pt x="0" y="4359433"/>
                </a:lnTo>
                <a:lnTo>
                  <a:pt x="0" y="0"/>
                </a:lnTo>
                <a:close/>
              </a:path>
            </a:pathLst>
          </a:custGeom>
          <a:blipFill>
            <a:blip r:embed="rId13"/>
            <a:stretch>
              <a:fillRect l="-27604" t="0" r="-32439" b="0"/>
            </a:stretch>
          </a:blipFill>
          <a:ln w="38100" cap="sq">
            <a:solidFill>
              <a:srgbClr val="000000"/>
            </a:solidFill>
            <a:prstDash val="solid"/>
            <a:miter/>
          </a:ln>
        </p:spPr>
      </p:sp>
      <p:sp>
        <p:nvSpPr>
          <p:cNvPr name="Freeform 42" id="42"/>
          <p:cNvSpPr/>
          <p:nvPr/>
        </p:nvSpPr>
        <p:spPr>
          <a:xfrm flipH="false" flipV="false" rot="0">
            <a:off x="5372383" y="2788871"/>
            <a:ext cx="4274498" cy="4329467"/>
          </a:xfrm>
          <a:custGeom>
            <a:avLst/>
            <a:gdLst/>
            <a:ahLst/>
            <a:cxnLst/>
            <a:rect r="r" b="b" t="t" l="l"/>
            <a:pathLst>
              <a:path h="4329467" w="4274498">
                <a:moveTo>
                  <a:pt x="0" y="0"/>
                </a:moveTo>
                <a:lnTo>
                  <a:pt x="4274498" y="0"/>
                </a:lnTo>
                <a:lnTo>
                  <a:pt x="4274498" y="4329467"/>
                </a:lnTo>
                <a:lnTo>
                  <a:pt x="0" y="4329467"/>
                </a:lnTo>
                <a:lnTo>
                  <a:pt x="0" y="0"/>
                </a:lnTo>
                <a:close/>
              </a:path>
            </a:pathLst>
          </a:custGeom>
          <a:blipFill>
            <a:blip r:embed="rId14"/>
            <a:stretch>
              <a:fillRect l="-82178" t="0" r="-5032" b="0"/>
            </a:stretch>
          </a:blipFill>
          <a:ln w="38100" cap="sq">
            <a:solidFill>
              <a:srgbClr val="000000"/>
            </a:solidFill>
            <a:prstDash val="solid"/>
            <a:miter/>
          </a:ln>
        </p:spPr>
      </p:sp>
      <p:sp>
        <p:nvSpPr>
          <p:cNvPr name="TextBox 43" id="43"/>
          <p:cNvSpPr txBox="true"/>
          <p:nvPr/>
        </p:nvSpPr>
        <p:spPr>
          <a:xfrm rot="0">
            <a:off x="544672" y="9694797"/>
            <a:ext cx="3056134" cy="427138"/>
          </a:xfrm>
          <a:prstGeom prst="rect">
            <a:avLst/>
          </a:prstGeom>
        </p:spPr>
        <p:txBody>
          <a:bodyPr anchor="t" rtlCol="false" tIns="0" lIns="0" bIns="0" rIns="0">
            <a:spAutoFit/>
          </a:bodyPr>
          <a:lstStyle/>
          <a:p>
            <a:pPr algn="ctr">
              <a:lnSpc>
                <a:spcPts val="3171"/>
              </a:lnSpc>
            </a:pPr>
            <a:r>
              <a:rPr lang="en-US" sz="2882" b="true">
                <a:solidFill>
                  <a:srgbClr val="FFFFFF"/>
                </a:solidFill>
                <a:latin typeface="Poppins Bold"/>
                <a:ea typeface="Poppins Bold"/>
                <a:cs typeface="Poppins Bold"/>
                <a:sym typeface="Poppins Bold"/>
              </a:rPr>
              <a:t>Latar Belakang</a:t>
            </a:r>
          </a:p>
        </p:txBody>
      </p:sp>
      <p:sp>
        <p:nvSpPr>
          <p:cNvPr name="TextBox 44" id="44"/>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45" id="45"/>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Pembahasan</a:t>
            </a:r>
          </a:p>
        </p:txBody>
      </p:sp>
      <p:sp>
        <p:nvSpPr>
          <p:cNvPr name="TextBox 46" id="46"/>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Luaran</a:t>
            </a:r>
          </a:p>
        </p:txBody>
      </p:sp>
      <p:sp>
        <p:nvSpPr>
          <p:cNvPr name="TextBox 47" id="47"/>
          <p:cNvSpPr txBox="true"/>
          <p:nvPr/>
        </p:nvSpPr>
        <p:spPr>
          <a:xfrm rot="0">
            <a:off x="16609812" y="9421254"/>
            <a:ext cx="664518"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24</a:t>
            </a:r>
          </a:p>
        </p:txBody>
      </p:sp>
      <p:sp>
        <p:nvSpPr>
          <p:cNvPr name="TextBox 48" id="48"/>
          <p:cNvSpPr txBox="true"/>
          <p:nvPr/>
        </p:nvSpPr>
        <p:spPr>
          <a:xfrm rot="0">
            <a:off x="1915813" y="7572118"/>
            <a:ext cx="6170269" cy="529980"/>
          </a:xfrm>
          <a:prstGeom prst="rect">
            <a:avLst/>
          </a:prstGeom>
        </p:spPr>
        <p:txBody>
          <a:bodyPr anchor="t" rtlCol="false" tIns="0" lIns="0" bIns="0" rIns="0">
            <a:spAutoFit/>
          </a:bodyPr>
          <a:lstStyle/>
          <a:p>
            <a:pPr algn="ctr">
              <a:lnSpc>
                <a:spcPts val="3828"/>
              </a:lnSpc>
            </a:pPr>
            <a:r>
              <a:rPr lang="en-US" sz="3480" b="true">
                <a:solidFill>
                  <a:srgbClr val="C90000"/>
                </a:solidFill>
                <a:latin typeface="Poppins Bold"/>
                <a:ea typeface="Poppins Bold"/>
                <a:cs typeface="Poppins Bold"/>
                <a:sym typeface="Poppins Bold"/>
              </a:rPr>
              <a:t>Hasil Pengujian Glicovia</a:t>
            </a:r>
          </a:p>
        </p:txBody>
      </p:sp>
      <p:sp>
        <p:nvSpPr>
          <p:cNvPr name="TextBox 49" id="49"/>
          <p:cNvSpPr txBox="true"/>
          <p:nvPr/>
        </p:nvSpPr>
        <p:spPr>
          <a:xfrm rot="0">
            <a:off x="10880203" y="7572118"/>
            <a:ext cx="7065488" cy="529980"/>
          </a:xfrm>
          <a:prstGeom prst="rect">
            <a:avLst/>
          </a:prstGeom>
        </p:spPr>
        <p:txBody>
          <a:bodyPr anchor="t" rtlCol="false" tIns="0" lIns="0" bIns="0" rIns="0">
            <a:spAutoFit/>
          </a:bodyPr>
          <a:lstStyle/>
          <a:p>
            <a:pPr algn="l">
              <a:lnSpc>
                <a:spcPts val="3828"/>
              </a:lnSpc>
            </a:pPr>
            <a:r>
              <a:rPr lang="en-US" sz="3480" b="true">
                <a:solidFill>
                  <a:srgbClr val="C90000"/>
                </a:solidFill>
                <a:latin typeface="Poppins Bold"/>
                <a:ea typeface="Poppins Bold"/>
                <a:cs typeface="Poppins Bold"/>
                <a:sym typeface="Poppins Bold"/>
              </a:rPr>
              <a:t>Tampilan </a:t>
            </a:r>
            <a:r>
              <a:rPr lang="en-US" sz="3480" i="true" b="true">
                <a:solidFill>
                  <a:srgbClr val="C90000"/>
                </a:solidFill>
                <a:latin typeface="Poppins Bold Italics"/>
                <a:ea typeface="Poppins Bold Italics"/>
                <a:cs typeface="Poppins Bold Italics"/>
                <a:sym typeface="Poppins Bold Italics"/>
              </a:rPr>
              <a:t>Dashboard</a:t>
            </a:r>
            <a:r>
              <a:rPr lang="en-US" sz="3480" b="true">
                <a:solidFill>
                  <a:srgbClr val="C90000"/>
                </a:solidFill>
                <a:latin typeface="Poppins Bold"/>
                <a:ea typeface="Poppins Bold"/>
                <a:cs typeface="Poppins Bold"/>
                <a:sym typeface="Poppins Bold"/>
              </a:rPr>
              <a:t> Pasien</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3221A"/>
        </a:solidFill>
      </p:bgPr>
    </p:bg>
    <p:spTree>
      <p:nvGrpSpPr>
        <p:cNvPr id="1" name=""/>
        <p:cNvGrpSpPr/>
        <p:nvPr/>
      </p:nvGrpSpPr>
      <p:grpSpPr>
        <a:xfrm>
          <a:off x="0" y="0"/>
          <a:ext cx="0" cy="0"/>
          <a:chOff x="0" y="0"/>
          <a:chExt cx="0" cy="0"/>
        </a:xfrm>
      </p:grpSpPr>
      <p:sp>
        <p:nvSpPr>
          <p:cNvPr name="Freeform 2" id="2"/>
          <p:cNvSpPr/>
          <p:nvPr/>
        </p:nvSpPr>
        <p:spPr>
          <a:xfrm flipH="false" flipV="false" rot="0">
            <a:off x="-306138" y="-2018668"/>
            <a:ext cx="18594138" cy="13945604"/>
          </a:xfrm>
          <a:custGeom>
            <a:avLst/>
            <a:gdLst/>
            <a:ahLst/>
            <a:cxnLst/>
            <a:rect r="r" b="b" t="t" l="l"/>
            <a:pathLst>
              <a:path h="13945604" w="18594138">
                <a:moveTo>
                  <a:pt x="0" y="0"/>
                </a:moveTo>
                <a:lnTo>
                  <a:pt x="18594138" y="0"/>
                </a:lnTo>
                <a:lnTo>
                  <a:pt x="18594138" y="13945604"/>
                </a:lnTo>
                <a:lnTo>
                  <a:pt x="0" y="13945604"/>
                </a:lnTo>
                <a:lnTo>
                  <a:pt x="0" y="0"/>
                </a:lnTo>
                <a:close/>
              </a:path>
            </a:pathLst>
          </a:custGeom>
          <a:blipFill>
            <a:blip r:embed="rId2">
              <a:alphaModFix amt="16000"/>
            </a:blip>
            <a:stretch>
              <a:fillRect l="0" t="0" r="0" b="0"/>
            </a:stretch>
          </a:blipFill>
        </p:spPr>
      </p:sp>
      <p:grpSp>
        <p:nvGrpSpPr>
          <p:cNvPr name="Group 3" id="3"/>
          <p:cNvGrpSpPr/>
          <p:nvPr/>
        </p:nvGrpSpPr>
        <p:grpSpPr>
          <a:xfrm rot="0">
            <a:off x="0" y="9423688"/>
            <a:ext cx="18742908" cy="1239467"/>
            <a:chOff x="0" y="0"/>
            <a:chExt cx="3949066" cy="261151"/>
          </a:xfrm>
        </p:grpSpPr>
        <p:sp>
          <p:nvSpPr>
            <p:cNvPr name="Freeform 4" id="4"/>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5" id="5"/>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0">
            <a:off x="-391165" y="-50690"/>
            <a:ext cx="19134073" cy="1937371"/>
            <a:chOff x="0" y="0"/>
            <a:chExt cx="5039427" cy="510254"/>
          </a:xfrm>
        </p:grpSpPr>
        <p:sp>
          <p:nvSpPr>
            <p:cNvPr name="Freeform 31" id="31"/>
            <p:cNvSpPr/>
            <p:nvPr/>
          </p:nvSpPr>
          <p:spPr>
            <a:xfrm flipH="false" flipV="false" rot="0">
              <a:off x="0" y="0"/>
              <a:ext cx="5039427" cy="510254"/>
            </a:xfrm>
            <a:custGeom>
              <a:avLst/>
              <a:gdLst/>
              <a:ahLst/>
              <a:cxnLst/>
              <a:rect r="r" b="b" t="t" l="l"/>
              <a:pathLst>
                <a:path h="510254" w="5039427">
                  <a:moveTo>
                    <a:pt x="0" y="0"/>
                  </a:moveTo>
                  <a:lnTo>
                    <a:pt x="5039427" y="0"/>
                  </a:lnTo>
                  <a:lnTo>
                    <a:pt x="5039427" y="510254"/>
                  </a:lnTo>
                  <a:lnTo>
                    <a:pt x="0" y="510254"/>
                  </a:lnTo>
                  <a:close/>
                </a:path>
              </a:pathLst>
            </a:custGeom>
            <a:solidFill>
              <a:srgbClr val="CBE3AC"/>
            </a:solidFill>
            <a:ln cap="sq">
              <a:noFill/>
              <a:prstDash val="solid"/>
              <a:miter/>
            </a:ln>
          </p:spPr>
        </p:sp>
        <p:sp>
          <p:nvSpPr>
            <p:cNvPr name="TextBox 32" id="32"/>
            <p:cNvSpPr txBox="true"/>
            <p:nvPr/>
          </p:nvSpPr>
          <p:spPr>
            <a:xfrm>
              <a:off x="0" y="-28575"/>
              <a:ext cx="5039427" cy="538829"/>
            </a:xfrm>
            <a:prstGeom prst="rect">
              <a:avLst/>
            </a:prstGeom>
          </p:spPr>
          <p:txBody>
            <a:bodyPr anchor="ctr" rtlCol="false" tIns="50800" lIns="50800" bIns="50800" rIns="50800"/>
            <a:lstStyle/>
            <a:p>
              <a:pPr algn="ctr">
                <a:lnSpc>
                  <a:spcPts val="2380"/>
                </a:lnSpc>
              </a:pPr>
            </a:p>
          </p:txBody>
        </p:sp>
      </p:grpSp>
      <p:sp>
        <p:nvSpPr>
          <p:cNvPr name="TextBox 33" id="33"/>
          <p:cNvSpPr txBox="true"/>
          <p:nvPr/>
        </p:nvSpPr>
        <p:spPr>
          <a:xfrm rot="0">
            <a:off x="-5417198" y="9525"/>
            <a:ext cx="22857473" cy="1395965"/>
          </a:xfrm>
          <a:prstGeom prst="rect">
            <a:avLst/>
          </a:prstGeom>
        </p:spPr>
        <p:txBody>
          <a:bodyPr anchor="t" rtlCol="false" tIns="0" lIns="0" bIns="0" rIns="0">
            <a:spAutoFit/>
          </a:bodyPr>
          <a:lstStyle/>
          <a:p>
            <a:pPr algn="ctr">
              <a:lnSpc>
                <a:spcPts val="10171"/>
              </a:lnSpc>
            </a:pPr>
            <a:r>
              <a:rPr lang="en-US" b="true" sz="9246">
                <a:solidFill>
                  <a:srgbClr val="C90000"/>
                </a:solidFill>
                <a:latin typeface="Poppins Bold"/>
                <a:ea typeface="Poppins Bold"/>
                <a:cs typeface="Poppins Bold"/>
                <a:sym typeface="Poppins Bold"/>
              </a:rPr>
              <a:t>LUARAN GLICOVIA</a:t>
            </a:r>
          </a:p>
        </p:txBody>
      </p:sp>
      <p:grpSp>
        <p:nvGrpSpPr>
          <p:cNvPr name="Group 34" id="34"/>
          <p:cNvGrpSpPr/>
          <p:nvPr/>
        </p:nvGrpSpPr>
        <p:grpSpPr>
          <a:xfrm rot="0">
            <a:off x="10972800" y="-863232"/>
            <a:ext cx="7315200" cy="2670048"/>
            <a:chOff x="0" y="0"/>
            <a:chExt cx="9753600" cy="3560064"/>
          </a:xfrm>
        </p:grpSpPr>
        <p:sp>
          <p:nvSpPr>
            <p:cNvPr name="Freeform 35" id="35"/>
            <p:cNvSpPr/>
            <p:nvPr/>
          </p:nvSpPr>
          <p:spPr>
            <a:xfrm flipH="true" flipV="false" rot="0">
              <a:off x="0" y="0"/>
              <a:ext cx="9753600" cy="3560064"/>
            </a:xfrm>
            <a:custGeom>
              <a:avLst/>
              <a:gdLst/>
              <a:ahLst/>
              <a:cxnLst/>
              <a:rect r="r" b="b" t="t" l="l"/>
              <a:pathLst>
                <a:path h="3560064" w="9753600">
                  <a:moveTo>
                    <a:pt x="9753600" y="0"/>
                  </a:moveTo>
                  <a:lnTo>
                    <a:pt x="0" y="0"/>
                  </a:lnTo>
                  <a:lnTo>
                    <a:pt x="0" y="3560064"/>
                  </a:lnTo>
                  <a:lnTo>
                    <a:pt x="9753600" y="3560064"/>
                  </a:lnTo>
                  <a:lnTo>
                    <a:pt x="97536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6" id="36"/>
            <p:cNvGrpSpPr/>
            <p:nvPr/>
          </p:nvGrpSpPr>
          <p:grpSpPr>
            <a:xfrm rot="0">
              <a:off x="1086169" y="1761621"/>
              <a:ext cx="8310607" cy="711979"/>
              <a:chOff x="0" y="0"/>
              <a:chExt cx="3154180" cy="270222"/>
            </a:xfrm>
          </p:grpSpPr>
          <p:sp>
            <p:nvSpPr>
              <p:cNvPr name="Freeform 37" id="37"/>
              <p:cNvSpPr/>
              <p:nvPr/>
            </p:nvSpPr>
            <p:spPr>
              <a:xfrm flipH="false" flipV="false" rot="0">
                <a:off x="0" y="0"/>
                <a:ext cx="3154180" cy="270222"/>
              </a:xfrm>
              <a:custGeom>
                <a:avLst/>
                <a:gdLst/>
                <a:ahLst/>
                <a:cxnLst/>
                <a:rect r="r" b="b" t="t" l="l"/>
                <a:pathLst>
                  <a:path h="270222" w="3154180">
                    <a:moveTo>
                      <a:pt x="53716" y="0"/>
                    </a:moveTo>
                    <a:lnTo>
                      <a:pt x="3100465" y="0"/>
                    </a:lnTo>
                    <a:cubicBezTo>
                      <a:pt x="3130131" y="0"/>
                      <a:pt x="3154180" y="24049"/>
                      <a:pt x="3154180" y="53716"/>
                    </a:cubicBezTo>
                    <a:lnTo>
                      <a:pt x="3154180" y="216506"/>
                    </a:lnTo>
                    <a:cubicBezTo>
                      <a:pt x="3154180" y="246173"/>
                      <a:pt x="3130131" y="270222"/>
                      <a:pt x="3100465" y="270222"/>
                    </a:cubicBezTo>
                    <a:lnTo>
                      <a:pt x="53716" y="270222"/>
                    </a:lnTo>
                    <a:cubicBezTo>
                      <a:pt x="24049" y="270222"/>
                      <a:pt x="0" y="246173"/>
                      <a:pt x="0" y="216506"/>
                    </a:cubicBezTo>
                    <a:lnTo>
                      <a:pt x="0" y="53716"/>
                    </a:lnTo>
                    <a:cubicBezTo>
                      <a:pt x="0" y="24049"/>
                      <a:pt x="24049" y="0"/>
                      <a:pt x="53716" y="0"/>
                    </a:cubicBezTo>
                    <a:close/>
                  </a:path>
                </a:pathLst>
              </a:custGeom>
              <a:solidFill>
                <a:srgbClr val="FFFFFF"/>
              </a:solidFill>
              <a:ln w="19050" cap="rnd">
                <a:solidFill>
                  <a:srgbClr val="000000"/>
                </a:solidFill>
                <a:prstDash val="solid"/>
                <a:round/>
              </a:ln>
            </p:spPr>
          </p:sp>
          <p:sp>
            <p:nvSpPr>
              <p:cNvPr name="TextBox 38" id="38"/>
              <p:cNvSpPr txBox="true"/>
              <p:nvPr/>
            </p:nvSpPr>
            <p:spPr>
              <a:xfrm>
                <a:off x="0" y="19050"/>
                <a:ext cx="3154180" cy="251172"/>
              </a:xfrm>
              <a:prstGeom prst="rect">
                <a:avLst/>
              </a:prstGeom>
            </p:spPr>
            <p:txBody>
              <a:bodyPr anchor="ctr" rtlCol="false" tIns="61136" lIns="61136" bIns="61136" rIns="61136"/>
              <a:lstStyle/>
              <a:p>
                <a:pPr algn="ctr">
                  <a:lnSpc>
                    <a:spcPts val="2500"/>
                  </a:lnSpc>
                </a:pPr>
              </a:p>
            </p:txBody>
          </p:sp>
        </p:grpSp>
        <p:sp>
          <p:nvSpPr>
            <p:cNvPr name="Freeform 39" id="39"/>
            <p:cNvSpPr/>
            <p:nvPr/>
          </p:nvSpPr>
          <p:spPr>
            <a:xfrm flipH="false" flipV="false" rot="0">
              <a:off x="1370818" y="1811470"/>
              <a:ext cx="570393" cy="612281"/>
            </a:xfrm>
            <a:custGeom>
              <a:avLst/>
              <a:gdLst/>
              <a:ahLst/>
              <a:cxnLst/>
              <a:rect r="r" b="b" t="t" l="l"/>
              <a:pathLst>
                <a:path h="612281" w="570393">
                  <a:moveTo>
                    <a:pt x="0" y="0"/>
                  </a:moveTo>
                  <a:lnTo>
                    <a:pt x="570393" y="0"/>
                  </a:lnTo>
                  <a:lnTo>
                    <a:pt x="570393" y="612281"/>
                  </a:lnTo>
                  <a:lnTo>
                    <a:pt x="0" y="612281"/>
                  </a:lnTo>
                  <a:lnTo>
                    <a:pt x="0" y="0"/>
                  </a:lnTo>
                  <a:close/>
                </a:path>
              </a:pathLst>
            </a:custGeom>
            <a:blipFill>
              <a:blip r:embed="rId5"/>
              <a:stretch>
                <a:fillRect l="-3671" t="0" r="-3671" b="0"/>
              </a:stretch>
            </a:blipFill>
          </p:spPr>
        </p:sp>
        <p:sp>
          <p:nvSpPr>
            <p:cNvPr name="Freeform 40" id="40"/>
            <p:cNvSpPr/>
            <p:nvPr/>
          </p:nvSpPr>
          <p:spPr>
            <a:xfrm flipH="false" flipV="false" rot="0">
              <a:off x="5800277" y="1468498"/>
              <a:ext cx="1209408" cy="1298225"/>
            </a:xfrm>
            <a:custGeom>
              <a:avLst/>
              <a:gdLst/>
              <a:ahLst/>
              <a:cxnLst/>
              <a:rect r="r" b="b" t="t" l="l"/>
              <a:pathLst>
                <a:path h="1298225" w="1209408">
                  <a:moveTo>
                    <a:pt x="0" y="0"/>
                  </a:moveTo>
                  <a:lnTo>
                    <a:pt x="1209407" y="0"/>
                  </a:lnTo>
                  <a:lnTo>
                    <a:pt x="1209407" y="1298225"/>
                  </a:lnTo>
                  <a:lnTo>
                    <a:pt x="0" y="1298225"/>
                  </a:lnTo>
                  <a:lnTo>
                    <a:pt x="0" y="0"/>
                  </a:lnTo>
                  <a:close/>
                </a:path>
              </a:pathLst>
            </a:custGeom>
            <a:blipFill>
              <a:blip r:embed="rId6"/>
              <a:stretch>
                <a:fillRect l="-3671" t="0" r="-3671" b="0"/>
              </a:stretch>
            </a:blipFill>
          </p:spPr>
        </p:sp>
        <p:sp>
          <p:nvSpPr>
            <p:cNvPr name="Freeform 41" id="41"/>
            <p:cNvSpPr/>
            <p:nvPr/>
          </p:nvSpPr>
          <p:spPr>
            <a:xfrm flipH="false" flipV="false" rot="0">
              <a:off x="3526943" y="1515030"/>
              <a:ext cx="1122710" cy="1205161"/>
            </a:xfrm>
            <a:custGeom>
              <a:avLst/>
              <a:gdLst/>
              <a:ahLst/>
              <a:cxnLst/>
              <a:rect r="r" b="b" t="t" l="l"/>
              <a:pathLst>
                <a:path h="1205161" w="1122710">
                  <a:moveTo>
                    <a:pt x="0" y="0"/>
                  </a:moveTo>
                  <a:lnTo>
                    <a:pt x="1122711" y="0"/>
                  </a:lnTo>
                  <a:lnTo>
                    <a:pt x="1122711" y="1205161"/>
                  </a:lnTo>
                  <a:lnTo>
                    <a:pt x="0" y="1205161"/>
                  </a:lnTo>
                  <a:lnTo>
                    <a:pt x="0" y="0"/>
                  </a:lnTo>
                  <a:close/>
                </a:path>
              </a:pathLst>
            </a:custGeom>
            <a:blipFill>
              <a:blip r:embed="rId7"/>
              <a:stretch>
                <a:fillRect l="-3671" t="0" r="-3671" b="0"/>
              </a:stretch>
            </a:blipFill>
          </p:spPr>
        </p:sp>
        <p:sp>
          <p:nvSpPr>
            <p:cNvPr name="Freeform 42" id="42"/>
            <p:cNvSpPr/>
            <p:nvPr/>
          </p:nvSpPr>
          <p:spPr>
            <a:xfrm flipH="false" flipV="false" rot="0">
              <a:off x="4636769" y="1468498"/>
              <a:ext cx="1209408" cy="1298225"/>
            </a:xfrm>
            <a:custGeom>
              <a:avLst/>
              <a:gdLst/>
              <a:ahLst/>
              <a:cxnLst/>
              <a:rect r="r" b="b" t="t" l="l"/>
              <a:pathLst>
                <a:path h="1298225" w="1209408">
                  <a:moveTo>
                    <a:pt x="0" y="0"/>
                  </a:moveTo>
                  <a:lnTo>
                    <a:pt x="1209408" y="0"/>
                  </a:lnTo>
                  <a:lnTo>
                    <a:pt x="1209408" y="1298225"/>
                  </a:lnTo>
                  <a:lnTo>
                    <a:pt x="0" y="1298225"/>
                  </a:lnTo>
                  <a:lnTo>
                    <a:pt x="0" y="0"/>
                  </a:lnTo>
                  <a:close/>
                </a:path>
              </a:pathLst>
            </a:custGeom>
            <a:blipFill>
              <a:blip r:embed="rId8"/>
              <a:stretch>
                <a:fillRect l="-3671" t="0" r="-3671" b="0"/>
              </a:stretch>
            </a:blipFill>
          </p:spPr>
        </p:sp>
        <p:sp>
          <p:nvSpPr>
            <p:cNvPr name="Freeform 43" id="43"/>
            <p:cNvSpPr/>
            <p:nvPr/>
          </p:nvSpPr>
          <p:spPr>
            <a:xfrm flipH="false" flipV="false" rot="0">
              <a:off x="6934089" y="1827376"/>
              <a:ext cx="592211" cy="580469"/>
            </a:xfrm>
            <a:custGeom>
              <a:avLst/>
              <a:gdLst/>
              <a:ahLst/>
              <a:cxnLst/>
              <a:rect r="r" b="b" t="t" l="l"/>
              <a:pathLst>
                <a:path h="580469" w="592211">
                  <a:moveTo>
                    <a:pt x="0" y="0"/>
                  </a:moveTo>
                  <a:lnTo>
                    <a:pt x="592211" y="0"/>
                  </a:lnTo>
                  <a:lnTo>
                    <a:pt x="592211" y="580469"/>
                  </a:lnTo>
                  <a:lnTo>
                    <a:pt x="0" y="580469"/>
                  </a:lnTo>
                  <a:lnTo>
                    <a:pt x="0" y="0"/>
                  </a:lnTo>
                  <a:close/>
                </a:path>
              </a:pathLst>
            </a:custGeom>
            <a:blipFill>
              <a:blip r:embed="rId9"/>
              <a:stretch>
                <a:fillRect l="0" t="-1456" r="0" b="-566"/>
              </a:stretch>
            </a:blipFill>
          </p:spPr>
        </p:sp>
        <p:sp>
          <p:nvSpPr>
            <p:cNvPr name="Freeform 44" id="44"/>
            <p:cNvSpPr/>
            <p:nvPr/>
          </p:nvSpPr>
          <p:spPr>
            <a:xfrm flipH="false" flipV="false" rot="0">
              <a:off x="2000646" y="1906233"/>
              <a:ext cx="1548657" cy="451740"/>
            </a:xfrm>
            <a:custGeom>
              <a:avLst/>
              <a:gdLst/>
              <a:ahLst/>
              <a:cxnLst/>
              <a:rect r="r" b="b" t="t" l="l"/>
              <a:pathLst>
                <a:path h="451740" w="1548657">
                  <a:moveTo>
                    <a:pt x="0" y="0"/>
                  </a:moveTo>
                  <a:lnTo>
                    <a:pt x="1548656" y="0"/>
                  </a:lnTo>
                  <a:lnTo>
                    <a:pt x="1548656" y="451740"/>
                  </a:lnTo>
                  <a:lnTo>
                    <a:pt x="0" y="451740"/>
                  </a:lnTo>
                  <a:lnTo>
                    <a:pt x="0" y="0"/>
                  </a:lnTo>
                  <a:close/>
                </a:path>
              </a:pathLst>
            </a:custGeom>
            <a:blipFill>
              <a:blip r:embed="rId10"/>
              <a:stretch>
                <a:fillRect l="0" t="-552" r="0" b="-552"/>
              </a:stretch>
            </a:blipFill>
          </p:spPr>
        </p:sp>
        <p:sp>
          <p:nvSpPr>
            <p:cNvPr name="Freeform 45" id="45"/>
            <p:cNvSpPr/>
            <p:nvPr/>
          </p:nvSpPr>
          <p:spPr>
            <a:xfrm flipH="false" flipV="false" rot="0">
              <a:off x="7526300" y="1796813"/>
              <a:ext cx="1665107" cy="641595"/>
            </a:xfrm>
            <a:custGeom>
              <a:avLst/>
              <a:gdLst/>
              <a:ahLst/>
              <a:cxnLst/>
              <a:rect r="r" b="b" t="t" l="l"/>
              <a:pathLst>
                <a:path h="641595" w="1665107">
                  <a:moveTo>
                    <a:pt x="0" y="0"/>
                  </a:moveTo>
                  <a:lnTo>
                    <a:pt x="1665108" y="0"/>
                  </a:lnTo>
                  <a:lnTo>
                    <a:pt x="1665108" y="641595"/>
                  </a:lnTo>
                  <a:lnTo>
                    <a:pt x="0" y="641595"/>
                  </a:lnTo>
                  <a:lnTo>
                    <a:pt x="0" y="0"/>
                  </a:lnTo>
                  <a:close/>
                </a:path>
              </a:pathLst>
            </a:custGeom>
            <a:blipFill>
              <a:blip r:embed="rId11"/>
              <a:stretch>
                <a:fillRect l="0" t="0" r="-5929" b="0"/>
              </a:stretch>
            </a:blipFill>
          </p:spPr>
        </p:sp>
      </p:grpSp>
      <p:sp>
        <p:nvSpPr>
          <p:cNvPr name="Freeform 46" id="46"/>
          <p:cNvSpPr/>
          <p:nvPr/>
        </p:nvSpPr>
        <p:spPr>
          <a:xfrm flipH="false" flipV="false" rot="0">
            <a:off x="528380" y="2616591"/>
            <a:ext cx="9772178" cy="5500592"/>
          </a:xfrm>
          <a:custGeom>
            <a:avLst/>
            <a:gdLst/>
            <a:ahLst/>
            <a:cxnLst/>
            <a:rect r="r" b="b" t="t" l="l"/>
            <a:pathLst>
              <a:path h="5500592" w="9772178">
                <a:moveTo>
                  <a:pt x="0" y="0"/>
                </a:moveTo>
                <a:lnTo>
                  <a:pt x="9772178" y="0"/>
                </a:lnTo>
                <a:lnTo>
                  <a:pt x="9772178" y="5500592"/>
                </a:lnTo>
                <a:lnTo>
                  <a:pt x="0" y="5500592"/>
                </a:lnTo>
                <a:lnTo>
                  <a:pt x="0" y="0"/>
                </a:lnTo>
                <a:close/>
              </a:path>
            </a:pathLst>
          </a:custGeom>
          <a:blipFill>
            <a:blip r:embed="rId12"/>
            <a:stretch>
              <a:fillRect l="0" t="0" r="0" b="-7756"/>
            </a:stretch>
          </a:blipFill>
          <a:ln w="38100" cap="sq">
            <a:solidFill>
              <a:srgbClr val="CD0606"/>
            </a:solidFill>
            <a:prstDash val="solid"/>
            <a:miter/>
          </a:ln>
        </p:spPr>
      </p:sp>
      <p:sp>
        <p:nvSpPr>
          <p:cNvPr name="TextBox 47" id="47"/>
          <p:cNvSpPr txBox="true"/>
          <p:nvPr/>
        </p:nvSpPr>
        <p:spPr>
          <a:xfrm rot="0">
            <a:off x="16617030" y="9421254"/>
            <a:ext cx="650081"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25</a:t>
            </a:r>
          </a:p>
        </p:txBody>
      </p:sp>
      <p:grpSp>
        <p:nvGrpSpPr>
          <p:cNvPr name="Group 48" id="48"/>
          <p:cNvGrpSpPr/>
          <p:nvPr/>
        </p:nvGrpSpPr>
        <p:grpSpPr>
          <a:xfrm rot="0">
            <a:off x="11668613" y="6511618"/>
            <a:ext cx="6443670" cy="2479778"/>
            <a:chOff x="0" y="0"/>
            <a:chExt cx="8591560" cy="3306371"/>
          </a:xfrm>
        </p:grpSpPr>
        <p:grpSp>
          <p:nvGrpSpPr>
            <p:cNvPr name="Group 49" id="49"/>
            <p:cNvGrpSpPr/>
            <p:nvPr/>
          </p:nvGrpSpPr>
          <p:grpSpPr>
            <a:xfrm rot="0">
              <a:off x="63862" y="37388"/>
              <a:ext cx="2222175" cy="2222175"/>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2" id="52"/>
            <p:cNvGrpSpPr/>
            <p:nvPr/>
          </p:nvGrpSpPr>
          <p:grpSpPr>
            <a:xfrm rot="0">
              <a:off x="3074805" y="18694"/>
              <a:ext cx="2222175" cy="2222175"/>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5" id="55"/>
            <p:cNvGrpSpPr/>
            <p:nvPr/>
          </p:nvGrpSpPr>
          <p:grpSpPr>
            <a:xfrm rot="0">
              <a:off x="6085748" y="0"/>
              <a:ext cx="2222175" cy="2222175"/>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TextBox 58" id="58"/>
            <p:cNvSpPr txBox="true"/>
            <p:nvPr/>
          </p:nvSpPr>
          <p:spPr>
            <a:xfrm rot="0">
              <a:off x="0" y="958702"/>
              <a:ext cx="2349899" cy="398596"/>
            </a:xfrm>
            <a:prstGeom prst="rect">
              <a:avLst/>
            </a:prstGeom>
          </p:spPr>
          <p:txBody>
            <a:bodyPr anchor="t" rtlCol="false" tIns="0" lIns="0" bIns="0" rIns="0">
              <a:spAutoFit/>
            </a:bodyPr>
            <a:lstStyle/>
            <a:p>
              <a:pPr algn="ctr">
                <a:lnSpc>
                  <a:spcPts val="2072"/>
                </a:lnSpc>
              </a:pPr>
              <a:r>
                <a:rPr lang="en-US" b="true" sz="2072">
                  <a:solidFill>
                    <a:srgbClr val="C90000"/>
                  </a:solidFill>
                  <a:latin typeface="Poppins Bold"/>
                  <a:ea typeface="Poppins Bold"/>
                  <a:cs typeface="Poppins Bold"/>
                  <a:sym typeface="Poppins Bold"/>
                </a:rPr>
                <a:t>6.6</a:t>
              </a:r>
              <a:r>
                <a:rPr lang="en-US" b="true" sz="2072">
                  <a:solidFill>
                    <a:srgbClr val="C90000"/>
                  </a:solidFill>
                  <a:latin typeface="Poppins Bold"/>
                  <a:ea typeface="Poppins Bold"/>
                  <a:cs typeface="Poppins Bold"/>
                  <a:sym typeface="Poppins Bold"/>
                </a:rPr>
                <a:t>00.000</a:t>
              </a:r>
            </a:p>
          </p:txBody>
        </p:sp>
        <p:sp>
          <p:nvSpPr>
            <p:cNvPr name="TextBox 59" id="59"/>
            <p:cNvSpPr txBox="true"/>
            <p:nvPr/>
          </p:nvSpPr>
          <p:spPr>
            <a:xfrm rot="0">
              <a:off x="2901288" y="917181"/>
              <a:ext cx="2569209" cy="406864"/>
            </a:xfrm>
            <a:prstGeom prst="rect">
              <a:avLst/>
            </a:prstGeom>
          </p:spPr>
          <p:txBody>
            <a:bodyPr anchor="t" rtlCol="false" tIns="0" lIns="0" bIns="0" rIns="0">
              <a:spAutoFit/>
            </a:bodyPr>
            <a:lstStyle/>
            <a:p>
              <a:pPr algn="ctr">
                <a:lnSpc>
                  <a:spcPts val="2113"/>
                </a:lnSpc>
              </a:pPr>
              <a:r>
                <a:rPr lang="en-US" b="true" sz="2113">
                  <a:solidFill>
                    <a:srgbClr val="C90000"/>
                  </a:solidFill>
                  <a:latin typeface="Poppins Bold"/>
                  <a:ea typeface="Poppins Bold"/>
                  <a:cs typeface="Poppins Bold"/>
                  <a:sym typeface="Poppins Bold"/>
                </a:rPr>
                <a:t>6.600.000</a:t>
              </a:r>
            </a:p>
          </p:txBody>
        </p:sp>
        <p:sp>
          <p:nvSpPr>
            <p:cNvPr name="TextBox 60" id="60"/>
            <p:cNvSpPr txBox="true"/>
            <p:nvPr/>
          </p:nvSpPr>
          <p:spPr>
            <a:xfrm rot="0">
              <a:off x="6230511" y="892364"/>
              <a:ext cx="2096808" cy="531272"/>
            </a:xfrm>
            <a:prstGeom prst="rect">
              <a:avLst/>
            </a:prstGeom>
          </p:spPr>
          <p:txBody>
            <a:bodyPr anchor="t" rtlCol="false" tIns="0" lIns="0" bIns="0" rIns="0">
              <a:spAutoFit/>
            </a:bodyPr>
            <a:lstStyle/>
            <a:p>
              <a:pPr algn="ctr">
                <a:lnSpc>
                  <a:spcPts val="2722"/>
                </a:lnSpc>
              </a:pPr>
              <a:r>
                <a:rPr lang="en-US" b="true" sz="2722">
                  <a:solidFill>
                    <a:srgbClr val="C90000"/>
                  </a:solidFill>
                  <a:latin typeface="Poppins Bold"/>
                  <a:ea typeface="Poppins Bold"/>
                  <a:cs typeface="Poppins Bold"/>
                  <a:sym typeface="Poppins Bold"/>
                </a:rPr>
                <a:t>100%</a:t>
              </a:r>
            </a:p>
          </p:txBody>
        </p:sp>
        <p:sp>
          <p:nvSpPr>
            <p:cNvPr name="TextBox 61" id="61"/>
            <p:cNvSpPr txBox="true"/>
            <p:nvPr/>
          </p:nvSpPr>
          <p:spPr>
            <a:xfrm rot="0">
              <a:off x="0" y="2582054"/>
              <a:ext cx="2349899" cy="724316"/>
            </a:xfrm>
            <a:prstGeom prst="rect">
              <a:avLst/>
            </a:prstGeom>
          </p:spPr>
          <p:txBody>
            <a:bodyPr anchor="t" rtlCol="false" tIns="0" lIns="0" bIns="0" rIns="0">
              <a:spAutoFit/>
            </a:bodyPr>
            <a:lstStyle/>
            <a:p>
              <a:pPr algn="ctr">
                <a:lnSpc>
                  <a:spcPts val="2041"/>
                </a:lnSpc>
              </a:pPr>
              <a:r>
                <a:rPr lang="en-US" b="true" sz="2041">
                  <a:solidFill>
                    <a:srgbClr val="FDFDFD"/>
                  </a:solidFill>
                  <a:latin typeface="Poppins Bold"/>
                  <a:ea typeface="Poppins Bold"/>
                  <a:cs typeface="Poppins Bold"/>
                  <a:sym typeface="Poppins Bold"/>
                </a:rPr>
                <a:t>DANA ANGGARAN</a:t>
              </a:r>
            </a:p>
          </p:txBody>
        </p:sp>
        <p:sp>
          <p:nvSpPr>
            <p:cNvPr name="TextBox 62" id="62"/>
            <p:cNvSpPr txBox="true"/>
            <p:nvPr/>
          </p:nvSpPr>
          <p:spPr>
            <a:xfrm rot="0">
              <a:off x="3010943" y="2582054"/>
              <a:ext cx="2349899" cy="724316"/>
            </a:xfrm>
            <a:prstGeom prst="rect">
              <a:avLst/>
            </a:prstGeom>
          </p:spPr>
          <p:txBody>
            <a:bodyPr anchor="t" rtlCol="false" tIns="0" lIns="0" bIns="0" rIns="0">
              <a:spAutoFit/>
            </a:bodyPr>
            <a:lstStyle/>
            <a:p>
              <a:pPr algn="ctr">
                <a:lnSpc>
                  <a:spcPts val="2041"/>
                </a:lnSpc>
              </a:pPr>
              <a:r>
                <a:rPr lang="en-US" b="true" sz="2041">
                  <a:solidFill>
                    <a:srgbClr val="FDFDFD"/>
                  </a:solidFill>
                  <a:latin typeface="Poppins Bold"/>
                  <a:ea typeface="Poppins Bold"/>
                  <a:cs typeface="Poppins Bold"/>
                  <a:sym typeface="Poppins Bold"/>
                </a:rPr>
                <a:t>DANA TERPAKAI</a:t>
              </a:r>
            </a:p>
          </p:txBody>
        </p:sp>
        <p:sp>
          <p:nvSpPr>
            <p:cNvPr name="TextBox 63" id="63"/>
            <p:cNvSpPr txBox="true"/>
            <p:nvPr/>
          </p:nvSpPr>
          <p:spPr>
            <a:xfrm rot="0">
              <a:off x="5802111" y="2582054"/>
              <a:ext cx="2789449" cy="724316"/>
            </a:xfrm>
            <a:prstGeom prst="rect">
              <a:avLst/>
            </a:prstGeom>
          </p:spPr>
          <p:txBody>
            <a:bodyPr anchor="t" rtlCol="false" tIns="0" lIns="0" bIns="0" rIns="0">
              <a:spAutoFit/>
            </a:bodyPr>
            <a:lstStyle/>
            <a:p>
              <a:pPr algn="ctr">
                <a:lnSpc>
                  <a:spcPts val="2041"/>
                </a:lnSpc>
              </a:pPr>
              <a:r>
                <a:rPr lang="en-US" b="true" sz="2041">
                  <a:solidFill>
                    <a:srgbClr val="FDFDFD"/>
                  </a:solidFill>
                  <a:latin typeface="Poppins Bold"/>
                  <a:ea typeface="Poppins Bold"/>
                  <a:cs typeface="Poppins Bold"/>
                  <a:sym typeface="Poppins Bold"/>
                </a:rPr>
                <a:t>PENGGU</a:t>
              </a:r>
              <a:r>
                <a:rPr lang="en-US" b="true" sz="2041">
                  <a:solidFill>
                    <a:srgbClr val="FDFDFD"/>
                  </a:solidFill>
                  <a:latin typeface="Poppins Bold"/>
                  <a:ea typeface="Poppins Bold"/>
                  <a:cs typeface="Poppins Bold"/>
                  <a:sym typeface="Poppins Bold"/>
                </a:rPr>
                <a:t>NAAN TERPAKAI</a:t>
              </a:r>
            </a:p>
          </p:txBody>
        </p:sp>
      </p:grpSp>
      <p:grpSp>
        <p:nvGrpSpPr>
          <p:cNvPr name="Group 64" id="64"/>
          <p:cNvGrpSpPr/>
          <p:nvPr/>
        </p:nvGrpSpPr>
        <p:grpSpPr>
          <a:xfrm rot="0">
            <a:off x="12195868" y="2616591"/>
            <a:ext cx="5244407" cy="3711581"/>
            <a:chOff x="0" y="0"/>
            <a:chExt cx="1381243" cy="977536"/>
          </a:xfrm>
        </p:grpSpPr>
        <p:sp>
          <p:nvSpPr>
            <p:cNvPr name="Freeform 65" id="65"/>
            <p:cNvSpPr/>
            <p:nvPr/>
          </p:nvSpPr>
          <p:spPr>
            <a:xfrm flipH="false" flipV="false" rot="0">
              <a:off x="0" y="0"/>
              <a:ext cx="1381243" cy="977536"/>
            </a:xfrm>
            <a:custGeom>
              <a:avLst/>
              <a:gdLst/>
              <a:ahLst/>
              <a:cxnLst/>
              <a:rect r="r" b="b" t="t" l="l"/>
              <a:pathLst>
                <a:path h="977536" w="1381243">
                  <a:moveTo>
                    <a:pt x="0" y="0"/>
                  </a:moveTo>
                  <a:lnTo>
                    <a:pt x="1381243" y="0"/>
                  </a:lnTo>
                  <a:lnTo>
                    <a:pt x="1381243" y="977536"/>
                  </a:lnTo>
                  <a:lnTo>
                    <a:pt x="0" y="977536"/>
                  </a:lnTo>
                  <a:close/>
                </a:path>
              </a:pathLst>
            </a:custGeom>
            <a:solidFill>
              <a:srgbClr val="FFFFFF"/>
            </a:solidFill>
            <a:ln w="38100" cap="sq">
              <a:solidFill>
                <a:srgbClr val="CD0606"/>
              </a:solidFill>
              <a:prstDash val="solid"/>
              <a:miter/>
            </a:ln>
          </p:spPr>
        </p:sp>
        <p:sp>
          <p:nvSpPr>
            <p:cNvPr name="TextBox 66" id="66"/>
            <p:cNvSpPr txBox="true"/>
            <p:nvPr/>
          </p:nvSpPr>
          <p:spPr>
            <a:xfrm>
              <a:off x="0" y="-28575"/>
              <a:ext cx="1381243" cy="1006111"/>
            </a:xfrm>
            <a:prstGeom prst="rect">
              <a:avLst/>
            </a:prstGeom>
          </p:spPr>
          <p:txBody>
            <a:bodyPr anchor="ctr" rtlCol="false" tIns="50800" lIns="50800" bIns="50800" rIns="50800"/>
            <a:lstStyle/>
            <a:p>
              <a:pPr algn="ctr">
                <a:lnSpc>
                  <a:spcPts val="2380"/>
                </a:lnSpc>
              </a:pPr>
            </a:p>
          </p:txBody>
        </p:sp>
      </p:grpSp>
      <p:grpSp>
        <p:nvGrpSpPr>
          <p:cNvPr name="Group 67" id="67"/>
          <p:cNvGrpSpPr/>
          <p:nvPr/>
        </p:nvGrpSpPr>
        <p:grpSpPr>
          <a:xfrm rot="0">
            <a:off x="528380" y="1460349"/>
            <a:ext cx="7370271" cy="852662"/>
            <a:chOff x="0" y="0"/>
            <a:chExt cx="1941141" cy="224570"/>
          </a:xfrm>
        </p:grpSpPr>
        <p:sp>
          <p:nvSpPr>
            <p:cNvPr name="Freeform 68" id="68"/>
            <p:cNvSpPr/>
            <p:nvPr/>
          </p:nvSpPr>
          <p:spPr>
            <a:xfrm flipH="false" flipV="false" rot="0">
              <a:off x="0" y="0"/>
              <a:ext cx="1941141" cy="224570"/>
            </a:xfrm>
            <a:custGeom>
              <a:avLst/>
              <a:gdLst/>
              <a:ahLst/>
              <a:cxnLst/>
              <a:rect r="r" b="b" t="t" l="l"/>
              <a:pathLst>
                <a:path h="224570" w="1941141">
                  <a:moveTo>
                    <a:pt x="105043" y="0"/>
                  </a:moveTo>
                  <a:lnTo>
                    <a:pt x="1836099" y="0"/>
                  </a:lnTo>
                  <a:cubicBezTo>
                    <a:pt x="1894112" y="0"/>
                    <a:pt x="1941141" y="47029"/>
                    <a:pt x="1941141" y="105043"/>
                  </a:cubicBezTo>
                  <a:lnTo>
                    <a:pt x="1941141" y="119527"/>
                  </a:lnTo>
                  <a:cubicBezTo>
                    <a:pt x="1941141" y="177540"/>
                    <a:pt x="1894112" y="224570"/>
                    <a:pt x="1836099" y="224570"/>
                  </a:cubicBezTo>
                  <a:lnTo>
                    <a:pt x="105043" y="224570"/>
                  </a:lnTo>
                  <a:cubicBezTo>
                    <a:pt x="47029" y="224570"/>
                    <a:pt x="0" y="177540"/>
                    <a:pt x="0" y="119527"/>
                  </a:cubicBezTo>
                  <a:lnTo>
                    <a:pt x="0" y="105043"/>
                  </a:lnTo>
                  <a:cubicBezTo>
                    <a:pt x="0" y="47029"/>
                    <a:pt x="47029" y="0"/>
                    <a:pt x="105043" y="0"/>
                  </a:cubicBezTo>
                  <a:close/>
                </a:path>
              </a:pathLst>
            </a:custGeom>
            <a:solidFill>
              <a:srgbClr val="457A00"/>
            </a:solidFill>
          </p:spPr>
        </p:sp>
        <p:sp>
          <p:nvSpPr>
            <p:cNvPr name="TextBox 69" id="69"/>
            <p:cNvSpPr txBox="true"/>
            <p:nvPr/>
          </p:nvSpPr>
          <p:spPr>
            <a:xfrm>
              <a:off x="0" y="-28575"/>
              <a:ext cx="1941141" cy="253145"/>
            </a:xfrm>
            <a:prstGeom prst="rect">
              <a:avLst/>
            </a:prstGeom>
          </p:spPr>
          <p:txBody>
            <a:bodyPr anchor="ctr" rtlCol="false" tIns="50800" lIns="50800" bIns="50800" rIns="50800"/>
            <a:lstStyle/>
            <a:p>
              <a:pPr algn="ctr">
                <a:lnSpc>
                  <a:spcPts val="2380"/>
                </a:lnSpc>
              </a:pPr>
            </a:p>
          </p:txBody>
        </p:sp>
      </p:grpSp>
      <p:sp>
        <p:nvSpPr>
          <p:cNvPr name="TextBox 70" id="70"/>
          <p:cNvSpPr txBox="true"/>
          <p:nvPr/>
        </p:nvSpPr>
        <p:spPr>
          <a:xfrm rot="0">
            <a:off x="827155" y="1527920"/>
            <a:ext cx="6732533" cy="717521"/>
          </a:xfrm>
          <a:prstGeom prst="rect">
            <a:avLst/>
          </a:prstGeom>
        </p:spPr>
        <p:txBody>
          <a:bodyPr anchor="t" rtlCol="false" tIns="0" lIns="0" bIns="0" rIns="0">
            <a:spAutoFit/>
          </a:bodyPr>
          <a:lstStyle/>
          <a:p>
            <a:pPr algn="ctr">
              <a:lnSpc>
                <a:spcPts val="5183"/>
              </a:lnSpc>
            </a:pPr>
            <a:r>
              <a:rPr lang="en-US" b="true" sz="4712" i="true">
                <a:solidFill>
                  <a:srgbClr val="FFFFFF"/>
                </a:solidFill>
                <a:latin typeface="Poppins Bold Italics"/>
                <a:ea typeface="Poppins Bold Italics"/>
                <a:cs typeface="Poppins Bold Italics"/>
                <a:sym typeface="Poppins Bold Italics"/>
              </a:rPr>
              <a:t>Log</a:t>
            </a:r>
            <a:r>
              <a:rPr lang="en-US" sz="4712" b="true">
                <a:solidFill>
                  <a:srgbClr val="FFFFFF"/>
                </a:solidFill>
                <a:latin typeface="Poppins Bold"/>
                <a:ea typeface="Poppins Bold"/>
                <a:cs typeface="Poppins Bold"/>
                <a:sym typeface="Poppins Bold"/>
              </a:rPr>
              <a:t> </a:t>
            </a:r>
            <a:r>
              <a:rPr lang="en-US" b="true" sz="4712" i="true">
                <a:solidFill>
                  <a:srgbClr val="FFFFFF"/>
                </a:solidFill>
                <a:latin typeface="Poppins Bold Italics"/>
                <a:ea typeface="Poppins Bold Italics"/>
                <a:cs typeface="Poppins Bold Italics"/>
                <a:sym typeface="Poppins Bold Italics"/>
              </a:rPr>
              <a:t>Book</a:t>
            </a:r>
            <a:r>
              <a:rPr lang="en-US" sz="4712" b="true">
                <a:solidFill>
                  <a:srgbClr val="FFFFFF"/>
                </a:solidFill>
                <a:latin typeface="Poppins Bold"/>
                <a:ea typeface="Poppins Bold"/>
                <a:cs typeface="Poppins Bold"/>
                <a:sym typeface="Poppins Bold"/>
              </a:rPr>
              <a:t> Keuangan</a:t>
            </a:r>
          </a:p>
        </p:txBody>
      </p:sp>
      <p:pic>
        <p:nvPicPr>
          <p:cNvPr name="Picture 71" id="71"/>
          <p:cNvPicPr>
            <a:picLocks noChangeAspect="true"/>
          </p:cNvPicPr>
          <p:nvPr/>
        </p:nvPicPr>
        <p:blipFill>
          <a:blip r:embed="rId13"/>
          <a:stretch>
            <a:fillRect/>
          </a:stretch>
        </p:blipFill>
        <p:spPr>
          <a:xfrm rot="0">
            <a:off x="11687159" y="2218094"/>
            <a:ext cx="6261824" cy="4386717"/>
          </a:xfrm>
          <a:prstGeom prst="rect">
            <a:avLst/>
          </a:prstGeom>
        </p:spPr>
      </p:pic>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23221A"/>
        </a:solidFill>
      </p:bgPr>
    </p:bg>
    <p:spTree>
      <p:nvGrpSpPr>
        <p:cNvPr id="1" name=""/>
        <p:cNvGrpSpPr/>
        <p:nvPr/>
      </p:nvGrpSpPr>
      <p:grpSpPr>
        <a:xfrm>
          <a:off x="0" y="0"/>
          <a:ext cx="0" cy="0"/>
          <a:chOff x="0" y="0"/>
          <a:chExt cx="0" cy="0"/>
        </a:xfrm>
      </p:grpSpPr>
      <p:sp>
        <p:nvSpPr>
          <p:cNvPr name="Freeform 2" id="2"/>
          <p:cNvSpPr/>
          <p:nvPr/>
        </p:nvSpPr>
        <p:spPr>
          <a:xfrm flipH="false" flipV="false" rot="0">
            <a:off x="-306138" y="-2018668"/>
            <a:ext cx="18594138" cy="13945604"/>
          </a:xfrm>
          <a:custGeom>
            <a:avLst/>
            <a:gdLst/>
            <a:ahLst/>
            <a:cxnLst/>
            <a:rect r="r" b="b" t="t" l="l"/>
            <a:pathLst>
              <a:path h="13945604" w="18594138">
                <a:moveTo>
                  <a:pt x="0" y="0"/>
                </a:moveTo>
                <a:lnTo>
                  <a:pt x="18594138" y="0"/>
                </a:lnTo>
                <a:lnTo>
                  <a:pt x="18594138" y="13945604"/>
                </a:lnTo>
                <a:lnTo>
                  <a:pt x="0" y="13945604"/>
                </a:lnTo>
                <a:lnTo>
                  <a:pt x="0" y="0"/>
                </a:lnTo>
                <a:close/>
              </a:path>
            </a:pathLst>
          </a:custGeom>
          <a:blipFill>
            <a:blip r:embed="rId2">
              <a:alphaModFix amt="16000"/>
            </a:blip>
            <a:stretch>
              <a:fillRect l="0" t="0" r="0" b="0"/>
            </a:stretch>
          </a:blipFill>
        </p:spPr>
      </p:sp>
      <p:grpSp>
        <p:nvGrpSpPr>
          <p:cNvPr name="Group 3" id="3"/>
          <p:cNvGrpSpPr/>
          <p:nvPr/>
        </p:nvGrpSpPr>
        <p:grpSpPr>
          <a:xfrm rot="0">
            <a:off x="0" y="9423688"/>
            <a:ext cx="18742908" cy="1239467"/>
            <a:chOff x="0" y="0"/>
            <a:chExt cx="3949066" cy="261151"/>
          </a:xfrm>
        </p:grpSpPr>
        <p:sp>
          <p:nvSpPr>
            <p:cNvPr name="Freeform 4" id="4"/>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5" id="5"/>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0">
            <a:off x="-391165" y="-50690"/>
            <a:ext cx="19134073" cy="1937371"/>
            <a:chOff x="0" y="0"/>
            <a:chExt cx="5039427" cy="510254"/>
          </a:xfrm>
        </p:grpSpPr>
        <p:sp>
          <p:nvSpPr>
            <p:cNvPr name="Freeform 31" id="31"/>
            <p:cNvSpPr/>
            <p:nvPr/>
          </p:nvSpPr>
          <p:spPr>
            <a:xfrm flipH="false" flipV="false" rot="0">
              <a:off x="0" y="0"/>
              <a:ext cx="5039427" cy="510254"/>
            </a:xfrm>
            <a:custGeom>
              <a:avLst/>
              <a:gdLst/>
              <a:ahLst/>
              <a:cxnLst/>
              <a:rect r="r" b="b" t="t" l="l"/>
              <a:pathLst>
                <a:path h="510254" w="5039427">
                  <a:moveTo>
                    <a:pt x="0" y="0"/>
                  </a:moveTo>
                  <a:lnTo>
                    <a:pt x="5039427" y="0"/>
                  </a:lnTo>
                  <a:lnTo>
                    <a:pt x="5039427" y="510254"/>
                  </a:lnTo>
                  <a:lnTo>
                    <a:pt x="0" y="510254"/>
                  </a:lnTo>
                  <a:close/>
                </a:path>
              </a:pathLst>
            </a:custGeom>
            <a:solidFill>
              <a:srgbClr val="CBE3AC"/>
            </a:solidFill>
            <a:ln cap="sq">
              <a:noFill/>
              <a:prstDash val="solid"/>
              <a:miter/>
            </a:ln>
          </p:spPr>
        </p:sp>
        <p:sp>
          <p:nvSpPr>
            <p:cNvPr name="TextBox 32" id="32"/>
            <p:cNvSpPr txBox="true"/>
            <p:nvPr/>
          </p:nvSpPr>
          <p:spPr>
            <a:xfrm>
              <a:off x="0" y="-28575"/>
              <a:ext cx="5039427" cy="538829"/>
            </a:xfrm>
            <a:prstGeom prst="rect">
              <a:avLst/>
            </a:prstGeom>
          </p:spPr>
          <p:txBody>
            <a:bodyPr anchor="ctr" rtlCol="false" tIns="50800" lIns="50800" bIns="50800" rIns="50800"/>
            <a:lstStyle/>
            <a:p>
              <a:pPr algn="ctr">
                <a:lnSpc>
                  <a:spcPts val="2380"/>
                </a:lnSpc>
              </a:pPr>
            </a:p>
          </p:txBody>
        </p:sp>
      </p:grpSp>
      <p:grpSp>
        <p:nvGrpSpPr>
          <p:cNvPr name="Group 33" id="33"/>
          <p:cNvGrpSpPr/>
          <p:nvPr/>
        </p:nvGrpSpPr>
        <p:grpSpPr>
          <a:xfrm rot="0">
            <a:off x="13555981" y="2678003"/>
            <a:ext cx="3690146" cy="369014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66675" cap="sq">
              <a:solidFill>
                <a:srgbClr val="CD0606"/>
              </a:soli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TextBox 36" id="36"/>
          <p:cNvSpPr txBox="true"/>
          <p:nvPr/>
        </p:nvSpPr>
        <p:spPr>
          <a:xfrm rot="0">
            <a:off x="-5417198" y="9525"/>
            <a:ext cx="22857473" cy="1395965"/>
          </a:xfrm>
          <a:prstGeom prst="rect">
            <a:avLst/>
          </a:prstGeom>
        </p:spPr>
        <p:txBody>
          <a:bodyPr anchor="t" rtlCol="false" tIns="0" lIns="0" bIns="0" rIns="0">
            <a:spAutoFit/>
          </a:bodyPr>
          <a:lstStyle/>
          <a:p>
            <a:pPr algn="ctr">
              <a:lnSpc>
                <a:spcPts val="10171"/>
              </a:lnSpc>
            </a:pPr>
            <a:r>
              <a:rPr lang="en-US" b="true" sz="9246">
                <a:solidFill>
                  <a:srgbClr val="C90000"/>
                </a:solidFill>
                <a:latin typeface="Poppins Bold"/>
                <a:ea typeface="Poppins Bold"/>
                <a:cs typeface="Poppins Bold"/>
                <a:sym typeface="Poppins Bold"/>
              </a:rPr>
              <a:t>LUARAN GLICOVIA</a:t>
            </a:r>
          </a:p>
        </p:txBody>
      </p:sp>
      <p:sp>
        <p:nvSpPr>
          <p:cNvPr name="Freeform 37" id="37"/>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8" id="38"/>
          <p:cNvGrpSpPr/>
          <p:nvPr/>
        </p:nvGrpSpPr>
        <p:grpSpPr>
          <a:xfrm rot="0">
            <a:off x="11787427" y="457984"/>
            <a:ext cx="6232956" cy="533984"/>
            <a:chOff x="0" y="0"/>
            <a:chExt cx="3154180" cy="270222"/>
          </a:xfrm>
        </p:grpSpPr>
        <p:sp>
          <p:nvSpPr>
            <p:cNvPr name="Freeform 39" id="39"/>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40" id="40"/>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1" id="41"/>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42" id="42"/>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43" id="43"/>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4" id="44"/>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5" id="45"/>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6" id="46"/>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7" id="47"/>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8" id="48"/>
          <p:cNvGrpSpPr/>
          <p:nvPr/>
        </p:nvGrpSpPr>
        <p:grpSpPr>
          <a:xfrm rot="0">
            <a:off x="291740" y="1459662"/>
            <a:ext cx="7239814" cy="854037"/>
            <a:chOff x="0" y="0"/>
            <a:chExt cx="1906782" cy="224932"/>
          </a:xfrm>
        </p:grpSpPr>
        <p:sp>
          <p:nvSpPr>
            <p:cNvPr name="Freeform 49" id="49"/>
            <p:cNvSpPr/>
            <p:nvPr/>
          </p:nvSpPr>
          <p:spPr>
            <a:xfrm flipH="false" flipV="false" rot="0">
              <a:off x="0" y="0"/>
              <a:ext cx="1906782" cy="224932"/>
            </a:xfrm>
            <a:custGeom>
              <a:avLst/>
              <a:gdLst/>
              <a:ahLst/>
              <a:cxnLst/>
              <a:rect r="r" b="b" t="t" l="l"/>
              <a:pathLst>
                <a:path h="224932" w="1906782">
                  <a:moveTo>
                    <a:pt x="106935" y="0"/>
                  </a:moveTo>
                  <a:lnTo>
                    <a:pt x="1799847" y="0"/>
                  </a:lnTo>
                  <a:cubicBezTo>
                    <a:pt x="1858906" y="0"/>
                    <a:pt x="1906782" y="47877"/>
                    <a:pt x="1906782" y="106935"/>
                  </a:cubicBezTo>
                  <a:lnTo>
                    <a:pt x="1906782" y="117996"/>
                  </a:lnTo>
                  <a:cubicBezTo>
                    <a:pt x="1906782" y="177055"/>
                    <a:pt x="1858906" y="224932"/>
                    <a:pt x="1799847" y="224932"/>
                  </a:cubicBezTo>
                  <a:lnTo>
                    <a:pt x="106935" y="224932"/>
                  </a:lnTo>
                  <a:cubicBezTo>
                    <a:pt x="47877" y="224932"/>
                    <a:pt x="0" y="177055"/>
                    <a:pt x="0" y="117996"/>
                  </a:cubicBezTo>
                  <a:lnTo>
                    <a:pt x="0" y="106935"/>
                  </a:lnTo>
                  <a:cubicBezTo>
                    <a:pt x="0" y="47877"/>
                    <a:pt x="47877" y="0"/>
                    <a:pt x="106935" y="0"/>
                  </a:cubicBezTo>
                  <a:close/>
                </a:path>
              </a:pathLst>
            </a:custGeom>
            <a:solidFill>
              <a:srgbClr val="457A00"/>
            </a:solidFill>
          </p:spPr>
        </p:sp>
        <p:sp>
          <p:nvSpPr>
            <p:cNvPr name="TextBox 50" id="50"/>
            <p:cNvSpPr txBox="true"/>
            <p:nvPr/>
          </p:nvSpPr>
          <p:spPr>
            <a:xfrm>
              <a:off x="0" y="-28575"/>
              <a:ext cx="1906782" cy="253507"/>
            </a:xfrm>
            <a:prstGeom prst="rect">
              <a:avLst/>
            </a:prstGeom>
          </p:spPr>
          <p:txBody>
            <a:bodyPr anchor="ctr" rtlCol="false" tIns="50800" lIns="50800" bIns="50800" rIns="50800"/>
            <a:lstStyle/>
            <a:p>
              <a:pPr algn="ctr">
                <a:lnSpc>
                  <a:spcPts val="2380"/>
                </a:lnSpc>
              </a:pPr>
            </a:p>
          </p:txBody>
        </p:sp>
      </p:grpSp>
      <p:sp>
        <p:nvSpPr>
          <p:cNvPr name="TextBox 51" id="51"/>
          <p:cNvSpPr txBox="true"/>
          <p:nvPr/>
        </p:nvSpPr>
        <p:spPr>
          <a:xfrm rot="0">
            <a:off x="685701" y="1530270"/>
            <a:ext cx="6451892" cy="712821"/>
          </a:xfrm>
          <a:prstGeom prst="rect">
            <a:avLst/>
          </a:prstGeom>
        </p:spPr>
        <p:txBody>
          <a:bodyPr anchor="t" rtlCol="false" tIns="0" lIns="0" bIns="0" rIns="0">
            <a:spAutoFit/>
          </a:bodyPr>
          <a:lstStyle/>
          <a:p>
            <a:pPr algn="ctr">
              <a:lnSpc>
                <a:spcPts val="5149"/>
              </a:lnSpc>
            </a:pPr>
            <a:r>
              <a:rPr lang="en-US" b="true" sz="4681" i="true">
                <a:solidFill>
                  <a:srgbClr val="FFFFFF"/>
                </a:solidFill>
                <a:latin typeface="Poppins Bold Italics"/>
                <a:ea typeface="Poppins Bold Italics"/>
                <a:cs typeface="Poppins Bold Italics"/>
                <a:sym typeface="Poppins Bold Italics"/>
              </a:rPr>
              <a:t>Log</a:t>
            </a:r>
            <a:r>
              <a:rPr lang="en-US" sz="4681" b="true">
                <a:solidFill>
                  <a:srgbClr val="FFFFFF"/>
                </a:solidFill>
                <a:latin typeface="Poppins Bold"/>
                <a:ea typeface="Poppins Bold"/>
                <a:cs typeface="Poppins Bold"/>
                <a:sym typeface="Poppins Bold"/>
              </a:rPr>
              <a:t> </a:t>
            </a:r>
            <a:r>
              <a:rPr lang="en-US" b="true" sz="4681" i="true">
                <a:solidFill>
                  <a:srgbClr val="FFFFFF"/>
                </a:solidFill>
                <a:latin typeface="Poppins Bold Italics"/>
                <a:ea typeface="Poppins Bold Italics"/>
                <a:cs typeface="Poppins Bold Italics"/>
                <a:sym typeface="Poppins Bold Italics"/>
              </a:rPr>
              <a:t>Book</a:t>
            </a:r>
            <a:r>
              <a:rPr lang="en-US" sz="4681" b="true">
                <a:solidFill>
                  <a:srgbClr val="FFFFFF"/>
                </a:solidFill>
                <a:latin typeface="Poppins Bold"/>
                <a:ea typeface="Poppins Bold"/>
                <a:cs typeface="Poppins Bold"/>
                <a:sym typeface="Poppins Bold"/>
              </a:rPr>
              <a:t> Kegiatan</a:t>
            </a:r>
          </a:p>
        </p:txBody>
      </p:sp>
      <p:sp>
        <p:nvSpPr>
          <p:cNvPr name="Freeform 52" id="52"/>
          <p:cNvSpPr/>
          <p:nvPr/>
        </p:nvSpPr>
        <p:spPr>
          <a:xfrm flipH="false" flipV="false" rot="0">
            <a:off x="1230570" y="2557900"/>
            <a:ext cx="10977447" cy="6221130"/>
          </a:xfrm>
          <a:custGeom>
            <a:avLst/>
            <a:gdLst/>
            <a:ahLst/>
            <a:cxnLst/>
            <a:rect r="r" b="b" t="t" l="l"/>
            <a:pathLst>
              <a:path h="6221130" w="10977447">
                <a:moveTo>
                  <a:pt x="0" y="0"/>
                </a:moveTo>
                <a:lnTo>
                  <a:pt x="10977447" y="0"/>
                </a:lnTo>
                <a:lnTo>
                  <a:pt x="10977447" y="6221130"/>
                </a:lnTo>
                <a:lnTo>
                  <a:pt x="0" y="6221130"/>
                </a:lnTo>
                <a:lnTo>
                  <a:pt x="0" y="0"/>
                </a:lnTo>
                <a:close/>
              </a:path>
            </a:pathLst>
          </a:custGeom>
          <a:blipFill>
            <a:blip r:embed="rId12"/>
            <a:stretch>
              <a:fillRect l="-6893" t="-20497" r="-2552" b="-12613"/>
            </a:stretch>
          </a:blipFill>
          <a:ln w="38100" cap="sq">
            <a:solidFill>
              <a:srgbClr val="CD0606"/>
            </a:solidFill>
            <a:prstDash val="solid"/>
            <a:miter/>
          </a:ln>
        </p:spPr>
      </p:sp>
      <p:sp>
        <p:nvSpPr>
          <p:cNvPr name="TextBox 53" id="53"/>
          <p:cNvSpPr txBox="true"/>
          <p:nvPr/>
        </p:nvSpPr>
        <p:spPr>
          <a:xfrm rot="0">
            <a:off x="13414753" y="6999842"/>
            <a:ext cx="3972602" cy="1778962"/>
          </a:xfrm>
          <a:prstGeom prst="rect">
            <a:avLst/>
          </a:prstGeom>
        </p:spPr>
        <p:txBody>
          <a:bodyPr anchor="t" rtlCol="false" tIns="0" lIns="0" bIns="0" rIns="0">
            <a:spAutoFit/>
          </a:bodyPr>
          <a:lstStyle/>
          <a:p>
            <a:pPr algn="ctr">
              <a:lnSpc>
                <a:spcPts val="4602"/>
              </a:lnSpc>
            </a:pPr>
            <a:r>
              <a:rPr lang="en-US" b="true" sz="4602">
                <a:solidFill>
                  <a:srgbClr val="FDFDFD"/>
                </a:solidFill>
                <a:latin typeface="Poppins Bold"/>
                <a:ea typeface="Poppins Bold"/>
                <a:cs typeface="Poppins Bold"/>
                <a:sym typeface="Poppins Bold"/>
              </a:rPr>
              <a:t>TARGET LUARAN TERCAPAI</a:t>
            </a:r>
          </a:p>
        </p:txBody>
      </p:sp>
      <p:sp>
        <p:nvSpPr>
          <p:cNvPr name="TextBox 54" id="54"/>
          <p:cNvSpPr txBox="true"/>
          <p:nvPr/>
        </p:nvSpPr>
        <p:spPr>
          <a:xfrm rot="0">
            <a:off x="16620453" y="9421254"/>
            <a:ext cx="643235"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26</a:t>
            </a:r>
          </a:p>
        </p:txBody>
      </p:sp>
      <p:sp>
        <p:nvSpPr>
          <p:cNvPr name="TextBox 55" id="55"/>
          <p:cNvSpPr txBox="true"/>
          <p:nvPr/>
        </p:nvSpPr>
        <p:spPr>
          <a:xfrm rot="0">
            <a:off x="11322106" y="3903995"/>
            <a:ext cx="8263736" cy="1333412"/>
          </a:xfrm>
          <a:prstGeom prst="rect">
            <a:avLst/>
          </a:prstGeom>
        </p:spPr>
        <p:txBody>
          <a:bodyPr anchor="t" rtlCol="false" tIns="0" lIns="0" bIns="0" rIns="0">
            <a:spAutoFit/>
          </a:bodyPr>
          <a:lstStyle/>
          <a:p>
            <a:pPr algn="ctr">
              <a:lnSpc>
                <a:spcPts val="9573"/>
              </a:lnSpc>
            </a:pPr>
            <a:r>
              <a:rPr lang="en-US" b="true" sz="9573">
                <a:solidFill>
                  <a:srgbClr val="CD0606"/>
                </a:solidFill>
                <a:latin typeface="Poppins Bold"/>
                <a:ea typeface="Poppins Bold"/>
                <a:cs typeface="Poppins Bold"/>
                <a:sym typeface="Poppins Bold"/>
              </a:rPr>
              <a:t>90</a:t>
            </a:r>
            <a:r>
              <a:rPr lang="en-US" b="true" sz="9573">
                <a:solidFill>
                  <a:srgbClr val="CD0606"/>
                </a:solidFill>
                <a:latin typeface="Poppins Bold"/>
                <a:ea typeface="Poppins Bold"/>
                <a:cs typeface="Poppins Bold"/>
                <a:sym typeface="Poppins Bold"/>
              </a:rPr>
              <a:t>%</a:t>
            </a:r>
          </a:p>
        </p:txBody>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105647"/>
            <a:ext cx="18765260" cy="10363947"/>
          </a:xfrm>
          <a:custGeom>
            <a:avLst/>
            <a:gdLst/>
            <a:ahLst/>
            <a:cxnLst/>
            <a:rect r="r" b="b" t="t" l="l"/>
            <a:pathLst>
              <a:path h="10363947" w="18765260">
                <a:moveTo>
                  <a:pt x="0" y="0"/>
                </a:moveTo>
                <a:lnTo>
                  <a:pt x="18765260" y="0"/>
                </a:lnTo>
                <a:lnTo>
                  <a:pt x="18765260" y="10363947"/>
                </a:lnTo>
                <a:lnTo>
                  <a:pt x="0" y="10363947"/>
                </a:lnTo>
                <a:lnTo>
                  <a:pt x="0" y="0"/>
                </a:lnTo>
                <a:close/>
              </a:path>
            </a:pathLst>
          </a:custGeom>
          <a:blipFill>
            <a:blip r:embed="rId2"/>
            <a:stretch>
              <a:fillRect l="-5881" t="-7598" r="0" b="-19889"/>
            </a:stretch>
          </a:blipFill>
        </p:spPr>
      </p:sp>
      <p:grpSp>
        <p:nvGrpSpPr>
          <p:cNvPr name="Group 3" id="3"/>
          <p:cNvGrpSpPr/>
          <p:nvPr/>
        </p:nvGrpSpPr>
        <p:grpSpPr>
          <a:xfrm rot="0">
            <a:off x="-1013887" y="-1123423"/>
            <a:ext cx="19386571" cy="10070483"/>
            <a:chOff x="0" y="0"/>
            <a:chExt cx="5105928" cy="2652308"/>
          </a:xfrm>
        </p:grpSpPr>
        <p:sp>
          <p:nvSpPr>
            <p:cNvPr name="Freeform 4" id="4"/>
            <p:cNvSpPr/>
            <p:nvPr/>
          </p:nvSpPr>
          <p:spPr>
            <a:xfrm flipH="false" flipV="false" rot="0">
              <a:off x="0" y="0"/>
              <a:ext cx="5105928" cy="2652308"/>
            </a:xfrm>
            <a:custGeom>
              <a:avLst/>
              <a:gdLst/>
              <a:ahLst/>
              <a:cxnLst/>
              <a:rect r="r" b="b" t="t" l="l"/>
              <a:pathLst>
                <a:path h="2652308" w="5105928">
                  <a:moveTo>
                    <a:pt x="39934" y="0"/>
                  </a:moveTo>
                  <a:lnTo>
                    <a:pt x="5065994" y="0"/>
                  </a:lnTo>
                  <a:cubicBezTo>
                    <a:pt x="5076585" y="0"/>
                    <a:pt x="5086743" y="4207"/>
                    <a:pt x="5094232" y="11697"/>
                  </a:cubicBezTo>
                  <a:cubicBezTo>
                    <a:pt x="5101721" y="19186"/>
                    <a:pt x="5105928" y="29343"/>
                    <a:pt x="5105928" y="39934"/>
                  </a:cubicBezTo>
                  <a:lnTo>
                    <a:pt x="5105928" y="2612374"/>
                  </a:lnTo>
                  <a:cubicBezTo>
                    <a:pt x="5105928" y="2634429"/>
                    <a:pt x="5088049" y="2652308"/>
                    <a:pt x="5065994" y="2652308"/>
                  </a:cubicBezTo>
                  <a:lnTo>
                    <a:pt x="39934" y="2652308"/>
                  </a:lnTo>
                  <a:cubicBezTo>
                    <a:pt x="29343" y="2652308"/>
                    <a:pt x="19186" y="2648101"/>
                    <a:pt x="11697" y="2640612"/>
                  </a:cubicBezTo>
                  <a:cubicBezTo>
                    <a:pt x="4207" y="2633123"/>
                    <a:pt x="0" y="2622965"/>
                    <a:pt x="0" y="2612374"/>
                  </a:cubicBezTo>
                  <a:lnTo>
                    <a:pt x="0" y="39934"/>
                  </a:lnTo>
                  <a:cubicBezTo>
                    <a:pt x="0" y="29343"/>
                    <a:pt x="4207" y="19186"/>
                    <a:pt x="11697" y="11697"/>
                  </a:cubicBezTo>
                  <a:cubicBezTo>
                    <a:pt x="19186" y="4207"/>
                    <a:pt x="29343" y="0"/>
                    <a:pt x="39934" y="0"/>
                  </a:cubicBezTo>
                  <a:close/>
                </a:path>
              </a:pathLst>
            </a:custGeom>
            <a:solidFill>
              <a:srgbClr val="FFFFFF">
                <a:alpha val="60000"/>
              </a:srgbClr>
            </a:solidFill>
            <a:ln w="76200" cap="rnd">
              <a:gradFill>
                <a:gsLst>
                  <a:gs pos="0">
                    <a:srgbClr val="FFFCFC">
                      <a:alpha val="0"/>
                    </a:srgbClr>
                  </a:gs>
                  <a:gs pos="100000">
                    <a:srgbClr val="FFD21F">
                      <a:alpha val="60000"/>
                    </a:srgbClr>
                  </a:gs>
                </a:gsLst>
                <a:lin ang="5400000"/>
              </a:gradFill>
              <a:prstDash val="solid"/>
              <a:round/>
            </a:ln>
          </p:spPr>
        </p:sp>
        <p:sp>
          <p:nvSpPr>
            <p:cNvPr name="TextBox 5" id="5"/>
            <p:cNvSpPr txBox="true"/>
            <p:nvPr/>
          </p:nvSpPr>
          <p:spPr>
            <a:xfrm>
              <a:off x="0" y="0"/>
              <a:ext cx="5105928" cy="2652308"/>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pic>
        <p:nvPicPr>
          <p:cNvPr name="Picture 30" id="30"/>
          <p:cNvPicPr>
            <a:picLocks noChangeAspect="true"/>
          </p:cNvPicPr>
          <p:nvPr/>
        </p:nvPicPr>
        <p:blipFill>
          <a:blip r:embed="rId3"/>
          <a:stretch>
            <a:fillRect/>
          </a:stretch>
        </p:blipFill>
        <p:spPr>
          <a:xfrm rot="0">
            <a:off x="-546114" y="1312277"/>
            <a:ext cx="5047436" cy="8839364"/>
          </a:xfrm>
          <a:prstGeom prst="rect">
            <a:avLst/>
          </a:prstGeom>
        </p:spPr>
      </p:pic>
      <p:pic>
        <p:nvPicPr>
          <p:cNvPr name="Picture 31" id="31"/>
          <p:cNvPicPr>
            <a:picLocks noChangeAspect="true"/>
          </p:cNvPicPr>
          <p:nvPr/>
        </p:nvPicPr>
        <p:blipFill>
          <a:blip r:embed="rId4"/>
          <a:stretch>
            <a:fillRect/>
          </a:stretch>
        </p:blipFill>
        <p:spPr>
          <a:xfrm rot="0">
            <a:off x="6736018" y="1398337"/>
            <a:ext cx="4993828" cy="8745482"/>
          </a:xfrm>
          <a:prstGeom prst="rect">
            <a:avLst/>
          </a:prstGeom>
        </p:spPr>
      </p:pic>
      <p:pic>
        <p:nvPicPr>
          <p:cNvPr name="Picture 32" id="32"/>
          <p:cNvPicPr>
            <a:picLocks noChangeAspect="true"/>
          </p:cNvPicPr>
          <p:nvPr/>
        </p:nvPicPr>
        <p:blipFill>
          <a:blip r:embed="rId5"/>
          <a:stretch>
            <a:fillRect/>
          </a:stretch>
        </p:blipFill>
        <p:spPr>
          <a:xfrm rot="0">
            <a:off x="3108308" y="1343572"/>
            <a:ext cx="5011698" cy="8776776"/>
          </a:xfrm>
          <a:prstGeom prst="rect">
            <a:avLst/>
          </a:prstGeom>
        </p:spPr>
      </p:pic>
      <p:pic>
        <p:nvPicPr>
          <p:cNvPr name="Picture 33" id="33"/>
          <p:cNvPicPr>
            <a:picLocks noChangeAspect="true"/>
          </p:cNvPicPr>
          <p:nvPr/>
        </p:nvPicPr>
        <p:blipFill>
          <a:blip r:embed="rId6"/>
          <a:stretch>
            <a:fillRect/>
          </a:stretch>
        </p:blipFill>
        <p:spPr>
          <a:xfrm rot="0">
            <a:off x="13960914" y="1398337"/>
            <a:ext cx="4993828" cy="8745482"/>
          </a:xfrm>
          <a:prstGeom prst="rect">
            <a:avLst/>
          </a:prstGeom>
        </p:spPr>
      </p:pic>
      <p:pic>
        <p:nvPicPr>
          <p:cNvPr name="Picture 34" id="34"/>
          <p:cNvPicPr>
            <a:picLocks noChangeAspect="true"/>
          </p:cNvPicPr>
          <p:nvPr/>
        </p:nvPicPr>
        <p:blipFill>
          <a:blip r:embed="rId7"/>
          <a:stretch>
            <a:fillRect/>
          </a:stretch>
        </p:blipFill>
        <p:spPr>
          <a:xfrm rot="0">
            <a:off x="10348466" y="1398337"/>
            <a:ext cx="4993828" cy="8745482"/>
          </a:xfrm>
          <a:prstGeom prst="rect">
            <a:avLst/>
          </a:prstGeom>
        </p:spPr>
      </p:pic>
      <p:sp>
        <p:nvSpPr>
          <p:cNvPr name="Freeform 35" id="35"/>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6" id="36"/>
          <p:cNvGrpSpPr/>
          <p:nvPr/>
        </p:nvGrpSpPr>
        <p:grpSpPr>
          <a:xfrm rot="0">
            <a:off x="11787427" y="457984"/>
            <a:ext cx="6232956" cy="533984"/>
            <a:chOff x="0" y="0"/>
            <a:chExt cx="3154180" cy="270222"/>
          </a:xfrm>
        </p:grpSpPr>
        <p:sp>
          <p:nvSpPr>
            <p:cNvPr name="Freeform 37" id="37"/>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8" id="38"/>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9" id="39"/>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10"/>
            <a:stretch>
              <a:fillRect l="-3671" t="0" r="-3671" b="0"/>
            </a:stretch>
          </a:blipFill>
        </p:spPr>
      </p:sp>
      <p:sp>
        <p:nvSpPr>
          <p:cNvPr name="Freeform 40" id="40"/>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1"/>
            <a:stretch>
              <a:fillRect l="-3671" t="0" r="-3671" b="0"/>
            </a:stretch>
          </a:blipFill>
        </p:spPr>
      </p:sp>
      <p:sp>
        <p:nvSpPr>
          <p:cNvPr name="Freeform 41" id="41"/>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12"/>
            <a:stretch>
              <a:fillRect l="-3671" t="0" r="-3671" b="0"/>
            </a:stretch>
          </a:blipFill>
        </p:spPr>
      </p:sp>
      <p:sp>
        <p:nvSpPr>
          <p:cNvPr name="Freeform 42" id="42"/>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3"/>
            <a:stretch>
              <a:fillRect l="-3671" t="0" r="-3671" b="0"/>
            </a:stretch>
          </a:blipFill>
        </p:spPr>
      </p:sp>
      <p:sp>
        <p:nvSpPr>
          <p:cNvPr name="Freeform 43" id="43"/>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4"/>
            <a:stretch>
              <a:fillRect l="0" t="-1456" r="0" b="-566"/>
            </a:stretch>
          </a:blipFill>
        </p:spPr>
      </p:sp>
      <p:sp>
        <p:nvSpPr>
          <p:cNvPr name="Freeform 44" id="44"/>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5"/>
            <a:stretch>
              <a:fillRect l="0" t="-552" r="0" b="-552"/>
            </a:stretch>
          </a:blipFill>
        </p:spPr>
      </p:sp>
      <p:sp>
        <p:nvSpPr>
          <p:cNvPr name="Freeform 45" id="45"/>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6"/>
            <a:stretch>
              <a:fillRect l="0" t="0" r="-5929" b="0"/>
            </a:stretch>
          </a:blipFill>
        </p:spPr>
      </p:sp>
      <p:grpSp>
        <p:nvGrpSpPr>
          <p:cNvPr name="Group 46" id="46"/>
          <p:cNvGrpSpPr/>
          <p:nvPr/>
        </p:nvGrpSpPr>
        <p:grpSpPr>
          <a:xfrm rot="0">
            <a:off x="6285290" y="2835567"/>
            <a:ext cx="5944518" cy="1153995"/>
            <a:chOff x="0" y="0"/>
            <a:chExt cx="1565634" cy="303933"/>
          </a:xfrm>
        </p:grpSpPr>
        <p:sp>
          <p:nvSpPr>
            <p:cNvPr name="Freeform 47" id="47"/>
            <p:cNvSpPr/>
            <p:nvPr/>
          </p:nvSpPr>
          <p:spPr>
            <a:xfrm flipH="false" flipV="false" rot="0">
              <a:off x="0" y="0"/>
              <a:ext cx="1565634" cy="303933"/>
            </a:xfrm>
            <a:custGeom>
              <a:avLst/>
              <a:gdLst/>
              <a:ahLst/>
              <a:cxnLst/>
              <a:rect r="r" b="b" t="t" l="l"/>
              <a:pathLst>
                <a:path h="303933" w="1565634">
                  <a:moveTo>
                    <a:pt x="0" y="0"/>
                  </a:moveTo>
                  <a:lnTo>
                    <a:pt x="1565634" y="0"/>
                  </a:lnTo>
                  <a:lnTo>
                    <a:pt x="1565634" y="303933"/>
                  </a:lnTo>
                  <a:lnTo>
                    <a:pt x="0" y="303933"/>
                  </a:lnTo>
                  <a:close/>
                </a:path>
              </a:pathLst>
            </a:custGeom>
            <a:solidFill>
              <a:srgbClr val="C90000"/>
            </a:solidFill>
            <a:ln w="38100" cap="sq">
              <a:solidFill>
                <a:srgbClr val="000000"/>
              </a:solidFill>
              <a:prstDash val="solid"/>
              <a:miter/>
            </a:ln>
          </p:spPr>
        </p:sp>
        <p:sp>
          <p:nvSpPr>
            <p:cNvPr name="TextBox 48" id="48"/>
            <p:cNvSpPr txBox="true"/>
            <p:nvPr/>
          </p:nvSpPr>
          <p:spPr>
            <a:xfrm>
              <a:off x="0" y="-28575"/>
              <a:ext cx="1565634" cy="332508"/>
            </a:xfrm>
            <a:prstGeom prst="rect">
              <a:avLst/>
            </a:prstGeom>
          </p:spPr>
          <p:txBody>
            <a:bodyPr anchor="ctr" rtlCol="false" tIns="50800" lIns="50800" bIns="50800" rIns="50800"/>
            <a:lstStyle/>
            <a:p>
              <a:pPr algn="ctr">
                <a:lnSpc>
                  <a:spcPts val="2380"/>
                </a:lnSpc>
              </a:pPr>
            </a:p>
          </p:txBody>
        </p:sp>
      </p:grpSp>
      <p:grpSp>
        <p:nvGrpSpPr>
          <p:cNvPr name="Group 49" id="49"/>
          <p:cNvGrpSpPr/>
          <p:nvPr/>
        </p:nvGrpSpPr>
        <p:grpSpPr>
          <a:xfrm rot="0">
            <a:off x="-472781" y="846876"/>
            <a:ext cx="7932394" cy="854037"/>
            <a:chOff x="0" y="0"/>
            <a:chExt cx="2089190" cy="224932"/>
          </a:xfrm>
        </p:grpSpPr>
        <p:sp>
          <p:nvSpPr>
            <p:cNvPr name="Freeform 50" id="50"/>
            <p:cNvSpPr/>
            <p:nvPr/>
          </p:nvSpPr>
          <p:spPr>
            <a:xfrm flipH="false" flipV="false" rot="0">
              <a:off x="0" y="0"/>
              <a:ext cx="2089190" cy="224932"/>
            </a:xfrm>
            <a:custGeom>
              <a:avLst/>
              <a:gdLst/>
              <a:ahLst/>
              <a:cxnLst/>
              <a:rect r="r" b="b" t="t" l="l"/>
              <a:pathLst>
                <a:path h="224932" w="2089190">
                  <a:moveTo>
                    <a:pt x="97599" y="0"/>
                  </a:moveTo>
                  <a:lnTo>
                    <a:pt x="1991592" y="0"/>
                  </a:lnTo>
                  <a:cubicBezTo>
                    <a:pt x="2017476" y="0"/>
                    <a:pt x="2042301" y="10283"/>
                    <a:pt x="2060604" y="28586"/>
                  </a:cubicBezTo>
                  <a:cubicBezTo>
                    <a:pt x="2078908" y="46889"/>
                    <a:pt x="2089190" y="71714"/>
                    <a:pt x="2089190" y="97599"/>
                  </a:cubicBezTo>
                  <a:lnTo>
                    <a:pt x="2089190" y="127333"/>
                  </a:lnTo>
                  <a:cubicBezTo>
                    <a:pt x="2089190" y="153218"/>
                    <a:pt x="2078908" y="178042"/>
                    <a:pt x="2060604" y="196346"/>
                  </a:cubicBezTo>
                  <a:cubicBezTo>
                    <a:pt x="2042301" y="214649"/>
                    <a:pt x="2017476" y="224932"/>
                    <a:pt x="1991592" y="224932"/>
                  </a:cubicBezTo>
                  <a:lnTo>
                    <a:pt x="97599" y="224932"/>
                  </a:lnTo>
                  <a:cubicBezTo>
                    <a:pt x="71714" y="224932"/>
                    <a:pt x="46889" y="214649"/>
                    <a:pt x="28586" y="196346"/>
                  </a:cubicBezTo>
                  <a:cubicBezTo>
                    <a:pt x="10283" y="178042"/>
                    <a:pt x="0" y="153218"/>
                    <a:pt x="0" y="127333"/>
                  </a:cubicBezTo>
                  <a:lnTo>
                    <a:pt x="0" y="97599"/>
                  </a:lnTo>
                  <a:cubicBezTo>
                    <a:pt x="0" y="71714"/>
                    <a:pt x="10283" y="46889"/>
                    <a:pt x="28586" y="28586"/>
                  </a:cubicBezTo>
                  <a:cubicBezTo>
                    <a:pt x="46889" y="10283"/>
                    <a:pt x="71714" y="0"/>
                    <a:pt x="97599" y="0"/>
                  </a:cubicBezTo>
                  <a:close/>
                </a:path>
              </a:pathLst>
            </a:custGeom>
            <a:solidFill>
              <a:srgbClr val="457A00"/>
            </a:solidFill>
          </p:spPr>
        </p:sp>
        <p:sp>
          <p:nvSpPr>
            <p:cNvPr name="TextBox 51" id="51"/>
            <p:cNvSpPr txBox="true"/>
            <p:nvPr/>
          </p:nvSpPr>
          <p:spPr>
            <a:xfrm>
              <a:off x="0" y="-28575"/>
              <a:ext cx="2089190" cy="253507"/>
            </a:xfrm>
            <a:prstGeom prst="rect">
              <a:avLst/>
            </a:prstGeom>
          </p:spPr>
          <p:txBody>
            <a:bodyPr anchor="ctr" rtlCol="false" tIns="50800" lIns="50800" bIns="50800" rIns="50800"/>
            <a:lstStyle/>
            <a:p>
              <a:pPr algn="ctr">
                <a:lnSpc>
                  <a:spcPts val="2380"/>
                </a:lnSpc>
              </a:pPr>
            </a:p>
          </p:txBody>
        </p:sp>
      </p:grpSp>
      <p:sp>
        <p:nvSpPr>
          <p:cNvPr name="TextBox 52" id="52"/>
          <p:cNvSpPr txBox="true"/>
          <p:nvPr/>
        </p:nvSpPr>
        <p:spPr>
          <a:xfrm rot="0">
            <a:off x="215808" y="912516"/>
            <a:ext cx="7097804" cy="788397"/>
          </a:xfrm>
          <a:prstGeom prst="rect">
            <a:avLst/>
          </a:prstGeom>
        </p:spPr>
        <p:txBody>
          <a:bodyPr anchor="t" rtlCol="false" tIns="0" lIns="0" bIns="0" rIns="0">
            <a:spAutoFit/>
          </a:bodyPr>
          <a:lstStyle/>
          <a:p>
            <a:pPr algn="ctr">
              <a:lnSpc>
                <a:spcPts val="5705"/>
              </a:lnSpc>
            </a:pPr>
            <a:r>
              <a:rPr lang="en-US" sz="5186" b="true">
                <a:solidFill>
                  <a:srgbClr val="FFFFFF"/>
                </a:solidFill>
                <a:latin typeface="Poppins Bold"/>
                <a:ea typeface="Poppins Bold"/>
                <a:cs typeface="Poppins Bold"/>
                <a:sym typeface="Poppins Bold"/>
              </a:rPr>
              <a:t>AKUN MEDIA SOSIAL</a:t>
            </a:r>
          </a:p>
        </p:txBody>
      </p:sp>
      <p:sp>
        <p:nvSpPr>
          <p:cNvPr name="TextBox 53" id="53"/>
          <p:cNvSpPr txBox="true"/>
          <p:nvPr/>
        </p:nvSpPr>
        <p:spPr>
          <a:xfrm rot="0">
            <a:off x="16647614" y="9421254"/>
            <a:ext cx="588913"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27</a:t>
            </a:r>
          </a:p>
        </p:txBody>
      </p:sp>
      <p:sp>
        <p:nvSpPr>
          <p:cNvPr name="TextBox 54" id="54"/>
          <p:cNvSpPr txBox="true"/>
          <p:nvPr/>
        </p:nvSpPr>
        <p:spPr>
          <a:xfrm rot="0">
            <a:off x="5127502" y="2903786"/>
            <a:ext cx="8383178" cy="1008033"/>
          </a:xfrm>
          <a:prstGeom prst="rect">
            <a:avLst/>
          </a:prstGeom>
        </p:spPr>
        <p:txBody>
          <a:bodyPr anchor="t" rtlCol="false" tIns="0" lIns="0" bIns="0" rIns="0">
            <a:spAutoFit/>
          </a:bodyPr>
          <a:lstStyle/>
          <a:p>
            <a:pPr algn="ctr">
              <a:lnSpc>
                <a:spcPts val="7225"/>
              </a:lnSpc>
            </a:pPr>
            <a:r>
              <a:rPr lang="en-US" sz="6569" b="true">
                <a:solidFill>
                  <a:srgbClr val="FFFFFF"/>
                </a:solidFill>
                <a:latin typeface="Poppins Bold"/>
                <a:ea typeface="Poppins Bold"/>
                <a:cs typeface="Poppins Bold"/>
                <a:sym typeface="Poppins Bold"/>
              </a:rPr>
              <a:t>Instagram</a:t>
            </a:r>
          </a:p>
        </p:txBody>
      </p:sp>
      <p:grpSp>
        <p:nvGrpSpPr>
          <p:cNvPr name="Group 55" id="55"/>
          <p:cNvGrpSpPr/>
          <p:nvPr/>
        </p:nvGrpSpPr>
        <p:grpSpPr>
          <a:xfrm rot="0">
            <a:off x="11403993" y="4546917"/>
            <a:ext cx="825815" cy="845064"/>
            <a:chOff x="0" y="0"/>
            <a:chExt cx="217499" cy="222568"/>
          </a:xfrm>
        </p:grpSpPr>
        <p:sp>
          <p:nvSpPr>
            <p:cNvPr name="Freeform 56" id="56"/>
            <p:cNvSpPr/>
            <p:nvPr/>
          </p:nvSpPr>
          <p:spPr>
            <a:xfrm flipH="false" flipV="false" rot="0">
              <a:off x="0" y="0"/>
              <a:ext cx="217499" cy="222568"/>
            </a:xfrm>
            <a:custGeom>
              <a:avLst/>
              <a:gdLst/>
              <a:ahLst/>
              <a:cxnLst/>
              <a:rect r="r" b="b" t="t" l="l"/>
              <a:pathLst>
                <a:path h="222568" w="217499">
                  <a:moveTo>
                    <a:pt x="0" y="0"/>
                  </a:moveTo>
                  <a:lnTo>
                    <a:pt x="217499" y="0"/>
                  </a:lnTo>
                  <a:lnTo>
                    <a:pt x="217499" y="222568"/>
                  </a:lnTo>
                  <a:lnTo>
                    <a:pt x="0" y="222568"/>
                  </a:lnTo>
                  <a:close/>
                </a:path>
              </a:pathLst>
            </a:custGeom>
            <a:solidFill>
              <a:srgbClr val="C90000"/>
            </a:solidFill>
            <a:ln w="38100" cap="sq">
              <a:solidFill>
                <a:srgbClr val="000000"/>
              </a:solidFill>
              <a:prstDash val="solid"/>
              <a:miter/>
            </a:ln>
          </p:spPr>
        </p:sp>
        <p:sp>
          <p:nvSpPr>
            <p:cNvPr name="TextBox 57" id="57"/>
            <p:cNvSpPr txBox="true"/>
            <p:nvPr/>
          </p:nvSpPr>
          <p:spPr>
            <a:xfrm>
              <a:off x="0" y="-28575"/>
              <a:ext cx="217499" cy="251143"/>
            </a:xfrm>
            <a:prstGeom prst="rect">
              <a:avLst/>
            </a:prstGeom>
          </p:spPr>
          <p:txBody>
            <a:bodyPr anchor="ctr" rtlCol="false" tIns="50800" lIns="50800" bIns="50800" rIns="50800"/>
            <a:lstStyle/>
            <a:p>
              <a:pPr algn="ctr">
                <a:lnSpc>
                  <a:spcPts val="2380"/>
                </a:lnSpc>
              </a:pPr>
            </a:p>
          </p:txBody>
        </p:sp>
      </p:grpSp>
      <p:sp>
        <p:nvSpPr>
          <p:cNvPr name="TextBox 58" id="58"/>
          <p:cNvSpPr txBox="true"/>
          <p:nvPr/>
        </p:nvSpPr>
        <p:spPr>
          <a:xfrm rot="0">
            <a:off x="6037266" y="4111844"/>
            <a:ext cx="11559268" cy="1376808"/>
          </a:xfrm>
          <a:prstGeom prst="rect">
            <a:avLst/>
          </a:prstGeom>
        </p:spPr>
        <p:txBody>
          <a:bodyPr anchor="t" rtlCol="false" tIns="0" lIns="0" bIns="0" rIns="0">
            <a:spAutoFit/>
          </a:bodyPr>
          <a:lstStyle/>
          <a:p>
            <a:pPr algn="ctr">
              <a:lnSpc>
                <a:spcPts val="9963"/>
              </a:lnSpc>
            </a:pPr>
            <a:r>
              <a:rPr lang="en-US" sz="9057" b="true">
                <a:solidFill>
                  <a:srgbClr val="FFFFFF"/>
                </a:solidFill>
                <a:latin typeface="Poppins Bold"/>
                <a:ea typeface="Poppins Bold"/>
                <a:cs typeface="Poppins Bold"/>
                <a:sym typeface="Poppins Bold"/>
              </a:rPr>
              <a:t>1</a:t>
            </a:r>
          </a:p>
        </p:txBody>
      </p:sp>
      <p:grpSp>
        <p:nvGrpSpPr>
          <p:cNvPr name="Group 59" id="59"/>
          <p:cNvGrpSpPr/>
          <p:nvPr/>
        </p:nvGrpSpPr>
        <p:grpSpPr>
          <a:xfrm rot="0">
            <a:off x="13510680" y="6151074"/>
            <a:ext cx="825815" cy="845064"/>
            <a:chOff x="0" y="0"/>
            <a:chExt cx="217499" cy="222568"/>
          </a:xfrm>
        </p:grpSpPr>
        <p:sp>
          <p:nvSpPr>
            <p:cNvPr name="Freeform 60" id="60"/>
            <p:cNvSpPr/>
            <p:nvPr/>
          </p:nvSpPr>
          <p:spPr>
            <a:xfrm flipH="false" flipV="false" rot="0">
              <a:off x="0" y="0"/>
              <a:ext cx="217499" cy="222568"/>
            </a:xfrm>
            <a:custGeom>
              <a:avLst/>
              <a:gdLst/>
              <a:ahLst/>
              <a:cxnLst/>
              <a:rect r="r" b="b" t="t" l="l"/>
              <a:pathLst>
                <a:path h="222568" w="217499">
                  <a:moveTo>
                    <a:pt x="0" y="0"/>
                  </a:moveTo>
                  <a:lnTo>
                    <a:pt x="217499" y="0"/>
                  </a:lnTo>
                  <a:lnTo>
                    <a:pt x="217499" y="222568"/>
                  </a:lnTo>
                  <a:lnTo>
                    <a:pt x="0" y="222568"/>
                  </a:lnTo>
                  <a:close/>
                </a:path>
              </a:pathLst>
            </a:custGeom>
            <a:solidFill>
              <a:srgbClr val="C90000"/>
            </a:solidFill>
            <a:ln w="38100" cap="sq">
              <a:solidFill>
                <a:srgbClr val="000000"/>
              </a:solidFill>
              <a:prstDash val="solid"/>
              <a:miter/>
            </a:ln>
          </p:spPr>
        </p:sp>
        <p:sp>
          <p:nvSpPr>
            <p:cNvPr name="TextBox 61" id="61"/>
            <p:cNvSpPr txBox="true"/>
            <p:nvPr/>
          </p:nvSpPr>
          <p:spPr>
            <a:xfrm>
              <a:off x="0" y="-28575"/>
              <a:ext cx="217499" cy="251143"/>
            </a:xfrm>
            <a:prstGeom prst="rect">
              <a:avLst/>
            </a:prstGeom>
          </p:spPr>
          <p:txBody>
            <a:bodyPr anchor="ctr" rtlCol="false" tIns="50800" lIns="50800" bIns="50800" rIns="50800"/>
            <a:lstStyle/>
            <a:p>
              <a:pPr algn="ctr">
                <a:lnSpc>
                  <a:spcPts val="2380"/>
                </a:lnSpc>
              </a:pPr>
            </a:p>
          </p:txBody>
        </p:sp>
      </p:grpSp>
      <p:sp>
        <p:nvSpPr>
          <p:cNvPr name="TextBox 62" id="62"/>
          <p:cNvSpPr txBox="true"/>
          <p:nvPr/>
        </p:nvSpPr>
        <p:spPr>
          <a:xfrm rot="0">
            <a:off x="8143954" y="5688677"/>
            <a:ext cx="11559268" cy="1376808"/>
          </a:xfrm>
          <a:prstGeom prst="rect">
            <a:avLst/>
          </a:prstGeom>
        </p:spPr>
        <p:txBody>
          <a:bodyPr anchor="t" rtlCol="false" tIns="0" lIns="0" bIns="0" rIns="0">
            <a:spAutoFit/>
          </a:bodyPr>
          <a:lstStyle/>
          <a:p>
            <a:pPr algn="ctr">
              <a:lnSpc>
                <a:spcPts val="9963"/>
              </a:lnSpc>
            </a:pPr>
            <a:r>
              <a:rPr lang="en-US" sz="9057" b="true">
                <a:solidFill>
                  <a:srgbClr val="FFFFFF"/>
                </a:solidFill>
                <a:latin typeface="Poppins Bold"/>
                <a:ea typeface="Poppins Bold"/>
                <a:cs typeface="Poppins Bold"/>
                <a:sym typeface="Poppins Bold"/>
              </a:rPr>
              <a:t>2</a:t>
            </a:r>
          </a:p>
        </p:txBody>
      </p:sp>
      <p:grpSp>
        <p:nvGrpSpPr>
          <p:cNvPr name="Group 63" id="63"/>
          <p:cNvGrpSpPr/>
          <p:nvPr/>
        </p:nvGrpSpPr>
        <p:grpSpPr>
          <a:xfrm rot="0">
            <a:off x="11403993" y="7682471"/>
            <a:ext cx="825815" cy="845064"/>
            <a:chOff x="0" y="0"/>
            <a:chExt cx="217499" cy="222568"/>
          </a:xfrm>
        </p:grpSpPr>
        <p:sp>
          <p:nvSpPr>
            <p:cNvPr name="Freeform 64" id="64"/>
            <p:cNvSpPr/>
            <p:nvPr/>
          </p:nvSpPr>
          <p:spPr>
            <a:xfrm flipH="false" flipV="false" rot="0">
              <a:off x="0" y="0"/>
              <a:ext cx="217499" cy="222568"/>
            </a:xfrm>
            <a:custGeom>
              <a:avLst/>
              <a:gdLst/>
              <a:ahLst/>
              <a:cxnLst/>
              <a:rect r="r" b="b" t="t" l="l"/>
              <a:pathLst>
                <a:path h="222568" w="217499">
                  <a:moveTo>
                    <a:pt x="0" y="0"/>
                  </a:moveTo>
                  <a:lnTo>
                    <a:pt x="217499" y="0"/>
                  </a:lnTo>
                  <a:lnTo>
                    <a:pt x="217499" y="222568"/>
                  </a:lnTo>
                  <a:lnTo>
                    <a:pt x="0" y="222568"/>
                  </a:lnTo>
                  <a:close/>
                </a:path>
              </a:pathLst>
            </a:custGeom>
            <a:solidFill>
              <a:srgbClr val="C90000"/>
            </a:solidFill>
            <a:ln w="38100" cap="sq">
              <a:solidFill>
                <a:srgbClr val="000000"/>
              </a:solidFill>
              <a:prstDash val="solid"/>
              <a:miter/>
            </a:ln>
          </p:spPr>
        </p:sp>
        <p:sp>
          <p:nvSpPr>
            <p:cNvPr name="TextBox 65" id="65"/>
            <p:cNvSpPr txBox="true"/>
            <p:nvPr/>
          </p:nvSpPr>
          <p:spPr>
            <a:xfrm>
              <a:off x="0" y="-28575"/>
              <a:ext cx="217499" cy="251143"/>
            </a:xfrm>
            <a:prstGeom prst="rect">
              <a:avLst/>
            </a:prstGeom>
          </p:spPr>
          <p:txBody>
            <a:bodyPr anchor="ctr" rtlCol="false" tIns="50800" lIns="50800" bIns="50800" rIns="50800"/>
            <a:lstStyle/>
            <a:p>
              <a:pPr algn="ctr">
                <a:lnSpc>
                  <a:spcPts val="2380"/>
                </a:lnSpc>
              </a:pPr>
            </a:p>
          </p:txBody>
        </p:sp>
      </p:grpSp>
      <p:sp>
        <p:nvSpPr>
          <p:cNvPr name="TextBox 66" id="66"/>
          <p:cNvSpPr txBox="true"/>
          <p:nvPr/>
        </p:nvSpPr>
        <p:spPr>
          <a:xfrm rot="0">
            <a:off x="6073057" y="7265509"/>
            <a:ext cx="11559268" cy="1376808"/>
          </a:xfrm>
          <a:prstGeom prst="rect">
            <a:avLst/>
          </a:prstGeom>
        </p:spPr>
        <p:txBody>
          <a:bodyPr anchor="t" rtlCol="false" tIns="0" lIns="0" bIns="0" rIns="0">
            <a:spAutoFit/>
          </a:bodyPr>
          <a:lstStyle/>
          <a:p>
            <a:pPr algn="ctr">
              <a:lnSpc>
                <a:spcPts val="9963"/>
              </a:lnSpc>
            </a:pPr>
            <a:r>
              <a:rPr lang="en-US" sz="9057" b="true">
                <a:solidFill>
                  <a:srgbClr val="FFFFFF"/>
                </a:solidFill>
                <a:latin typeface="Poppins Bold"/>
                <a:ea typeface="Poppins Bold"/>
                <a:cs typeface="Poppins Bold"/>
                <a:sym typeface="Poppins Bold"/>
              </a:rPr>
              <a:t>3</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105647"/>
            <a:ext cx="18765260" cy="10363947"/>
          </a:xfrm>
          <a:custGeom>
            <a:avLst/>
            <a:gdLst/>
            <a:ahLst/>
            <a:cxnLst/>
            <a:rect r="r" b="b" t="t" l="l"/>
            <a:pathLst>
              <a:path h="10363947" w="18765260">
                <a:moveTo>
                  <a:pt x="0" y="0"/>
                </a:moveTo>
                <a:lnTo>
                  <a:pt x="18765260" y="0"/>
                </a:lnTo>
                <a:lnTo>
                  <a:pt x="18765260" y="10363947"/>
                </a:lnTo>
                <a:lnTo>
                  <a:pt x="0" y="10363947"/>
                </a:lnTo>
                <a:lnTo>
                  <a:pt x="0" y="0"/>
                </a:lnTo>
                <a:close/>
              </a:path>
            </a:pathLst>
          </a:custGeom>
          <a:blipFill>
            <a:blip r:embed="rId2">
              <a:alphaModFix amt="43999"/>
            </a:blip>
            <a:stretch>
              <a:fillRect l="-5881" t="-7598" r="0" b="-19889"/>
            </a:stretch>
          </a:blipFill>
        </p:spPr>
      </p:sp>
      <p:grpSp>
        <p:nvGrpSpPr>
          <p:cNvPr name="Group 3" id="3"/>
          <p:cNvGrpSpPr/>
          <p:nvPr/>
        </p:nvGrpSpPr>
        <p:grpSpPr>
          <a:xfrm rot="0">
            <a:off x="-621312" y="-1105647"/>
            <a:ext cx="19386571" cy="10070483"/>
            <a:chOff x="0" y="0"/>
            <a:chExt cx="5105928" cy="2652308"/>
          </a:xfrm>
        </p:grpSpPr>
        <p:sp>
          <p:nvSpPr>
            <p:cNvPr name="Freeform 4" id="4"/>
            <p:cNvSpPr/>
            <p:nvPr/>
          </p:nvSpPr>
          <p:spPr>
            <a:xfrm flipH="false" flipV="false" rot="0">
              <a:off x="0" y="0"/>
              <a:ext cx="5105928" cy="2652308"/>
            </a:xfrm>
            <a:custGeom>
              <a:avLst/>
              <a:gdLst/>
              <a:ahLst/>
              <a:cxnLst/>
              <a:rect r="r" b="b" t="t" l="l"/>
              <a:pathLst>
                <a:path h="2652308" w="5105928">
                  <a:moveTo>
                    <a:pt x="39934" y="0"/>
                  </a:moveTo>
                  <a:lnTo>
                    <a:pt x="5065994" y="0"/>
                  </a:lnTo>
                  <a:cubicBezTo>
                    <a:pt x="5076585" y="0"/>
                    <a:pt x="5086743" y="4207"/>
                    <a:pt x="5094232" y="11697"/>
                  </a:cubicBezTo>
                  <a:cubicBezTo>
                    <a:pt x="5101721" y="19186"/>
                    <a:pt x="5105928" y="29343"/>
                    <a:pt x="5105928" y="39934"/>
                  </a:cubicBezTo>
                  <a:lnTo>
                    <a:pt x="5105928" y="2612374"/>
                  </a:lnTo>
                  <a:cubicBezTo>
                    <a:pt x="5105928" y="2634429"/>
                    <a:pt x="5088049" y="2652308"/>
                    <a:pt x="5065994" y="2652308"/>
                  </a:cubicBezTo>
                  <a:lnTo>
                    <a:pt x="39934" y="2652308"/>
                  </a:lnTo>
                  <a:cubicBezTo>
                    <a:pt x="29343" y="2652308"/>
                    <a:pt x="19186" y="2648101"/>
                    <a:pt x="11697" y="2640612"/>
                  </a:cubicBezTo>
                  <a:cubicBezTo>
                    <a:pt x="4207" y="2633123"/>
                    <a:pt x="0" y="2622965"/>
                    <a:pt x="0" y="2612374"/>
                  </a:cubicBezTo>
                  <a:lnTo>
                    <a:pt x="0" y="39934"/>
                  </a:lnTo>
                  <a:cubicBezTo>
                    <a:pt x="0" y="29343"/>
                    <a:pt x="4207" y="19186"/>
                    <a:pt x="11697" y="11697"/>
                  </a:cubicBezTo>
                  <a:cubicBezTo>
                    <a:pt x="19186" y="4207"/>
                    <a:pt x="29343" y="0"/>
                    <a:pt x="39934" y="0"/>
                  </a:cubicBezTo>
                  <a:close/>
                </a:path>
              </a:pathLst>
            </a:custGeom>
            <a:solidFill>
              <a:srgbClr val="FFFFFF">
                <a:alpha val="60000"/>
              </a:srgbClr>
            </a:solidFill>
            <a:ln w="76200" cap="rnd">
              <a:gradFill>
                <a:gsLst>
                  <a:gs pos="0">
                    <a:srgbClr val="FFFCFC">
                      <a:alpha val="0"/>
                    </a:srgbClr>
                  </a:gs>
                  <a:gs pos="100000">
                    <a:srgbClr val="FFD21F">
                      <a:alpha val="60000"/>
                    </a:srgbClr>
                  </a:gs>
                </a:gsLst>
                <a:lin ang="5400000"/>
              </a:gradFill>
              <a:prstDash val="solid"/>
              <a:round/>
            </a:ln>
          </p:spPr>
        </p:sp>
        <p:sp>
          <p:nvSpPr>
            <p:cNvPr name="TextBox 5" id="5"/>
            <p:cNvSpPr txBox="true"/>
            <p:nvPr/>
          </p:nvSpPr>
          <p:spPr>
            <a:xfrm>
              <a:off x="0" y="0"/>
              <a:ext cx="5105928" cy="2652308"/>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pic>
        <p:nvPicPr>
          <p:cNvPr name="Picture 30" id="30"/>
          <p:cNvPicPr>
            <a:picLocks noChangeAspect="true"/>
          </p:cNvPicPr>
          <p:nvPr/>
        </p:nvPicPr>
        <p:blipFill>
          <a:blip r:embed="rId3"/>
          <a:stretch>
            <a:fillRect/>
          </a:stretch>
        </p:blipFill>
        <p:spPr>
          <a:xfrm rot="0">
            <a:off x="3185930" y="1274679"/>
            <a:ext cx="4657336" cy="8156197"/>
          </a:xfrm>
          <a:prstGeom prst="rect">
            <a:avLst/>
          </a:prstGeom>
        </p:spPr>
      </p:pic>
      <p:grpSp>
        <p:nvGrpSpPr>
          <p:cNvPr name="Group 31" id="31"/>
          <p:cNvGrpSpPr/>
          <p:nvPr/>
        </p:nvGrpSpPr>
        <p:grpSpPr>
          <a:xfrm rot="0">
            <a:off x="7396366" y="4739483"/>
            <a:ext cx="3343651" cy="791489"/>
            <a:chOff x="0" y="0"/>
            <a:chExt cx="880632" cy="208458"/>
          </a:xfrm>
        </p:grpSpPr>
        <p:sp>
          <p:nvSpPr>
            <p:cNvPr name="Freeform 32" id="32"/>
            <p:cNvSpPr/>
            <p:nvPr/>
          </p:nvSpPr>
          <p:spPr>
            <a:xfrm flipH="false" flipV="false" rot="0">
              <a:off x="0" y="0"/>
              <a:ext cx="880632" cy="208458"/>
            </a:xfrm>
            <a:custGeom>
              <a:avLst/>
              <a:gdLst/>
              <a:ahLst/>
              <a:cxnLst/>
              <a:rect r="r" b="b" t="t" l="l"/>
              <a:pathLst>
                <a:path h="208458" w="880632">
                  <a:moveTo>
                    <a:pt x="0" y="0"/>
                  </a:moveTo>
                  <a:lnTo>
                    <a:pt x="880632" y="0"/>
                  </a:lnTo>
                  <a:lnTo>
                    <a:pt x="880632" y="208458"/>
                  </a:lnTo>
                  <a:lnTo>
                    <a:pt x="0" y="208458"/>
                  </a:lnTo>
                  <a:close/>
                </a:path>
              </a:pathLst>
            </a:custGeom>
            <a:solidFill>
              <a:srgbClr val="C90000"/>
            </a:solidFill>
            <a:ln w="38100" cap="sq">
              <a:solidFill>
                <a:srgbClr val="000000"/>
              </a:solidFill>
              <a:prstDash val="solid"/>
              <a:miter/>
            </a:ln>
          </p:spPr>
        </p:sp>
        <p:sp>
          <p:nvSpPr>
            <p:cNvPr name="TextBox 33" id="33"/>
            <p:cNvSpPr txBox="true"/>
            <p:nvPr/>
          </p:nvSpPr>
          <p:spPr>
            <a:xfrm>
              <a:off x="0" y="-28575"/>
              <a:ext cx="880632" cy="237033"/>
            </a:xfrm>
            <a:prstGeom prst="rect">
              <a:avLst/>
            </a:prstGeom>
          </p:spPr>
          <p:txBody>
            <a:bodyPr anchor="ctr" rtlCol="false" tIns="50800" lIns="50800" bIns="50800" rIns="50800"/>
            <a:lstStyle/>
            <a:p>
              <a:pPr algn="ctr">
                <a:lnSpc>
                  <a:spcPts val="2380"/>
                </a:lnSpc>
              </a:pPr>
            </a:p>
          </p:txBody>
        </p:sp>
      </p:grpSp>
      <p:sp>
        <p:nvSpPr>
          <p:cNvPr name="TextBox 34" id="34"/>
          <p:cNvSpPr txBox="true"/>
          <p:nvPr/>
        </p:nvSpPr>
        <p:spPr>
          <a:xfrm rot="-27989">
            <a:off x="8111367" y="4898480"/>
            <a:ext cx="1913648" cy="624713"/>
          </a:xfrm>
          <a:prstGeom prst="rect">
            <a:avLst/>
          </a:prstGeom>
        </p:spPr>
        <p:txBody>
          <a:bodyPr anchor="t" rtlCol="false" tIns="0" lIns="0" bIns="0" rIns="0">
            <a:spAutoFit/>
          </a:bodyPr>
          <a:lstStyle/>
          <a:p>
            <a:pPr algn="ctr">
              <a:lnSpc>
                <a:spcPts val="4520"/>
              </a:lnSpc>
            </a:pPr>
            <a:r>
              <a:rPr lang="en-US" sz="4109" b="true">
                <a:solidFill>
                  <a:srgbClr val="FFFFFF"/>
                </a:solidFill>
                <a:latin typeface="Poppins Bold"/>
                <a:ea typeface="Poppins Bold"/>
                <a:cs typeface="Poppins Bold"/>
                <a:sym typeface="Poppins Bold"/>
              </a:rPr>
              <a:t>TikTok</a:t>
            </a:r>
          </a:p>
        </p:txBody>
      </p:sp>
      <p:sp>
        <p:nvSpPr>
          <p:cNvPr name="Freeform 35" id="35"/>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6" id="36"/>
          <p:cNvGrpSpPr/>
          <p:nvPr/>
        </p:nvGrpSpPr>
        <p:grpSpPr>
          <a:xfrm rot="0">
            <a:off x="11787427" y="457984"/>
            <a:ext cx="6232956" cy="533984"/>
            <a:chOff x="0" y="0"/>
            <a:chExt cx="3154180" cy="270222"/>
          </a:xfrm>
        </p:grpSpPr>
        <p:sp>
          <p:nvSpPr>
            <p:cNvPr name="Freeform 37" id="37"/>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8" id="38"/>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9" id="39"/>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6"/>
            <a:stretch>
              <a:fillRect l="-3671" t="0" r="-3671" b="0"/>
            </a:stretch>
          </a:blipFill>
        </p:spPr>
      </p:sp>
      <p:sp>
        <p:nvSpPr>
          <p:cNvPr name="Freeform 40" id="40"/>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7"/>
            <a:stretch>
              <a:fillRect l="-3671" t="0" r="-3671" b="0"/>
            </a:stretch>
          </a:blipFill>
        </p:spPr>
      </p:sp>
      <p:sp>
        <p:nvSpPr>
          <p:cNvPr name="Freeform 41" id="41"/>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8"/>
            <a:stretch>
              <a:fillRect l="-3671" t="0" r="-3671" b="0"/>
            </a:stretch>
          </a:blipFill>
        </p:spPr>
      </p:sp>
      <p:sp>
        <p:nvSpPr>
          <p:cNvPr name="Freeform 42" id="42"/>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9"/>
            <a:stretch>
              <a:fillRect l="-3671" t="0" r="-3671" b="0"/>
            </a:stretch>
          </a:blipFill>
        </p:spPr>
      </p:sp>
      <p:sp>
        <p:nvSpPr>
          <p:cNvPr name="Freeform 43" id="43"/>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0"/>
            <a:stretch>
              <a:fillRect l="0" t="-1456" r="0" b="-566"/>
            </a:stretch>
          </a:blipFill>
        </p:spPr>
      </p:sp>
      <p:sp>
        <p:nvSpPr>
          <p:cNvPr name="Freeform 44" id="44"/>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1"/>
            <a:stretch>
              <a:fillRect l="0" t="-552" r="0" b="-552"/>
            </a:stretch>
          </a:blipFill>
        </p:spPr>
      </p:sp>
      <p:sp>
        <p:nvSpPr>
          <p:cNvPr name="Freeform 45" id="45"/>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2"/>
            <a:stretch>
              <a:fillRect l="0" t="0" r="-5929" b="0"/>
            </a:stretch>
          </a:blipFill>
        </p:spPr>
      </p:sp>
      <p:pic>
        <p:nvPicPr>
          <p:cNvPr name="Picture 46" id="46"/>
          <p:cNvPicPr>
            <a:picLocks noChangeAspect="true"/>
          </p:cNvPicPr>
          <p:nvPr/>
        </p:nvPicPr>
        <p:blipFill>
          <a:blip r:embed="rId13"/>
          <a:stretch>
            <a:fillRect/>
          </a:stretch>
        </p:blipFill>
        <p:spPr>
          <a:xfrm rot="0">
            <a:off x="10293117" y="1274679"/>
            <a:ext cx="4657336" cy="8156197"/>
          </a:xfrm>
          <a:prstGeom prst="rect">
            <a:avLst/>
          </a:prstGeom>
        </p:spPr>
      </p:pic>
      <p:sp>
        <p:nvSpPr>
          <p:cNvPr name="TextBox 47" id="47"/>
          <p:cNvSpPr txBox="true"/>
          <p:nvPr/>
        </p:nvSpPr>
        <p:spPr>
          <a:xfrm rot="0">
            <a:off x="16617551" y="9421254"/>
            <a:ext cx="649039"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28</a:t>
            </a:r>
          </a:p>
        </p:txBody>
      </p:sp>
      <p:grpSp>
        <p:nvGrpSpPr>
          <p:cNvPr name="Group 48" id="48"/>
          <p:cNvGrpSpPr/>
          <p:nvPr/>
        </p:nvGrpSpPr>
        <p:grpSpPr>
          <a:xfrm rot="0">
            <a:off x="-472781" y="846876"/>
            <a:ext cx="7932394" cy="854037"/>
            <a:chOff x="0" y="0"/>
            <a:chExt cx="2089190" cy="224932"/>
          </a:xfrm>
        </p:grpSpPr>
        <p:sp>
          <p:nvSpPr>
            <p:cNvPr name="Freeform 49" id="49"/>
            <p:cNvSpPr/>
            <p:nvPr/>
          </p:nvSpPr>
          <p:spPr>
            <a:xfrm flipH="false" flipV="false" rot="0">
              <a:off x="0" y="0"/>
              <a:ext cx="2089190" cy="224932"/>
            </a:xfrm>
            <a:custGeom>
              <a:avLst/>
              <a:gdLst/>
              <a:ahLst/>
              <a:cxnLst/>
              <a:rect r="r" b="b" t="t" l="l"/>
              <a:pathLst>
                <a:path h="224932" w="2089190">
                  <a:moveTo>
                    <a:pt x="97599" y="0"/>
                  </a:moveTo>
                  <a:lnTo>
                    <a:pt x="1991592" y="0"/>
                  </a:lnTo>
                  <a:cubicBezTo>
                    <a:pt x="2017476" y="0"/>
                    <a:pt x="2042301" y="10283"/>
                    <a:pt x="2060604" y="28586"/>
                  </a:cubicBezTo>
                  <a:cubicBezTo>
                    <a:pt x="2078908" y="46889"/>
                    <a:pt x="2089190" y="71714"/>
                    <a:pt x="2089190" y="97599"/>
                  </a:cubicBezTo>
                  <a:lnTo>
                    <a:pt x="2089190" y="127333"/>
                  </a:lnTo>
                  <a:cubicBezTo>
                    <a:pt x="2089190" y="153218"/>
                    <a:pt x="2078908" y="178042"/>
                    <a:pt x="2060604" y="196346"/>
                  </a:cubicBezTo>
                  <a:cubicBezTo>
                    <a:pt x="2042301" y="214649"/>
                    <a:pt x="2017476" y="224932"/>
                    <a:pt x="1991592" y="224932"/>
                  </a:cubicBezTo>
                  <a:lnTo>
                    <a:pt x="97599" y="224932"/>
                  </a:lnTo>
                  <a:cubicBezTo>
                    <a:pt x="71714" y="224932"/>
                    <a:pt x="46889" y="214649"/>
                    <a:pt x="28586" y="196346"/>
                  </a:cubicBezTo>
                  <a:cubicBezTo>
                    <a:pt x="10283" y="178042"/>
                    <a:pt x="0" y="153218"/>
                    <a:pt x="0" y="127333"/>
                  </a:cubicBezTo>
                  <a:lnTo>
                    <a:pt x="0" y="97599"/>
                  </a:lnTo>
                  <a:cubicBezTo>
                    <a:pt x="0" y="71714"/>
                    <a:pt x="10283" y="46889"/>
                    <a:pt x="28586" y="28586"/>
                  </a:cubicBezTo>
                  <a:cubicBezTo>
                    <a:pt x="46889" y="10283"/>
                    <a:pt x="71714" y="0"/>
                    <a:pt x="97599" y="0"/>
                  </a:cubicBezTo>
                  <a:close/>
                </a:path>
              </a:pathLst>
            </a:custGeom>
            <a:solidFill>
              <a:srgbClr val="457A00"/>
            </a:solidFill>
          </p:spPr>
        </p:sp>
        <p:sp>
          <p:nvSpPr>
            <p:cNvPr name="TextBox 50" id="50"/>
            <p:cNvSpPr txBox="true"/>
            <p:nvPr/>
          </p:nvSpPr>
          <p:spPr>
            <a:xfrm>
              <a:off x="0" y="-28575"/>
              <a:ext cx="2089190" cy="253507"/>
            </a:xfrm>
            <a:prstGeom prst="rect">
              <a:avLst/>
            </a:prstGeom>
          </p:spPr>
          <p:txBody>
            <a:bodyPr anchor="ctr" rtlCol="false" tIns="50800" lIns="50800" bIns="50800" rIns="50800"/>
            <a:lstStyle/>
            <a:p>
              <a:pPr algn="ctr">
                <a:lnSpc>
                  <a:spcPts val="2380"/>
                </a:lnSpc>
              </a:pPr>
            </a:p>
          </p:txBody>
        </p:sp>
      </p:grpSp>
      <p:sp>
        <p:nvSpPr>
          <p:cNvPr name="TextBox 51" id="51"/>
          <p:cNvSpPr txBox="true"/>
          <p:nvPr/>
        </p:nvSpPr>
        <p:spPr>
          <a:xfrm rot="0">
            <a:off x="215808" y="912516"/>
            <a:ext cx="7097804" cy="788397"/>
          </a:xfrm>
          <a:prstGeom prst="rect">
            <a:avLst/>
          </a:prstGeom>
        </p:spPr>
        <p:txBody>
          <a:bodyPr anchor="t" rtlCol="false" tIns="0" lIns="0" bIns="0" rIns="0">
            <a:spAutoFit/>
          </a:bodyPr>
          <a:lstStyle/>
          <a:p>
            <a:pPr algn="ctr">
              <a:lnSpc>
                <a:spcPts val="5705"/>
              </a:lnSpc>
            </a:pPr>
            <a:r>
              <a:rPr lang="en-US" sz="5186" b="true">
                <a:solidFill>
                  <a:srgbClr val="FFFFFF"/>
                </a:solidFill>
                <a:latin typeface="Poppins Bold"/>
                <a:ea typeface="Poppins Bold"/>
                <a:cs typeface="Poppins Bold"/>
                <a:sym typeface="Poppins Bold"/>
              </a:rPr>
              <a:t>AKUN MEDIA SOSIAL</a:t>
            </a:r>
          </a:p>
        </p:txBody>
      </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457A00"/>
        </a:solidFill>
      </p:bgPr>
    </p:bg>
    <p:spTree>
      <p:nvGrpSpPr>
        <p:cNvPr id="1" name=""/>
        <p:cNvGrpSpPr/>
        <p:nvPr/>
      </p:nvGrpSpPr>
      <p:grpSpPr>
        <a:xfrm>
          <a:off x="0" y="0"/>
          <a:ext cx="0" cy="0"/>
          <a:chOff x="0" y="0"/>
          <a:chExt cx="0" cy="0"/>
        </a:xfrm>
      </p:grpSpPr>
      <p:sp>
        <p:nvSpPr>
          <p:cNvPr name="Freeform 2" id="2"/>
          <p:cNvSpPr/>
          <p:nvPr/>
        </p:nvSpPr>
        <p:spPr>
          <a:xfrm flipH="false" flipV="false" rot="0">
            <a:off x="-2529753" y="-1207184"/>
            <a:ext cx="21295012" cy="10172021"/>
          </a:xfrm>
          <a:custGeom>
            <a:avLst/>
            <a:gdLst/>
            <a:ahLst/>
            <a:cxnLst/>
            <a:rect r="r" b="b" t="t" l="l"/>
            <a:pathLst>
              <a:path h="10172021" w="21295012">
                <a:moveTo>
                  <a:pt x="0" y="0"/>
                </a:moveTo>
                <a:lnTo>
                  <a:pt x="21295013" y="0"/>
                </a:lnTo>
                <a:lnTo>
                  <a:pt x="21295013" y="10172021"/>
                </a:lnTo>
                <a:lnTo>
                  <a:pt x="0" y="10172021"/>
                </a:lnTo>
                <a:lnTo>
                  <a:pt x="0" y="0"/>
                </a:lnTo>
                <a:close/>
              </a:path>
            </a:pathLst>
          </a:custGeom>
          <a:blipFill>
            <a:blip r:embed="rId2">
              <a:alphaModFix amt="18000"/>
            </a:blip>
            <a:stretch>
              <a:fillRect l="0" t="-23709" r="0" b="-15507"/>
            </a:stretch>
          </a:blipFill>
        </p:spPr>
      </p:sp>
      <p:grpSp>
        <p:nvGrpSpPr>
          <p:cNvPr name="Group 3" id="3"/>
          <p:cNvGrpSpPr/>
          <p:nvPr/>
        </p:nvGrpSpPr>
        <p:grpSpPr>
          <a:xfrm rot="0">
            <a:off x="-621312" y="-114678"/>
            <a:ext cx="19386571" cy="9079514"/>
            <a:chOff x="0" y="0"/>
            <a:chExt cx="5105928" cy="2391312"/>
          </a:xfrm>
        </p:grpSpPr>
        <p:sp>
          <p:nvSpPr>
            <p:cNvPr name="Freeform 4" id="4"/>
            <p:cNvSpPr/>
            <p:nvPr/>
          </p:nvSpPr>
          <p:spPr>
            <a:xfrm flipH="false" flipV="false" rot="0">
              <a:off x="0" y="0"/>
              <a:ext cx="5105928" cy="2391312"/>
            </a:xfrm>
            <a:custGeom>
              <a:avLst/>
              <a:gdLst/>
              <a:ahLst/>
              <a:cxnLst/>
              <a:rect r="r" b="b" t="t" l="l"/>
              <a:pathLst>
                <a:path h="2391312" w="5105928">
                  <a:moveTo>
                    <a:pt x="39934" y="0"/>
                  </a:moveTo>
                  <a:lnTo>
                    <a:pt x="5065994" y="0"/>
                  </a:lnTo>
                  <a:cubicBezTo>
                    <a:pt x="5076585" y="0"/>
                    <a:pt x="5086743" y="4207"/>
                    <a:pt x="5094232" y="11697"/>
                  </a:cubicBezTo>
                  <a:cubicBezTo>
                    <a:pt x="5101721" y="19186"/>
                    <a:pt x="5105928" y="29343"/>
                    <a:pt x="5105928" y="39934"/>
                  </a:cubicBezTo>
                  <a:lnTo>
                    <a:pt x="5105928" y="2351378"/>
                  </a:lnTo>
                  <a:cubicBezTo>
                    <a:pt x="5105928" y="2373433"/>
                    <a:pt x="5088049" y="2391312"/>
                    <a:pt x="5065994" y="2391312"/>
                  </a:cubicBezTo>
                  <a:lnTo>
                    <a:pt x="39934" y="2391312"/>
                  </a:lnTo>
                  <a:cubicBezTo>
                    <a:pt x="29343" y="2391312"/>
                    <a:pt x="19186" y="2387105"/>
                    <a:pt x="11697" y="2379616"/>
                  </a:cubicBezTo>
                  <a:cubicBezTo>
                    <a:pt x="4207" y="2372127"/>
                    <a:pt x="0" y="2361969"/>
                    <a:pt x="0" y="2351378"/>
                  </a:cubicBezTo>
                  <a:lnTo>
                    <a:pt x="0" y="39934"/>
                  </a:lnTo>
                  <a:cubicBezTo>
                    <a:pt x="0" y="29343"/>
                    <a:pt x="4207" y="19186"/>
                    <a:pt x="11697" y="11697"/>
                  </a:cubicBezTo>
                  <a:cubicBezTo>
                    <a:pt x="19186" y="4207"/>
                    <a:pt x="29343" y="0"/>
                    <a:pt x="39934" y="0"/>
                  </a:cubicBezTo>
                  <a:close/>
                </a:path>
              </a:pathLst>
            </a:custGeom>
            <a:solidFill>
              <a:srgbClr val="FFFFFF">
                <a:alpha val="60000"/>
              </a:srgbClr>
            </a:solidFill>
            <a:ln w="76200" cap="rnd">
              <a:gradFill>
                <a:gsLst>
                  <a:gs pos="0">
                    <a:srgbClr val="FFFCFC">
                      <a:alpha val="0"/>
                    </a:srgbClr>
                  </a:gs>
                  <a:gs pos="100000">
                    <a:srgbClr val="FFD21F">
                      <a:alpha val="60000"/>
                    </a:srgbClr>
                  </a:gs>
                </a:gsLst>
                <a:lin ang="5400000"/>
              </a:gradFill>
              <a:prstDash val="solid"/>
              <a:round/>
            </a:ln>
          </p:spPr>
        </p:sp>
        <p:sp>
          <p:nvSpPr>
            <p:cNvPr name="TextBox 5" id="5"/>
            <p:cNvSpPr txBox="true"/>
            <p:nvPr/>
          </p:nvSpPr>
          <p:spPr>
            <a:xfrm>
              <a:off x="0" y="0"/>
              <a:ext cx="5105928" cy="2391312"/>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30" id="30"/>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1" id="31"/>
          <p:cNvGrpSpPr/>
          <p:nvPr/>
        </p:nvGrpSpPr>
        <p:grpSpPr>
          <a:xfrm rot="0">
            <a:off x="11787427" y="457984"/>
            <a:ext cx="6232956" cy="533984"/>
            <a:chOff x="0" y="0"/>
            <a:chExt cx="3154180" cy="270222"/>
          </a:xfrm>
        </p:grpSpPr>
        <p:sp>
          <p:nvSpPr>
            <p:cNvPr name="Freeform 32" id="32"/>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3" id="33"/>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4" id="34"/>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5" id="35"/>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6" id="36"/>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37" id="37"/>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38" id="38"/>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39" id="39"/>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0" id="40"/>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41" id="41"/>
          <p:cNvGrpSpPr/>
          <p:nvPr/>
        </p:nvGrpSpPr>
        <p:grpSpPr>
          <a:xfrm rot="0">
            <a:off x="198159" y="2413694"/>
            <a:ext cx="17891681" cy="5459613"/>
            <a:chOff x="0" y="0"/>
            <a:chExt cx="23855575" cy="7279484"/>
          </a:xfrm>
        </p:grpSpPr>
        <p:sp>
          <p:nvSpPr>
            <p:cNvPr name="Freeform 42" id="42"/>
            <p:cNvSpPr/>
            <p:nvPr/>
          </p:nvSpPr>
          <p:spPr>
            <a:xfrm flipH="false" flipV="false" rot="0">
              <a:off x="0" y="0"/>
              <a:ext cx="5855240" cy="7279484"/>
            </a:xfrm>
            <a:custGeom>
              <a:avLst/>
              <a:gdLst/>
              <a:ahLst/>
              <a:cxnLst/>
              <a:rect r="r" b="b" t="t" l="l"/>
              <a:pathLst>
                <a:path h="7279484" w="5855240">
                  <a:moveTo>
                    <a:pt x="0" y="0"/>
                  </a:moveTo>
                  <a:lnTo>
                    <a:pt x="5855240" y="0"/>
                  </a:lnTo>
                  <a:lnTo>
                    <a:pt x="5855240" y="7279484"/>
                  </a:lnTo>
                  <a:lnTo>
                    <a:pt x="0" y="7279484"/>
                  </a:lnTo>
                  <a:lnTo>
                    <a:pt x="0" y="0"/>
                  </a:lnTo>
                  <a:close/>
                </a:path>
              </a:pathLst>
            </a:custGeom>
            <a:blipFill>
              <a:blip r:embed="rId12"/>
              <a:stretch>
                <a:fillRect l="0" t="-4402" r="0" b="-12275"/>
              </a:stretch>
            </a:blipFill>
            <a:ln w="38100" cap="sq">
              <a:solidFill>
                <a:srgbClr val="000000"/>
              </a:solidFill>
              <a:prstDash val="solid"/>
              <a:miter/>
            </a:ln>
          </p:spPr>
        </p:sp>
        <p:sp>
          <p:nvSpPr>
            <p:cNvPr name="Freeform 43" id="43"/>
            <p:cNvSpPr/>
            <p:nvPr/>
          </p:nvSpPr>
          <p:spPr>
            <a:xfrm flipH="false" flipV="false" rot="0">
              <a:off x="6055461" y="0"/>
              <a:ext cx="5716794" cy="7279484"/>
            </a:xfrm>
            <a:custGeom>
              <a:avLst/>
              <a:gdLst/>
              <a:ahLst/>
              <a:cxnLst/>
              <a:rect r="r" b="b" t="t" l="l"/>
              <a:pathLst>
                <a:path h="7279484" w="5716794">
                  <a:moveTo>
                    <a:pt x="0" y="0"/>
                  </a:moveTo>
                  <a:lnTo>
                    <a:pt x="5716793" y="0"/>
                  </a:lnTo>
                  <a:lnTo>
                    <a:pt x="5716793" y="7279484"/>
                  </a:lnTo>
                  <a:lnTo>
                    <a:pt x="0" y="7279484"/>
                  </a:lnTo>
                  <a:lnTo>
                    <a:pt x="0" y="0"/>
                  </a:lnTo>
                  <a:close/>
                </a:path>
              </a:pathLst>
            </a:custGeom>
            <a:blipFill>
              <a:blip r:embed="rId13"/>
              <a:stretch>
                <a:fillRect l="0" t="-12997" r="0" b="0"/>
              </a:stretch>
            </a:blipFill>
            <a:ln w="38100" cap="sq">
              <a:solidFill>
                <a:srgbClr val="000000"/>
              </a:solidFill>
              <a:prstDash val="solid"/>
              <a:miter/>
            </a:ln>
          </p:spPr>
        </p:sp>
        <p:sp>
          <p:nvSpPr>
            <p:cNvPr name="Freeform 44" id="44"/>
            <p:cNvSpPr/>
            <p:nvPr/>
          </p:nvSpPr>
          <p:spPr>
            <a:xfrm flipH="false" flipV="false" rot="0">
              <a:off x="11977930" y="0"/>
              <a:ext cx="5743205" cy="7279484"/>
            </a:xfrm>
            <a:custGeom>
              <a:avLst/>
              <a:gdLst/>
              <a:ahLst/>
              <a:cxnLst/>
              <a:rect r="r" b="b" t="t" l="l"/>
              <a:pathLst>
                <a:path h="7279484" w="5743205">
                  <a:moveTo>
                    <a:pt x="0" y="0"/>
                  </a:moveTo>
                  <a:lnTo>
                    <a:pt x="5743205" y="0"/>
                  </a:lnTo>
                  <a:lnTo>
                    <a:pt x="5743205" y="7279484"/>
                  </a:lnTo>
                  <a:lnTo>
                    <a:pt x="0" y="7279484"/>
                  </a:lnTo>
                  <a:lnTo>
                    <a:pt x="0" y="0"/>
                  </a:lnTo>
                  <a:close/>
                </a:path>
              </a:pathLst>
            </a:custGeom>
            <a:blipFill>
              <a:blip r:embed="rId14"/>
              <a:stretch>
                <a:fillRect l="0" t="0" r="0" b="-17645"/>
              </a:stretch>
            </a:blipFill>
            <a:ln w="38100" cap="sq">
              <a:solidFill>
                <a:srgbClr val="000000"/>
              </a:solidFill>
              <a:prstDash val="solid"/>
              <a:miter/>
            </a:ln>
          </p:spPr>
        </p:sp>
        <p:sp>
          <p:nvSpPr>
            <p:cNvPr name="Freeform 45" id="45"/>
            <p:cNvSpPr/>
            <p:nvPr/>
          </p:nvSpPr>
          <p:spPr>
            <a:xfrm flipH="false" flipV="false" rot="0">
              <a:off x="17924335" y="0"/>
              <a:ext cx="5931240" cy="7279484"/>
            </a:xfrm>
            <a:custGeom>
              <a:avLst/>
              <a:gdLst/>
              <a:ahLst/>
              <a:cxnLst/>
              <a:rect r="r" b="b" t="t" l="l"/>
              <a:pathLst>
                <a:path h="7279484" w="5931240">
                  <a:moveTo>
                    <a:pt x="0" y="0"/>
                  </a:moveTo>
                  <a:lnTo>
                    <a:pt x="5931240" y="0"/>
                  </a:lnTo>
                  <a:lnTo>
                    <a:pt x="5931240" y="7279484"/>
                  </a:lnTo>
                  <a:lnTo>
                    <a:pt x="0" y="7279484"/>
                  </a:lnTo>
                  <a:lnTo>
                    <a:pt x="0" y="0"/>
                  </a:lnTo>
                  <a:close/>
                </a:path>
              </a:pathLst>
            </a:custGeom>
            <a:blipFill>
              <a:blip r:embed="rId15"/>
              <a:stretch>
                <a:fillRect l="0" t="-2688" r="0" b="-56294"/>
              </a:stretch>
            </a:blipFill>
            <a:ln w="38100" cap="sq">
              <a:solidFill>
                <a:srgbClr val="000000"/>
              </a:solidFill>
              <a:prstDash val="solid"/>
              <a:miter/>
            </a:ln>
          </p:spPr>
        </p:sp>
      </p:grpSp>
      <p:sp>
        <p:nvSpPr>
          <p:cNvPr name="TextBox 46" id="46"/>
          <p:cNvSpPr txBox="true"/>
          <p:nvPr/>
        </p:nvSpPr>
        <p:spPr>
          <a:xfrm rot="0">
            <a:off x="16626332" y="9421254"/>
            <a:ext cx="631478"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29</a:t>
            </a:r>
          </a:p>
        </p:txBody>
      </p:sp>
      <p:grpSp>
        <p:nvGrpSpPr>
          <p:cNvPr name="Group 47" id="47"/>
          <p:cNvGrpSpPr/>
          <p:nvPr/>
        </p:nvGrpSpPr>
        <p:grpSpPr>
          <a:xfrm rot="0">
            <a:off x="-472781" y="846876"/>
            <a:ext cx="7932394" cy="854037"/>
            <a:chOff x="0" y="0"/>
            <a:chExt cx="2089190" cy="224932"/>
          </a:xfrm>
        </p:grpSpPr>
        <p:sp>
          <p:nvSpPr>
            <p:cNvPr name="Freeform 48" id="48"/>
            <p:cNvSpPr/>
            <p:nvPr/>
          </p:nvSpPr>
          <p:spPr>
            <a:xfrm flipH="false" flipV="false" rot="0">
              <a:off x="0" y="0"/>
              <a:ext cx="2089190" cy="224932"/>
            </a:xfrm>
            <a:custGeom>
              <a:avLst/>
              <a:gdLst/>
              <a:ahLst/>
              <a:cxnLst/>
              <a:rect r="r" b="b" t="t" l="l"/>
              <a:pathLst>
                <a:path h="224932" w="2089190">
                  <a:moveTo>
                    <a:pt x="97599" y="0"/>
                  </a:moveTo>
                  <a:lnTo>
                    <a:pt x="1991592" y="0"/>
                  </a:lnTo>
                  <a:cubicBezTo>
                    <a:pt x="2017476" y="0"/>
                    <a:pt x="2042301" y="10283"/>
                    <a:pt x="2060604" y="28586"/>
                  </a:cubicBezTo>
                  <a:cubicBezTo>
                    <a:pt x="2078908" y="46889"/>
                    <a:pt x="2089190" y="71714"/>
                    <a:pt x="2089190" y="97599"/>
                  </a:cubicBezTo>
                  <a:lnTo>
                    <a:pt x="2089190" y="127333"/>
                  </a:lnTo>
                  <a:cubicBezTo>
                    <a:pt x="2089190" y="153218"/>
                    <a:pt x="2078908" y="178042"/>
                    <a:pt x="2060604" y="196346"/>
                  </a:cubicBezTo>
                  <a:cubicBezTo>
                    <a:pt x="2042301" y="214649"/>
                    <a:pt x="2017476" y="224932"/>
                    <a:pt x="1991592" y="224932"/>
                  </a:cubicBezTo>
                  <a:lnTo>
                    <a:pt x="97599" y="224932"/>
                  </a:lnTo>
                  <a:cubicBezTo>
                    <a:pt x="71714" y="224932"/>
                    <a:pt x="46889" y="214649"/>
                    <a:pt x="28586" y="196346"/>
                  </a:cubicBezTo>
                  <a:cubicBezTo>
                    <a:pt x="10283" y="178042"/>
                    <a:pt x="0" y="153218"/>
                    <a:pt x="0" y="127333"/>
                  </a:cubicBezTo>
                  <a:lnTo>
                    <a:pt x="0" y="97599"/>
                  </a:lnTo>
                  <a:cubicBezTo>
                    <a:pt x="0" y="71714"/>
                    <a:pt x="10283" y="46889"/>
                    <a:pt x="28586" y="28586"/>
                  </a:cubicBezTo>
                  <a:cubicBezTo>
                    <a:pt x="46889" y="10283"/>
                    <a:pt x="71714" y="0"/>
                    <a:pt x="97599" y="0"/>
                  </a:cubicBezTo>
                  <a:close/>
                </a:path>
              </a:pathLst>
            </a:custGeom>
            <a:solidFill>
              <a:srgbClr val="457A00"/>
            </a:solidFill>
          </p:spPr>
        </p:sp>
        <p:sp>
          <p:nvSpPr>
            <p:cNvPr name="TextBox 49" id="49"/>
            <p:cNvSpPr txBox="true"/>
            <p:nvPr/>
          </p:nvSpPr>
          <p:spPr>
            <a:xfrm>
              <a:off x="0" y="-28575"/>
              <a:ext cx="2089190" cy="253507"/>
            </a:xfrm>
            <a:prstGeom prst="rect">
              <a:avLst/>
            </a:prstGeom>
          </p:spPr>
          <p:txBody>
            <a:bodyPr anchor="ctr" rtlCol="false" tIns="50800" lIns="50800" bIns="50800" rIns="50800"/>
            <a:lstStyle/>
            <a:p>
              <a:pPr algn="ctr">
                <a:lnSpc>
                  <a:spcPts val="2380"/>
                </a:lnSpc>
              </a:pPr>
            </a:p>
          </p:txBody>
        </p:sp>
      </p:grpSp>
      <p:sp>
        <p:nvSpPr>
          <p:cNvPr name="TextBox 50" id="50"/>
          <p:cNvSpPr txBox="true"/>
          <p:nvPr/>
        </p:nvSpPr>
        <p:spPr>
          <a:xfrm rot="0">
            <a:off x="215808" y="912516"/>
            <a:ext cx="7097804" cy="788397"/>
          </a:xfrm>
          <a:prstGeom prst="rect">
            <a:avLst/>
          </a:prstGeom>
        </p:spPr>
        <p:txBody>
          <a:bodyPr anchor="t" rtlCol="false" tIns="0" lIns="0" bIns="0" rIns="0">
            <a:spAutoFit/>
          </a:bodyPr>
          <a:lstStyle/>
          <a:p>
            <a:pPr algn="ctr">
              <a:lnSpc>
                <a:spcPts val="5705"/>
              </a:lnSpc>
            </a:pPr>
            <a:r>
              <a:rPr lang="en-US" sz="5186" b="true">
                <a:solidFill>
                  <a:srgbClr val="FFFFFF"/>
                </a:solidFill>
                <a:latin typeface="Poppins Bold"/>
                <a:ea typeface="Poppins Bold"/>
                <a:cs typeface="Poppins Bold"/>
                <a:sym typeface="Poppins Bold"/>
              </a:rPr>
              <a:t>PUBLIKASI ARTIKEL</a:t>
            </a:r>
          </a:p>
        </p:txBody>
      </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105647"/>
            <a:ext cx="18765260" cy="10363947"/>
          </a:xfrm>
          <a:custGeom>
            <a:avLst/>
            <a:gdLst/>
            <a:ahLst/>
            <a:cxnLst/>
            <a:rect r="r" b="b" t="t" l="l"/>
            <a:pathLst>
              <a:path h="10363947" w="18765260">
                <a:moveTo>
                  <a:pt x="0" y="0"/>
                </a:moveTo>
                <a:lnTo>
                  <a:pt x="18765260" y="0"/>
                </a:lnTo>
                <a:lnTo>
                  <a:pt x="18765260" y="10363947"/>
                </a:lnTo>
                <a:lnTo>
                  <a:pt x="0" y="10363947"/>
                </a:lnTo>
                <a:lnTo>
                  <a:pt x="0" y="0"/>
                </a:lnTo>
                <a:close/>
              </a:path>
            </a:pathLst>
          </a:custGeom>
          <a:blipFill>
            <a:blip r:embed="rId2"/>
            <a:stretch>
              <a:fillRect l="-5881" t="-7598" r="0" b="-19889"/>
            </a:stretch>
          </a:blipFill>
        </p:spPr>
      </p:sp>
      <p:grpSp>
        <p:nvGrpSpPr>
          <p:cNvPr name="Group 3" id="3"/>
          <p:cNvGrpSpPr/>
          <p:nvPr/>
        </p:nvGrpSpPr>
        <p:grpSpPr>
          <a:xfrm rot="0">
            <a:off x="-621312" y="-1241698"/>
            <a:ext cx="19386571" cy="10070483"/>
            <a:chOff x="0" y="0"/>
            <a:chExt cx="5105928" cy="2652308"/>
          </a:xfrm>
        </p:grpSpPr>
        <p:sp>
          <p:nvSpPr>
            <p:cNvPr name="Freeform 4" id="4"/>
            <p:cNvSpPr/>
            <p:nvPr/>
          </p:nvSpPr>
          <p:spPr>
            <a:xfrm flipH="false" flipV="false" rot="0">
              <a:off x="0" y="0"/>
              <a:ext cx="5105928" cy="2652308"/>
            </a:xfrm>
            <a:custGeom>
              <a:avLst/>
              <a:gdLst/>
              <a:ahLst/>
              <a:cxnLst/>
              <a:rect r="r" b="b" t="t" l="l"/>
              <a:pathLst>
                <a:path h="2652308" w="5105928">
                  <a:moveTo>
                    <a:pt x="39934" y="0"/>
                  </a:moveTo>
                  <a:lnTo>
                    <a:pt x="5065994" y="0"/>
                  </a:lnTo>
                  <a:cubicBezTo>
                    <a:pt x="5076585" y="0"/>
                    <a:pt x="5086743" y="4207"/>
                    <a:pt x="5094232" y="11697"/>
                  </a:cubicBezTo>
                  <a:cubicBezTo>
                    <a:pt x="5101721" y="19186"/>
                    <a:pt x="5105928" y="29343"/>
                    <a:pt x="5105928" y="39934"/>
                  </a:cubicBezTo>
                  <a:lnTo>
                    <a:pt x="5105928" y="2612374"/>
                  </a:lnTo>
                  <a:cubicBezTo>
                    <a:pt x="5105928" y="2634429"/>
                    <a:pt x="5088049" y="2652308"/>
                    <a:pt x="5065994" y="2652308"/>
                  </a:cubicBezTo>
                  <a:lnTo>
                    <a:pt x="39934" y="2652308"/>
                  </a:lnTo>
                  <a:cubicBezTo>
                    <a:pt x="29343" y="2652308"/>
                    <a:pt x="19186" y="2648101"/>
                    <a:pt x="11697" y="2640612"/>
                  </a:cubicBezTo>
                  <a:cubicBezTo>
                    <a:pt x="4207" y="2633123"/>
                    <a:pt x="0" y="2622965"/>
                    <a:pt x="0" y="2612374"/>
                  </a:cubicBezTo>
                  <a:lnTo>
                    <a:pt x="0" y="39934"/>
                  </a:lnTo>
                  <a:cubicBezTo>
                    <a:pt x="0" y="29343"/>
                    <a:pt x="4207" y="19186"/>
                    <a:pt x="11697" y="11697"/>
                  </a:cubicBezTo>
                  <a:cubicBezTo>
                    <a:pt x="19186" y="4207"/>
                    <a:pt x="29343" y="0"/>
                    <a:pt x="39934" y="0"/>
                  </a:cubicBezTo>
                  <a:close/>
                </a:path>
              </a:pathLst>
            </a:custGeom>
            <a:solidFill>
              <a:srgbClr val="FFFFFF">
                <a:alpha val="60000"/>
              </a:srgbClr>
            </a:solidFill>
            <a:ln w="76200" cap="rnd">
              <a:gradFill>
                <a:gsLst>
                  <a:gs pos="0">
                    <a:srgbClr val="FFFCFC">
                      <a:alpha val="0"/>
                    </a:srgbClr>
                  </a:gs>
                  <a:gs pos="100000">
                    <a:srgbClr val="FFD21F">
                      <a:alpha val="60000"/>
                    </a:srgbClr>
                  </a:gs>
                </a:gsLst>
                <a:lin ang="5400000"/>
              </a:gradFill>
              <a:prstDash val="solid"/>
              <a:round/>
            </a:ln>
          </p:spPr>
        </p:sp>
        <p:sp>
          <p:nvSpPr>
            <p:cNvPr name="TextBox 5" id="5"/>
            <p:cNvSpPr txBox="true"/>
            <p:nvPr/>
          </p:nvSpPr>
          <p:spPr>
            <a:xfrm>
              <a:off x="0" y="0"/>
              <a:ext cx="5105928" cy="2652308"/>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1920"/>
            <a:ext cx="16877922" cy="600132"/>
            <a:chOff x="0" y="0"/>
            <a:chExt cx="22503897" cy="800176"/>
          </a:xfrm>
        </p:grpSpPr>
        <p:grpSp>
          <p:nvGrpSpPr>
            <p:cNvPr name="Group 7" id="7"/>
            <p:cNvGrpSpPr/>
            <p:nvPr/>
          </p:nvGrpSpPr>
          <p:grpSpPr>
            <a:xfrm rot="0">
              <a:off x="0" y="6193"/>
              <a:ext cx="5347837" cy="793983"/>
              <a:chOff x="0" y="0"/>
              <a:chExt cx="1056363" cy="156836"/>
            </a:xfrm>
          </p:grpSpPr>
          <p:sp>
            <p:nvSpPr>
              <p:cNvPr name="Freeform 8" id="8"/>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9" id="9"/>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0" id="10"/>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1" id="11"/>
            <p:cNvGrpSpPr/>
            <p:nvPr/>
          </p:nvGrpSpPr>
          <p:grpSpPr>
            <a:xfrm rot="0">
              <a:off x="4707376" y="0"/>
              <a:ext cx="5347837" cy="793983"/>
              <a:chOff x="0" y="0"/>
              <a:chExt cx="1056363" cy="156836"/>
            </a:xfrm>
          </p:grpSpPr>
          <p:sp>
            <p:nvSpPr>
              <p:cNvPr name="Freeform 12" id="12"/>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3" id="13"/>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4" id="14"/>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5" id="15"/>
            <p:cNvGrpSpPr/>
            <p:nvPr/>
          </p:nvGrpSpPr>
          <p:grpSpPr>
            <a:xfrm rot="0">
              <a:off x="8838517" y="0"/>
              <a:ext cx="5347837" cy="793983"/>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9" id="19"/>
            <p:cNvGrpSpPr/>
            <p:nvPr/>
          </p:nvGrpSpPr>
          <p:grpSpPr>
            <a:xfrm rot="0">
              <a:off x="13154013" y="6193"/>
              <a:ext cx="5347837" cy="793983"/>
              <a:chOff x="0" y="0"/>
              <a:chExt cx="1056363" cy="156836"/>
            </a:xfrm>
          </p:grpSpPr>
          <p:sp>
            <p:nvSpPr>
              <p:cNvPr name="Freeform 20" id="2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1" id="2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2" id="22"/>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3" id="23"/>
            <p:cNvGrpSpPr/>
            <p:nvPr/>
          </p:nvGrpSpPr>
          <p:grpSpPr>
            <a:xfrm rot="0">
              <a:off x="16106266" y="0"/>
              <a:ext cx="6397630" cy="793983"/>
              <a:chOff x="0" y="0"/>
              <a:chExt cx="1263729" cy="156836"/>
            </a:xfrm>
          </p:grpSpPr>
          <p:sp>
            <p:nvSpPr>
              <p:cNvPr name="Freeform 24" id="24"/>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5" id="25"/>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6" id="26"/>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7" id="27"/>
          <p:cNvGrpSpPr/>
          <p:nvPr/>
        </p:nvGrpSpPr>
        <p:grpSpPr>
          <a:xfrm rot="0">
            <a:off x="16443867" y="9362871"/>
            <a:ext cx="996408" cy="1848257"/>
            <a:chOff x="0" y="0"/>
            <a:chExt cx="438186" cy="812800"/>
          </a:xfrm>
        </p:grpSpPr>
        <p:sp>
          <p:nvSpPr>
            <p:cNvPr name="Freeform 28" id="28"/>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9" id="29"/>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0" id="30"/>
          <p:cNvGrpSpPr/>
          <p:nvPr/>
        </p:nvGrpSpPr>
        <p:grpSpPr>
          <a:xfrm rot="465550">
            <a:off x="881162" y="4425238"/>
            <a:ext cx="5248787" cy="1180977"/>
            <a:chOff x="0" y="0"/>
            <a:chExt cx="6998383" cy="1574636"/>
          </a:xfrm>
        </p:grpSpPr>
        <p:sp>
          <p:nvSpPr>
            <p:cNvPr name="Freeform 31" id="31"/>
            <p:cNvSpPr/>
            <p:nvPr/>
          </p:nvSpPr>
          <p:spPr>
            <a:xfrm flipH="false" flipV="false" rot="0">
              <a:off x="0" y="0"/>
              <a:ext cx="6998383" cy="1574636"/>
            </a:xfrm>
            <a:custGeom>
              <a:avLst/>
              <a:gdLst/>
              <a:ahLst/>
              <a:cxnLst/>
              <a:rect r="r" b="b" t="t" l="l"/>
              <a:pathLst>
                <a:path h="1574636" w="6998383">
                  <a:moveTo>
                    <a:pt x="0" y="0"/>
                  </a:moveTo>
                  <a:lnTo>
                    <a:pt x="6998383" y="0"/>
                  </a:lnTo>
                  <a:lnTo>
                    <a:pt x="6998383" y="1574636"/>
                  </a:lnTo>
                  <a:lnTo>
                    <a:pt x="0" y="15746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w="104775" cap="sq">
              <a:solidFill>
                <a:srgbClr val="C90000"/>
              </a:solidFill>
              <a:prstDash val="solid"/>
              <a:miter/>
            </a:ln>
          </p:spPr>
        </p:sp>
        <p:sp>
          <p:nvSpPr>
            <p:cNvPr name="TextBox 32" id="32"/>
            <p:cNvSpPr txBox="true"/>
            <p:nvPr/>
          </p:nvSpPr>
          <p:spPr>
            <a:xfrm rot="0">
              <a:off x="279328" y="87187"/>
              <a:ext cx="6421731" cy="1377232"/>
            </a:xfrm>
            <a:prstGeom prst="rect">
              <a:avLst/>
            </a:prstGeom>
          </p:spPr>
          <p:txBody>
            <a:bodyPr anchor="t" rtlCol="false" tIns="0" lIns="0" bIns="0" rIns="0">
              <a:spAutoFit/>
            </a:bodyPr>
            <a:lstStyle/>
            <a:p>
              <a:pPr algn="ctr">
                <a:lnSpc>
                  <a:spcPts val="7479"/>
                </a:lnSpc>
              </a:pPr>
              <a:r>
                <a:rPr lang="en-US" sz="6799" b="true">
                  <a:solidFill>
                    <a:srgbClr val="C90000"/>
                  </a:solidFill>
                  <a:latin typeface="Poppins Bold"/>
                  <a:ea typeface="Poppins Bold"/>
                  <a:cs typeface="Poppins Bold"/>
                  <a:sym typeface="Poppins Bold"/>
                </a:rPr>
                <a:t>APPROVED</a:t>
              </a:r>
            </a:p>
          </p:txBody>
        </p:sp>
      </p:grpSp>
      <p:sp>
        <p:nvSpPr>
          <p:cNvPr name="Freeform 33" id="33"/>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4" id="34"/>
          <p:cNvGrpSpPr/>
          <p:nvPr/>
        </p:nvGrpSpPr>
        <p:grpSpPr>
          <a:xfrm rot="0">
            <a:off x="11787427" y="457984"/>
            <a:ext cx="6232956" cy="533984"/>
            <a:chOff x="0" y="0"/>
            <a:chExt cx="3154180" cy="270222"/>
          </a:xfrm>
        </p:grpSpPr>
        <p:sp>
          <p:nvSpPr>
            <p:cNvPr name="Freeform 35" id="35"/>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6" id="36"/>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7" id="37"/>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7"/>
            <a:stretch>
              <a:fillRect l="-3671" t="0" r="-3671" b="0"/>
            </a:stretch>
          </a:blipFill>
        </p:spPr>
      </p:sp>
      <p:sp>
        <p:nvSpPr>
          <p:cNvPr name="Freeform 38" id="38"/>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39" id="39"/>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9"/>
            <a:stretch>
              <a:fillRect l="-3671" t="0" r="-3671" b="0"/>
            </a:stretch>
          </a:blipFill>
        </p:spPr>
      </p:sp>
      <p:sp>
        <p:nvSpPr>
          <p:cNvPr name="Freeform 40" id="40"/>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10"/>
            <a:stretch>
              <a:fillRect l="-3671" t="0" r="-3671" b="0"/>
            </a:stretch>
          </a:blipFill>
        </p:spPr>
      </p:sp>
      <p:sp>
        <p:nvSpPr>
          <p:cNvPr name="Freeform 41" id="41"/>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1"/>
            <a:stretch>
              <a:fillRect l="0" t="-1456" r="0" b="-566"/>
            </a:stretch>
          </a:blipFill>
        </p:spPr>
      </p:sp>
      <p:sp>
        <p:nvSpPr>
          <p:cNvPr name="Freeform 42" id="42"/>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2"/>
            <a:stretch>
              <a:fillRect l="0" t="-552" r="0" b="-552"/>
            </a:stretch>
          </a:blipFill>
        </p:spPr>
      </p:sp>
      <p:sp>
        <p:nvSpPr>
          <p:cNvPr name="Freeform 43" id="43"/>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3"/>
            <a:stretch>
              <a:fillRect l="0" t="0" r="-5929" b="0"/>
            </a:stretch>
          </a:blipFill>
        </p:spPr>
      </p:sp>
      <p:sp>
        <p:nvSpPr>
          <p:cNvPr name="Freeform 44" id="44"/>
          <p:cNvSpPr/>
          <p:nvPr/>
        </p:nvSpPr>
        <p:spPr>
          <a:xfrm flipH="false" flipV="false" rot="0">
            <a:off x="6705621" y="1606413"/>
            <a:ext cx="4876758" cy="7074173"/>
          </a:xfrm>
          <a:custGeom>
            <a:avLst/>
            <a:gdLst/>
            <a:ahLst/>
            <a:cxnLst/>
            <a:rect r="r" b="b" t="t" l="l"/>
            <a:pathLst>
              <a:path h="7074173" w="4876758">
                <a:moveTo>
                  <a:pt x="0" y="0"/>
                </a:moveTo>
                <a:lnTo>
                  <a:pt x="4876758" y="0"/>
                </a:lnTo>
                <a:lnTo>
                  <a:pt x="4876758" y="7074174"/>
                </a:lnTo>
                <a:lnTo>
                  <a:pt x="0" y="7074174"/>
                </a:lnTo>
                <a:lnTo>
                  <a:pt x="0" y="0"/>
                </a:lnTo>
                <a:close/>
              </a:path>
            </a:pathLst>
          </a:custGeom>
          <a:blipFill>
            <a:blip r:embed="rId14"/>
            <a:stretch>
              <a:fillRect l="-3118" t="-3004" r="-3636" b="-3749"/>
            </a:stretch>
          </a:blipFill>
          <a:ln w="38100" cap="sq">
            <a:solidFill>
              <a:srgbClr val="000000"/>
            </a:solidFill>
            <a:prstDash val="solid"/>
            <a:miter/>
          </a:ln>
        </p:spPr>
      </p:sp>
      <p:grpSp>
        <p:nvGrpSpPr>
          <p:cNvPr name="Group 45" id="45"/>
          <p:cNvGrpSpPr/>
          <p:nvPr/>
        </p:nvGrpSpPr>
        <p:grpSpPr>
          <a:xfrm rot="0">
            <a:off x="-460642" y="570236"/>
            <a:ext cx="7932394" cy="854037"/>
            <a:chOff x="0" y="0"/>
            <a:chExt cx="2089190" cy="224932"/>
          </a:xfrm>
        </p:grpSpPr>
        <p:sp>
          <p:nvSpPr>
            <p:cNvPr name="Freeform 46" id="46"/>
            <p:cNvSpPr/>
            <p:nvPr/>
          </p:nvSpPr>
          <p:spPr>
            <a:xfrm flipH="false" flipV="false" rot="0">
              <a:off x="0" y="0"/>
              <a:ext cx="2089190" cy="224932"/>
            </a:xfrm>
            <a:custGeom>
              <a:avLst/>
              <a:gdLst/>
              <a:ahLst/>
              <a:cxnLst/>
              <a:rect r="r" b="b" t="t" l="l"/>
              <a:pathLst>
                <a:path h="224932" w="2089190">
                  <a:moveTo>
                    <a:pt x="97599" y="0"/>
                  </a:moveTo>
                  <a:lnTo>
                    <a:pt x="1991592" y="0"/>
                  </a:lnTo>
                  <a:cubicBezTo>
                    <a:pt x="2017476" y="0"/>
                    <a:pt x="2042301" y="10283"/>
                    <a:pt x="2060604" y="28586"/>
                  </a:cubicBezTo>
                  <a:cubicBezTo>
                    <a:pt x="2078908" y="46889"/>
                    <a:pt x="2089190" y="71714"/>
                    <a:pt x="2089190" y="97599"/>
                  </a:cubicBezTo>
                  <a:lnTo>
                    <a:pt x="2089190" y="127333"/>
                  </a:lnTo>
                  <a:cubicBezTo>
                    <a:pt x="2089190" y="153218"/>
                    <a:pt x="2078908" y="178042"/>
                    <a:pt x="2060604" y="196346"/>
                  </a:cubicBezTo>
                  <a:cubicBezTo>
                    <a:pt x="2042301" y="214649"/>
                    <a:pt x="2017476" y="224932"/>
                    <a:pt x="1991592" y="224932"/>
                  </a:cubicBezTo>
                  <a:lnTo>
                    <a:pt x="97599" y="224932"/>
                  </a:lnTo>
                  <a:cubicBezTo>
                    <a:pt x="71714" y="224932"/>
                    <a:pt x="46889" y="214649"/>
                    <a:pt x="28586" y="196346"/>
                  </a:cubicBezTo>
                  <a:cubicBezTo>
                    <a:pt x="10283" y="178042"/>
                    <a:pt x="0" y="153218"/>
                    <a:pt x="0" y="127333"/>
                  </a:cubicBezTo>
                  <a:lnTo>
                    <a:pt x="0" y="97599"/>
                  </a:lnTo>
                  <a:cubicBezTo>
                    <a:pt x="0" y="71714"/>
                    <a:pt x="10283" y="46889"/>
                    <a:pt x="28586" y="28586"/>
                  </a:cubicBezTo>
                  <a:cubicBezTo>
                    <a:pt x="46889" y="10283"/>
                    <a:pt x="71714" y="0"/>
                    <a:pt x="97599" y="0"/>
                  </a:cubicBezTo>
                  <a:close/>
                </a:path>
              </a:pathLst>
            </a:custGeom>
            <a:solidFill>
              <a:srgbClr val="CD0606"/>
            </a:solidFill>
          </p:spPr>
        </p:sp>
        <p:sp>
          <p:nvSpPr>
            <p:cNvPr name="TextBox 47" id="47"/>
            <p:cNvSpPr txBox="true"/>
            <p:nvPr/>
          </p:nvSpPr>
          <p:spPr>
            <a:xfrm>
              <a:off x="0" y="-28575"/>
              <a:ext cx="2089190" cy="253507"/>
            </a:xfrm>
            <a:prstGeom prst="rect">
              <a:avLst/>
            </a:prstGeom>
          </p:spPr>
          <p:txBody>
            <a:bodyPr anchor="ctr" rtlCol="false" tIns="50800" lIns="50800" bIns="50800" rIns="50800"/>
            <a:lstStyle/>
            <a:p>
              <a:pPr algn="ctr">
                <a:lnSpc>
                  <a:spcPts val="2380"/>
                </a:lnSpc>
              </a:pPr>
            </a:p>
          </p:txBody>
        </p:sp>
      </p:grpSp>
      <p:sp>
        <p:nvSpPr>
          <p:cNvPr name="TextBox 48" id="48"/>
          <p:cNvSpPr txBox="true"/>
          <p:nvPr/>
        </p:nvSpPr>
        <p:spPr>
          <a:xfrm rot="0">
            <a:off x="0" y="658897"/>
            <a:ext cx="7354748" cy="749132"/>
          </a:xfrm>
          <a:prstGeom prst="rect">
            <a:avLst/>
          </a:prstGeom>
        </p:spPr>
        <p:txBody>
          <a:bodyPr anchor="t" rtlCol="false" tIns="0" lIns="0" bIns="0" rIns="0">
            <a:spAutoFit/>
          </a:bodyPr>
          <a:lstStyle/>
          <a:p>
            <a:pPr algn="ctr">
              <a:lnSpc>
                <a:spcPts val="5485"/>
              </a:lnSpc>
            </a:pPr>
            <a:r>
              <a:rPr lang="en-US" b="true" sz="4986" i="true">
                <a:solidFill>
                  <a:srgbClr val="FFFFFF"/>
                </a:solidFill>
                <a:latin typeface="Poppins Bold Italics"/>
                <a:ea typeface="Poppins Bold Italics"/>
                <a:cs typeface="Poppins Bold Italics"/>
                <a:sym typeface="Poppins Bold Italics"/>
              </a:rPr>
              <a:t>ETHICAL CLEARANCE </a:t>
            </a:r>
          </a:p>
        </p:txBody>
      </p:sp>
      <p:sp>
        <p:nvSpPr>
          <p:cNvPr name="TextBox 49" id="49"/>
          <p:cNvSpPr txBox="true"/>
          <p:nvPr/>
        </p:nvSpPr>
        <p:spPr>
          <a:xfrm rot="0">
            <a:off x="16607431" y="9421254"/>
            <a:ext cx="669280"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30</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CBE3AC"/>
        </a:solidFill>
      </p:bgPr>
    </p:bg>
    <p:spTree>
      <p:nvGrpSpPr>
        <p:cNvPr id="1" name=""/>
        <p:cNvGrpSpPr/>
        <p:nvPr/>
      </p:nvGrpSpPr>
      <p:grpSpPr>
        <a:xfrm>
          <a:off x="0" y="0"/>
          <a:ext cx="0" cy="0"/>
          <a:chOff x="0" y="0"/>
          <a:chExt cx="0" cy="0"/>
        </a:xfrm>
      </p:grpSpPr>
      <p:grpSp>
        <p:nvGrpSpPr>
          <p:cNvPr name="Group 2" id="2"/>
          <p:cNvGrpSpPr/>
          <p:nvPr/>
        </p:nvGrpSpPr>
        <p:grpSpPr>
          <a:xfrm rot="0">
            <a:off x="-110857" y="2116990"/>
            <a:ext cx="18853765" cy="7418564"/>
            <a:chOff x="0" y="0"/>
            <a:chExt cx="4965601" cy="1953860"/>
          </a:xfrm>
        </p:grpSpPr>
        <p:sp>
          <p:nvSpPr>
            <p:cNvPr name="Freeform 3" id="3"/>
            <p:cNvSpPr/>
            <p:nvPr/>
          </p:nvSpPr>
          <p:spPr>
            <a:xfrm flipH="false" flipV="false" rot="0">
              <a:off x="0" y="0"/>
              <a:ext cx="4965601" cy="1953860"/>
            </a:xfrm>
            <a:custGeom>
              <a:avLst/>
              <a:gdLst/>
              <a:ahLst/>
              <a:cxnLst/>
              <a:rect r="r" b="b" t="t" l="l"/>
              <a:pathLst>
                <a:path h="1953860" w="4965601">
                  <a:moveTo>
                    <a:pt x="0" y="0"/>
                  </a:moveTo>
                  <a:lnTo>
                    <a:pt x="4965601" y="0"/>
                  </a:lnTo>
                  <a:lnTo>
                    <a:pt x="4965601" y="1953860"/>
                  </a:lnTo>
                  <a:lnTo>
                    <a:pt x="0" y="1953860"/>
                  </a:lnTo>
                  <a:close/>
                </a:path>
              </a:pathLst>
            </a:custGeom>
            <a:solidFill>
              <a:srgbClr val="000000">
                <a:alpha val="46667"/>
              </a:srgbClr>
            </a:solidFill>
          </p:spPr>
        </p:sp>
        <p:sp>
          <p:nvSpPr>
            <p:cNvPr name="TextBox 4" id="4"/>
            <p:cNvSpPr txBox="true"/>
            <p:nvPr/>
          </p:nvSpPr>
          <p:spPr>
            <a:xfrm>
              <a:off x="0" y="-28575"/>
              <a:ext cx="4965601" cy="1982435"/>
            </a:xfrm>
            <a:prstGeom prst="rect">
              <a:avLst/>
            </a:prstGeom>
          </p:spPr>
          <p:txBody>
            <a:bodyPr anchor="ctr" rtlCol="false" tIns="50800" lIns="50800" bIns="50800" rIns="50800"/>
            <a:lstStyle/>
            <a:p>
              <a:pPr algn="ctr">
                <a:lnSpc>
                  <a:spcPts val="2380"/>
                </a:lnSpc>
              </a:pPr>
            </a:p>
          </p:txBody>
        </p:sp>
      </p:grpSp>
      <p:sp>
        <p:nvSpPr>
          <p:cNvPr name="Freeform 5" id="5"/>
          <p:cNvSpPr/>
          <p:nvPr/>
        </p:nvSpPr>
        <p:spPr>
          <a:xfrm flipH="false" flipV="false" rot="0">
            <a:off x="-306138" y="2116990"/>
            <a:ext cx="18594138" cy="9809946"/>
          </a:xfrm>
          <a:custGeom>
            <a:avLst/>
            <a:gdLst/>
            <a:ahLst/>
            <a:cxnLst/>
            <a:rect r="r" b="b" t="t" l="l"/>
            <a:pathLst>
              <a:path h="9809946" w="18594138">
                <a:moveTo>
                  <a:pt x="0" y="0"/>
                </a:moveTo>
                <a:lnTo>
                  <a:pt x="18594138" y="0"/>
                </a:lnTo>
                <a:lnTo>
                  <a:pt x="18594138" y="9809946"/>
                </a:lnTo>
                <a:lnTo>
                  <a:pt x="0" y="9809946"/>
                </a:lnTo>
                <a:lnTo>
                  <a:pt x="0" y="0"/>
                </a:lnTo>
                <a:close/>
              </a:path>
            </a:pathLst>
          </a:custGeom>
          <a:blipFill>
            <a:blip r:embed="rId2">
              <a:alphaModFix amt="15000"/>
            </a:blip>
            <a:stretch>
              <a:fillRect l="0" t="-42157" r="0" b="0"/>
            </a:stretch>
          </a:blipFill>
        </p:spPr>
      </p:sp>
      <p:grpSp>
        <p:nvGrpSpPr>
          <p:cNvPr name="Group 6" id="6"/>
          <p:cNvGrpSpPr/>
          <p:nvPr/>
        </p:nvGrpSpPr>
        <p:grpSpPr>
          <a:xfrm rot="0">
            <a:off x="0" y="9423688"/>
            <a:ext cx="18742908" cy="1239467"/>
            <a:chOff x="0" y="0"/>
            <a:chExt cx="3949066" cy="261151"/>
          </a:xfrm>
        </p:grpSpPr>
        <p:sp>
          <p:nvSpPr>
            <p:cNvPr name="Freeform 7" id="7"/>
            <p:cNvSpPr/>
            <p:nvPr/>
          </p:nvSpPr>
          <p:spPr>
            <a:xfrm flipH="false" flipV="false" rot="0">
              <a:off x="0" y="0"/>
              <a:ext cx="3949066" cy="261151"/>
            </a:xfrm>
            <a:custGeom>
              <a:avLst/>
              <a:gdLst/>
              <a:ahLst/>
              <a:cxnLst/>
              <a:rect r="r" b="b" t="t" l="l"/>
              <a:pathLst>
                <a:path h="261151" w="3949066">
                  <a:moveTo>
                    <a:pt x="0" y="0"/>
                  </a:moveTo>
                  <a:lnTo>
                    <a:pt x="3949066" y="0"/>
                  </a:lnTo>
                  <a:lnTo>
                    <a:pt x="3949066" y="261151"/>
                  </a:lnTo>
                  <a:lnTo>
                    <a:pt x="0" y="261151"/>
                  </a:lnTo>
                  <a:close/>
                </a:path>
              </a:pathLst>
            </a:custGeom>
            <a:solidFill>
              <a:srgbClr val="9B9A9A"/>
            </a:solidFill>
            <a:ln cap="sq">
              <a:noFill/>
              <a:prstDash val="solid"/>
              <a:miter/>
            </a:ln>
          </p:spPr>
        </p:sp>
        <p:sp>
          <p:nvSpPr>
            <p:cNvPr name="TextBox 8" id="8"/>
            <p:cNvSpPr txBox="true"/>
            <p:nvPr/>
          </p:nvSpPr>
          <p:spPr>
            <a:xfrm>
              <a:off x="0" y="0"/>
              <a:ext cx="3949066" cy="261151"/>
            </a:xfrm>
            <a:prstGeom prst="rect">
              <a:avLst/>
            </a:prstGeom>
          </p:spPr>
          <p:txBody>
            <a:bodyPr anchor="ctr" rtlCol="false" tIns="63501" lIns="63501" bIns="63501" rIns="63501"/>
            <a:lstStyle/>
            <a:p>
              <a:pPr algn="ctr">
                <a:lnSpc>
                  <a:spcPts val="2752"/>
                </a:lnSpc>
              </a:pPr>
            </a:p>
          </p:txBody>
        </p:sp>
      </p:gr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3" id="13"/>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4" id="14"/>
            <p:cNvGrpSpPr/>
            <p:nvPr/>
          </p:nvGrpSpPr>
          <p:grpSpPr>
            <a:xfrm rot="0">
              <a:off x="4707376" y="0"/>
              <a:ext cx="5347837" cy="793983"/>
              <a:chOff x="0" y="0"/>
              <a:chExt cx="1056363" cy="156836"/>
            </a:xfrm>
          </p:grpSpPr>
          <p:sp>
            <p:nvSpPr>
              <p:cNvPr name="Freeform 15" id="1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6" id="1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7" id="17"/>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8" id="18"/>
            <p:cNvGrpSpPr/>
            <p:nvPr/>
          </p:nvGrpSpPr>
          <p:grpSpPr>
            <a:xfrm rot="0">
              <a:off x="8838517" y="0"/>
              <a:ext cx="5347837" cy="793983"/>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22" id="22"/>
            <p:cNvGrpSpPr/>
            <p:nvPr/>
          </p:nvGrpSpPr>
          <p:grpSpPr>
            <a:xfrm rot="0">
              <a:off x="13154013" y="6193"/>
              <a:ext cx="5347837" cy="793983"/>
              <a:chOff x="0" y="0"/>
              <a:chExt cx="1056363" cy="156836"/>
            </a:xfrm>
          </p:grpSpPr>
          <p:sp>
            <p:nvSpPr>
              <p:cNvPr name="Freeform 23" id="2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4" id="2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6" id="26"/>
            <p:cNvGrpSpPr/>
            <p:nvPr/>
          </p:nvGrpSpPr>
          <p:grpSpPr>
            <a:xfrm rot="0">
              <a:off x="16106266" y="0"/>
              <a:ext cx="6397630" cy="793983"/>
              <a:chOff x="0" y="0"/>
              <a:chExt cx="1263729" cy="156836"/>
            </a:xfrm>
          </p:grpSpPr>
          <p:sp>
            <p:nvSpPr>
              <p:cNvPr name="Freeform 27" id="27"/>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8" id="28"/>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9" id="29"/>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183900"/>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aphicFrame>
        <p:nvGraphicFramePr>
          <p:cNvPr name="Table 33" id="33"/>
          <p:cNvGraphicFramePr>
            <a:graphicFrameLocks noGrp="true"/>
          </p:cNvGraphicFramePr>
          <p:nvPr/>
        </p:nvGraphicFramePr>
        <p:xfrm>
          <a:off x="6763207" y="2835267"/>
          <a:ext cx="11024433" cy="5982009"/>
        </p:xfrm>
        <a:graphic>
          <a:graphicData uri="http://schemas.openxmlformats.org/drawingml/2006/table">
            <a:tbl>
              <a:tblPr/>
              <a:tblGrid>
                <a:gridCol w="5917314"/>
                <a:gridCol w="5107118"/>
              </a:tblGrid>
              <a:tr h="598201">
                <a:tc>
                  <a:txBody>
                    <a:bodyPr anchor="t" rtlCol="false"/>
                    <a:lstStyle/>
                    <a:p>
                      <a:pPr algn="ctr">
                        <a:lnSpc>
                          <a:spcPts val="3359"/>
                        </a:lnSpc>
                        <a:defRPr/>
                      </a:pPr>
                      <a:r>
                        <a:rPr lang="en-US" sz="2400" b="true">
                          <a:solidFill>
                            <a:srgbClr val="000000"/>
                          </a:solidFill>
                          <a:latin typeface="Garet Bold"/>
                          <a:ea typeface="Garet Bold"/>
                          <a:cs typeface="Garet Bold"/>
                          <a:sym typeface="Garet Bold"/>
                        </a:rPr>
                        <a:t>Tahapan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sz="2400" b="true">
                          <a:solidFill>
                            <a:srgbClr val="000000"/>
                          </a:solidFill>
                          <a:latin typeface="Garet Bold"/>
                          <a:ea typeface="Garet Bold"/>
                          <a:cs typeface="Garet Bold"/>
                          <a:sym typeface="Garet Bold"/>
                        </a:rPr>
                        <a:t>Proses</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02066">
                <a:tc>
                  <a:txBody>
                    <a:bodyPr anchor="t" rtlCol="false"/>
                    <a:lstStyle/>
                    <a:p>
                      <a:pPr algn="ctr">
                        <a:lnSpc>
                          <a:spcPts val="3359"/>
                        </a:lnSpc>
                        <a:defRPr/>
                      </a:pPr>
                      <a:r>
                        <a:rPr lang="en-US" sz="2400">
                          <a:solidFill>
                            <a:srgbClr val="000000"/>
                          </a:solidFill>
                          <a:latin typeface="Garet"/>
                          <a:ea typeface="Garet"/>
                          <a:cs typeface="Garet"/>
                          <a:sym typeface="Garet"/>
                        </a:rPr>
                        <a:t>Studi Literatur </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1C6037"/>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4335">
                <a:tc>
                  <a:txBody>
                    <a:bodyPr anchor="t" rtlCol="false"/>
                    <a:lstStyle/>
                    <a:p>
                      <a:pPr algn="ctr">
                        <a:lnSpc>
                          <a:spcPts val="3359"/>
                        </a:lnSpc>
                        <a:defRPr/>
                      </a:pPr>
                      <a:r>
                        <a:rPr lang="en-US" sz="2400">
                          <a:solidFill>
                            <a:srgbClr val="000000"/>
                          </a:solidFill>
                          <a:latin typeface="Garet"/>
                          <a:ea typeface="Garet"/>
                          <a:cs typeface="Garet"/>
                          <a:sym typeface="Garet"/>
                        </a:rPr>
                        <a:t>Desain </a:t>
                      </a:r>
                      <a:r>
                        <a:rPr lang="en-US" sz="2400" i="true">
                          <a:solidFill>
                            <a:srgbClr val="000000"/>
                          </a:solidFill>
                          <a:latin typeface="Garet Italics"/>
                          <a:ea typeface="Garet Italics"/>
                          <a:cs typeface="Garet Italics"/>
                          <a:sym typeface="Garet Italics"/>
                        </a:rPr>
                        <a:t>Hardware</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8201">
                <a:tc>
                  <a:txBody>
                    <a:bodyPr anchor="t" rtlCol="false"/>
                    <a:lstStyle/>
                    <a:p>
                      <a:pPr algn="ctr">
                        <a:lnSpc>
                          <a:spcPts val="3359"/>
                        </a:lnSpc>
                        <a:defRPr/>
                      </a:pPr>
                      <a:r>
                        <a:rPr lang="en-US" sz="2400">
                          <a:solidFill>
                            <a:srgbClr val="000000"/>
                          </a:solidFill>
                          <a:latin typeface="Garet"/>
                          <a:ea typeface="Garet"/>
                          <a:cs typeface="Garet"/>
                          <a:sym typeface="Garet"/>
                        </a:rPr>
                        <a:t>Pengadaan Komponen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02066">
                <a:tc>
                  <a:txBody>
                    <a:bodyPr anchor="t" rtlCol="false"/>
                    <a:lstStyle/>
                    <a:p>
                      <a:pPr algn="ctr">
                        <a:lnSpc>
                          <a:spcPts val="3359"/>
                        </a:lnSpc>
                        <a:defRPr/>
                      </a:pPr>
                      <a:r>
                        <a:rPr lang="en-US" sz="2400" i="true">
                          <a:solidFill>
                            <a:srgbClr val="000000"/>
                          </a:solidFill>
                          <a:latin typeface="Garet Italics"/>
                          <a:ea typeface="Garet Italics"/>
                          <a:cs typeface="Garet Italics"/>
                          <a:sym typeface="Garet Italics"/>
                        </a:rPr>
                        <a:t>Website</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sz="2400" b="true">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4335">
                <a:tc>
                  <a:txBody>
                    <a:bodyPr anchor="t" rtlCol="false"/>
                    <a:lstStyle/>
                    <a:p>
                      <a:pPr algn="ctr">
                        <a:lnSpc>
                          <a:spcPts val="3359"/>
                        </a:lnSpc>
                        <a:defRPr/>
                      </a:pPr>
                      <a:r>
                        <a:rPr lang="en-US" sz="2400">
                          <a:solidFill>
                            <a:srgbClr val="000000"/>
                          </a:solidFill>
                          <a:latin typeface="Garet"/>
                          <a:ea typeface="Garet"/>
                          <a:cs typeface="Garet"/>
                          <a:sym typeface="Garet"/>
                        </a:rPr>
                        <a:t>Model SVM</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8201">
                <a:tc>
                  <a:txBody>
                    <a:bodyPr anchor="t" rtlCol="false"/>
                    <a:lstStyle/>
                    <a:p>
                      <a:pPr algn="ctr">
                        <a:lnSpc>
                          <a:spcPts val="3359"/>
                        </a:lnSpc>
                        <a:defRPr/>
                      </a:pPr>
                      <a:r>
                        <a:rPr lang="en-US" sz="2400" i="true">
                          <a:solidFill>
                            <a:srgbClr val="000000"/>
                          </a:solidFill>
                          <a:latin typeface="Garet Italics"/>
                          <a:ea typeface="Garet Italics"/>
                          <a:cs typeface="Garet Italics"/>
                          <a:sym typeface="Garet Italics"/>
                        </a:rPr>
                        <a:t>Ethical Clearance </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8201">
                <a:tc>
                  <a:txBody>
                    <a:bodyPr anchor="t" rtlCol="false"/>
                    <a:lstStyle/>
                    <a:p>
                      <a:pPr algn="ctr">
                        <a:lnSpc>
                          <a:spcPts val="3359"/>
                        </a:lnSpc>
                        <a:defRPr/>
                      </a:pPr>
                      <a:r>
                        <a:rPr lang="en-US" sz="2400">
                          <a:solidFill>
                            <a:srgbClr val="000000"/>
                          </a:solidFill>
                          <a:latin typeface="Garet"/>
                          <a:ea typeface="Garet"/>
                          <a:cs typeface="Garet"/>
                          <a:sym typeface="Garet"/>
                        </a:rPr>
                        <a:t>Perakitan Alat</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8201">
                <a:tc>
                  <a:txBody>
                    <a:bodyPr anchor="t" rtlCol="false"/>
                    <a:lstStyle/>
                    <a:p>
                      <a:pPr algn="ctr">
                        <a:lnSpc>
                          <a:spcPts val="3359"/>
                        </a:lnSpc>
                        <a:defRPr/>
                      </a:pPr>
                      <a:r>
                        <a:rPr lang="en-US" sz="2400">
                          <a:solidFill>
                            <a:srgbClr val="000000"/>
                          </a:solidFill>
                          <a:latin typeface="Garet"/>
                          <a:ea typeface="Garet"/>
                          <a:cs typeface="Garet"/>
                          <a:sym typeface="Garet"/>
                        </a:rPr>
                        <a:t>Pengujian Sensor</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598201">
                <a:tc>
                  <a:txBody>
                    <a:bodyPr anchor="t" rtlCol="false"/>
                    <a:lstStyle/>
                    <a:p>
                      <a:pPr algn="ctr">
                        <a:lnSpc>
                          <a:spcPts val="3359"/>
                        </a:lnSpc>
                        <a:defRPr/>
                      </a:pPr>
                      <a:r>
                        <a:rPr lang="en-US" sz="2400">
                          <a:solidFill>
                            <a:srgbClr val="000000"/>
                          </a:solidFill>
                          <a:latin typeface="Garet"/>
                          <a:ea typeface="Garet"/>
                          <a:cs typeface="Garet"/>
                          <a:sym typeface="Garet"/>
                        </a:rPr>
                        <a:t>Evaluasi Alat</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3359"/>
                        </a:lnSpc>
                        <a:defRPr/>
                      </a:pPr>
                      <a:r>
                        <a:rPr lang="en-US" b="true" sz="2400">
                          <a:solidFill>
                            <a:srgbClr val="457A00"/>
                          </a:solidFill>
                          <a:latin typeface="Garet Bold"/>
                          <a:ea typeface="Garet Bold"/>
                          <a:cs typeface="Garet Bold"/>
                          <a:sym typeface="Garet Bold"/>
                        </a:rPr>
                        <a:t>Selesai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bl>
          </a:graphicData>
        </a:graphic>
      </p:graphicFrame>
      <p:grpSp>
        <p:nvGrpSpPr>
          <p:cNvPr name="Group 34" id="34"/>
          <p:cNvGrpSpPr/>
          <p:nvPr/>
        </p:nvGrpSpPr>
        <p:grpSpPr>
          <a:xfrm rot="0">
            <a:off x="1023913" y="3385342"/>
            <a:ext cx="4708964" cy="470896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cap="sq">
              <a:noFill/>
              <a:prstDash val="solid"/>
              <a:miter/>
            </a:ln>
          </p:spPr>
        </p:sp>
        <p:sp>
          <p:nvSpPr>
            <p:cNvPr name="TextBox 36" id="36"/>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sp>
        <p:nvSpPr>
          <p:cNvPr name="TextBox 37" id="37"/>
          <p:cNvSpPr txBox="true"/>
          <p:nvPr/>
        </p:nvSpPr>
        <p:spPr>
          <a:xfrm rot="0">
            <a:off x="16680878" y="9421254"/>
            <a:ext cx="522387" cy="750768"/>
          </a:xfrm>
          <a:prstGeom prst="rect">
            <a:avLst/>
          </a:prstGeom>
        </p:spPr>
        <p:txBody>
          <a:bodyPr anchor="t" rtlCol="false" tIns="0" lIns="0" bIns="0" rIns="0">
            <a:spAutoFit/>
          </a:bodyPr>
          <a:lstStyle/>
          <a:p>
            <a:pPr algn="ctr">
              <a:lnSpc>
                <a:spcPts val="5869"/>
              </a:lnSpc>
            </a:pPr>
            <a:r>
              <a:rPr lang="en-US" sz="4192" b="true">
                <a:solidFill>
                  <a:srgbClr val="FFFFFF"/>
                </a:solidFill>
                <a:latin typeface="Poppins Bold"/>
                <a:ea typeface="Poppins Bold"/>
                <a:cs typeface="Poppins Bold"/>
                <a:sym typeface="Poppins Bold"/>
              </a:rPr>
              <a:t>31</a:t>
            </a:r>
          </a:p>
        </p:txBody>
      </p:sp>
      <p:sp>
        <p:nvSpPr>
          <p:cNvPr name="TextBox 38" id="38"/>
          <p:cNvSpPr txBox="true"/>
          <p:nvPr/>
        </p:nvSpPr>
        <p:spPr>
          <a:xfrm rot="0">
            <a:off x="1503730" y="4127071"/>
            <a:ext cx="3749330" cy="2333282"/>
          </a:xfrm>
          <a:prstGeom prst="rect">
            <a:avLst/>
          </a:prstGeom>
        </p:spPr>
        <p:txBody>
          <a:bodyPr anchor="t" rtlCol="false" tIns="0" lIns="0" bIns="0" rIns="0">
            <a:spAutoFit/>
          </a:bodyPr>
          <a:lstStyle/>
          <a:p>
            <a:pPr algn="ctr">
              <a:lnSpc>
                <a:spcPts val="4538"/>
              </a:lnSpc>
            </a:pPr>
            <a:r>
              <a:rPr lang="en-US" sz="4125" b="true">
                <a:solidFill>
                  <a:srgbClr val="1C6037"/>
                </a:solidFill>
                <a:latin typeface="Poppins Bold"/>
                <a:ea typeface="Poppins Bold"/>
                <a:cs typeface="Poppins Bold"/>
                <a:sym typeface="Poppins Bold"/>
              </a:rPr>
              <a:t>Target </a:t>
            </a:r>
          </a:p>
          <a:p>
            <a:pPr algn="ctr">
              <a:lnSpc>
                <a:spcPts val="4538"/>
              </a:lnSpc>
            </a:pPr>
            <a:r>
              <a:rPr lang="en-US" sz="4125" b="true">
                <a:solidFill>
                  <a:srgbClr val="1C6037"/>
                </a:solidFill>
                <a:latin typeface="Poppins Bold"/>
                <a:ea typeface="Poppins Bold"/>
                <a:cs typeface="Poppins Bold"/>
                <a:sym typeface="Poppins Bold"/>
              </a:rPr>
              <a:t>pelaksanaan tercapai </a:t>
            </a:r>
          </a:p>
          <a:p>
            <a:pPr algn="ctr">
              <a:lnSpc>
                <a:spcPts val="4538"/>
              </a:lnSpc>
            </a:pPr>
          </a:p>
        </p:txBody>
      </p:sp>
      <p:sp>
        <p:nvSpPr>
          <p:cNvPr name="Freeform 39" id="39"/>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0" id="40"/>
          <p:cNvGrpSpPr/>
          <p:nvPr/>
        </p:nvGrpSpPr>
        <p:grpSpPr>
          <a:xfrm rot="0">
            <a:off x="11787427" y="457984"/>
            <a:ext cx="6232956" cy="533984"/>
            <a:chOff x="0" y="0"/>
            <a:chExt cx="3154180" cy="270222"/>
          </a:xfrm>
        </p:grpSpPr>
        <p:sp>
          <p:nvSpPr>
            <p:cNvPr name="Freeform 41" id="41"/>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42" id="42"/>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3" id="43"/>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44" id="44"/>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45" id="45"/>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6" id="46"/>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7" id="47"/>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8" id="48"/>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9" id="49"/>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sp>
        <p:nvSpPr>
          <p:cNvPr name="TextBox 50" id="50"/>
          <p:cNvSpPr txBox="true"/>
          <p:nvPr/>
        </p:nvSpPr>
        <p:spPr>
          <a:xfrm rot="0">
            <a:off x="-110857" y="6022602"/>
            <a:ext cx="7212371" cy="1197697"/>
          </a:xfrm>
          <a:prstGeom prst="rect">
            <a:avLst/>
          </a:prstGeom>
        </p:spPr>
        <p:txBody>
          <a:bodyPr anchor="t" rtlCol="false" tIns="0" lIns="0" bIns="0" rIns="0">
            <a:spAutoFit/>
          </a:bodyPr>
          <a:lstStyle/>
          <a:p>
            <a:pPr algn="ctr">
              <a:lnSpc>
                <a:spcPts val="8730"/>
              </a:lnSpc>
            </a:pPr>
            <a:r>
              <a:rPr lang="en-US" b="true" sz="7936">
                <a:solidFill>
                  <a:srgbClr val="CD0606"/>
                </a:solidFill>
                <a:latin typeface="Poppins Bold"/>
                <a:ea typeface="Poppins Bold"/>
                <a:cs typeface="Poppins Bold"/>
                <a:sym typeface="Poppins Bold"/>
              </a:rPr>
              <a:t>100%</a:t>
            </a:r>
          </a:p>
        </p:txBody>
      </p:sp>
      <p:grpSp>
        <p:nvGrpSpPr>
          <p:cNvPr name="Group 51" id="51"/>
          <p:cNvGrpSpPr/>
          <p:nvPr/>
        </p:nvGrpSpPr>
        <p:grpSpPr>
          <a:xfrm rot="0">
            <a:off x="-472781" y="471792"/>
            <a:ext cx="11498532" cy="1229121"/>
            <a:chOff x="0" y="0"/>
            <a:chExt cx="3028420" cy="323719"/>
          </a:xfrm>
        </p:grpSpPr>
        <p:sp>
          <p:nvSpPr>
            <p:cNvPr name="Freeform 52" id="52"/>
            <p:cNvSpPr/>
            <p:nvPr/>
          </p:nvSpPr>
          <p:spPr>
            <a:xfrm flipH="false" flipV="false" rot="0">
              <a:off x="0" y="0"/>
              <a:ext cx="3028420" cy="323719"/>
            </a:xfrm>
            <a:custGeom>
              <a:avLst/>
              <a:gdLst/>
              <a:ahLst/>
              <a:cxnLst/>
              <a:rect r="r" b="b" t="t" l="l"/>
              <a:pathLst>
                <a:path h="323719" w="3028420">
                  <a:moveTo>
                    <a:pt x="67330" y="0"/>
                  </a:moveTo>
                  <a:lnTo>
                    <a:pt x="2961090" y="0"/>
                  </a:lnTo>
                  <a:cubicBezTo>
                    <a:pt x="2978947" y="0"/>
                    <a:pt x="2996073" y="7094"/>
                    <a:pt x="3008700" y="19720"/>
                  </a:cubicBezTo>
                  <a:cubicBezTo>
                    <a:pt x="3021326" y="32347"/>
                    <a:pt x="3028420" y="49473"/>
                    <a:pt x="3028420" y="67330"/>
                  </a:cubicBezTo>
                  <a:lnTo>
                    <a:pt x="3028420" y="256389"/>
                  </a:lnTo>
                  <a:cubicBezTo>
                    <a:pt x="3028420" y="274246"/>
                    <a:pt x="3021326" y="291372"/>
                    <a:pt x="3008700" y="303999"/>
                  </a:cubicBezTo>
                  <a:cubicBezTo>
                    <a:pt x="2996073" y="316625"/>
                    <a:pt x="2978947" y="323719"/>
                    <a:pt x="2961090" y="323719"/>
                  </a:cubicBezTo>
                  <a:lnTo>
                    <a:pt x="67330" y="323719"/>
                  </a:lnTo>
                  <a:cubicBezTo>
                    <a:pt x="49473" y="323719"/>
                    <a:pt x="32347" y="316625"/>
                    <a:pt x="19720" y="303999"/>
                  </a:cubicBezTo>
                  <a:cubicBezTo>
                    <a:pt x="7094" y="291372"/>
                    <a:pt x="0" y="274246"/>
                    <a:pt x="0" y="256389"/>
                  </a:cubicBezTo>
                  <a:lnTo>
                    <a:pt x="0" y="67330"/>
                  </a:lnTo>
                  <a:cubicBezTo>
                    <a:pt x="0" y="49473"/>
                    <a:pt x="7094" y="32347"/>
                    <a:pt x="19720" y="19720"/>
                  </a:cubicBezTo>
                  <a:cubicBezTo>
                    <a:pt x="32347" y="7094"/>
                    <a:pt x="49473" y="0"/>
                    <a:pt x="67330" y="0"/>
                  </a:cubicBezTo>
                  <a:close/>
                </a:path>
              </a:pathLst>
            </a:custGeom>
            <a:solidFill>
              <a:srgbClr val="CD0606"/>
            </a:solidFill>
          </p:spPr>
        </p:sp>
        <p:sp>
          <p:nvSpPr>
            <p:cNvPr name="TextBox 53" id="53"/>
            <p:cNvSpPr txBox="true"/>
            <p:nvPr/>
          </p:nvSpPr>
          <p:spPr>
            <a:xfrm>
              <a:off x="0" y="-28575"/>
              <a:ext cx="3028420" cy="352294"/>
            </a:xfrm>
            <a:prstGeom prst="rect">
              <a:avLst/>
            </a:prstGeom>
          </p:spPr>
          <p:txBody>
            <a:bodyPr anchor="ctr" rtlCol="false" tIns="50800" lIns="50800" bIns="50800" rIns="50800"/>
            <a:lstStyle/>
            <a:p>
              <a:pPr algn="ctr">
                <a:lnSpc>
                  <a:spcPts val="2380"/>
                </a:lnSpc>
              </a:pPr>
            </a:p>
          </p:txBody>
        </p:sp>
      </p:grpSp>
      <p:sp>
        <p:nvSpPr>
          <p:cNvPr name="TextBox 54" id="54"/>
          <p:cNvSpPr txBox="true"/>
          <p:nvPr/>
        </p:nvSpPr>
        <p:spPr>
          <a:xfrm rot="0">
            <a:off x="0" y="768243"/>
            <a:ext cx="10994808" cy="708674"/>
          </a:xfrm>
          <a:prstGeom prst="rect">
            <a:avLst/>
          </a:prstGeom>
        </p:spPr>
        <p:txBody>
          <a:bodyPr anchor="t" rtlCol="false" tIns="0" lIns="0" bIns="0" rIns="0">
            <a:spAutoFit/>
          </a:bodyPr>
          <a:lstStyle/>
          <a:p>
            <a:pPr algn="ctr">
              <a:lnSpc>
                <a:spcPts val="5165"/>
              </a:lnSpc>
            </a:pPr>
            <a:r>
              <a:rPr lang="en-US" sz="4696" b="true">
                <a:solidFill>
                  <a:srgbClr val="FFFFFF"/>
                </a:solidFill>
                <a:latin typeface="Poppins Bold"/>
                <a:ea typeface="Poppins Bold"/>
                <a:cs typeface="Poppins Bold"/>
                <a:sym typeface="Poppins Bold"/>
              </a:rPr>
              <a:t>TARGET PELAKSANAAN TERCAPAI </a:t>
            </a:r>
          </a:p>
        </p:txBody>
      </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521" y="1340485"/>
            <a:ext cx="18678886" cy="12875405"/>
            <a:chOff x="0" y="0"/>
            <a:chExt cx="4919542" cy="3391053"/>
          </a:xfrm>
        </p:grpSpPr>
        <p:sp>
          <p:nvSpPr>
            <p:cNvPr name="Freeform 3" id="3"/>
            <p:cNvSpPr/>
            <p:nvPr/>
          </p:nvSpPr>
          <p:spPr>
            <a:xfrm flipH="false" flipV="false" rot="0">
              <a:off x="0" y="0"/>
              <a:ext cx="4919542" cy="3391053"/>
            </a:xfrm>
            <a:custGeom>
              <a:avLst/>
              <a:gdLst/>
              <a:ahLst/>
              <a:cxnLst/>
              <a:rect r="r" b="b" t="t" l="l"/>
              <a:pathLst>
                <a:path h="3391053" w="4919542">
                  <a:moveTo>
                    <a:pt x="41447" y="0"/>
                  </a:moveTo>
                  <a:lnTo>
                    <a:pt x="4878094" y="0"/>
                  </a:lnTo>
                  <a:cubicBezTo>
                    <a:pt x="4889087" y="0"/>
                    <a:pt x="4899629" y="4367"/>
                    <a:pt x="4907402" y="12140"/>
                  </a:cubicBezTo>
                  <a:cubicBezTo>
                    <a:pt x="4915175" y="19913"/>
                    <a:pt x="4919542" y="30455"/>
                    <a:pt x="4919542" y="41447"/>
                  </a:cubicBezTo>
                  <a:lnTo>
                    <a:pt x="4919542" y="3349606"/>
                  </a:lnTo>
                  <a:cubicBezTo>
                    <a:pt x="4919542" y="3360598"/>
                    <a:pt x="4915175" y="3371140"/>
                    <a:pt x="4907402" y="3378914"/>
                  </a:cubicBezTo>
                  <a:cubicBezTo>
                    <a:pt x="4899629" y="3386686"/>
                    <a:pt x="4889087" y="3391053"/>
                    <a:pt x="4878094" y="3391053"/>
                  </a:cubicBezTo>
                  <a:lnTo>
                    <a:pt x="41447" y="3391053"/>
                  </a:lnTo>
                  <a:cubicBezTo>
                    <a:pt x="30455" y="3391053"/>
                    <a:pt x="19913" y="3386686"/>
                    <a:pt x="12140" y="3378914"/>
                  </a:cubicBezTo>
                  <a:cubicBezTo>
                    <a:pt x="4367" y="3371140"/>
                    <a:pt x="0" y="3360598"/>
                    <a:pt x="0" y="3349606"/>
                  </a:cubicBezTo>
                  <a:lnTo>
                    <a:pt x="0" y="41447"/>
                  </a:lnTo>
                  <a:cubicBezTo>
                    <a:pt x="0" y="30455"/>
                    <a:pt x="4367" y="19913"/>
                    <a:pt x="12140" y="12140"/>
                  </a:cubicBezTo>
                  <a:cubicBezTo>
                    <a:pt x="19913" y="4367"/>
                    <a:pt x="30455" y="0"/>
                    <a:pt x="41447" y="0"/>
                  </a:cubicBezTo>
                  <a:close/>
                </a:path>
              </a:pathLst>
            </a:custGeom>
            <a:solidFill>
              <a:srgbClr val="FFFFFC">
                <a:alpha val="80000"/>
              </a:srgbClr>
            </a:solidFill>
            <a:ln w="76200" cap="rnd">
              <a:solidFill>
                <a:srgbClr val="FFCE32">
                  <a:alpha val="80000"/>
                </a:srgbClr>
              </a:solidFill>
              <a:prstDash val="solid"/>
              <a:round/>
            </a:ln>
          </p:spPr>
        </p:sp>
        <p:sp>
          <p:nvSpPr>
            <p:cNvPr name="TextBox 4" id="4"/>
            <p:cNvSpPr txBox="true"/>
            <p:nvPr/>
          </p:nvSpPr>
          <p:spPr>
            <a:xfrm>
              <a:off x="0" y="0"/>
              <a:ext cx="4919542" cy="3391053"/>
            </a:xfrm>
            <a:prstGeom prst="rect">
              <a:avLst/>
            </a:prstGeom>
          </p:spPr>
          <p:txBody>
            <a:bodyPr anchor="ctr" rtlCol="false" tIns="50800" lIns="50800" bIns="50800" rIns="50800"/>
            <a:lstStyle/>
            <a:p>
              <a:pPr algn="ctr">
                <a:lnSpc>
                  <a:spcPts val="2752"/>
                </a:lnSpc>
              </a:pPr>
            </a:p>
          </p:txBody>
        </p:sp>
      </p:grpSp>
      <p:grpSp>
        <p:nvGrpSpPr>
          <p:cNvPr name="Group 5" id="5"/>
          <p:cNvGrpSpPr/>
          <p:nvPr/>
        </p:nvGrpSpPr>
        <p:grpSpPr>
          <a:xfrm rot="0">
            <a:off x="240438" y="9601920"/>
            <a:ext cx="16877922" cy="600132"/>
            <a:chOff x="0" y="0"/>
            <a:chExt cx="22503897" cy="800176"/>
          </a:xfrm>
        </p:grpSpPr>
        <p:grpSp>
          <p:nvGrpSpPr>
            <p:cNvPr name="Group 6" id="6"/>
            <p:cNvGrpSpPr/>
            <p:nvPr/>
          </p:nvGrpSpPr>
          <p:grpSpPr>
            <a:xfrm rot="0">
              <a:off x="0" y="6193"/>
              <a:ext cx="5347837" cy="793983"/>
              <a:chOff x="0" y="0"/>
              <a:chExt cx="1056363" cy="156836"/>
            </a:xfrm>
          </p:grpSpPr>
          <p:sp>
            <p:nvSpPr>
              <p:cNvPr name="Freeform 7" id="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8" id="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9" id="9"/>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0" id="10"/>
            <p:cNvGrpSpPr/>
            <p:nvPr/>
          </p:nvGrpSpPr>
          <p:grpSpPr>
            <a:xfrm rot="0">
              <a:off x="4707376" y="0"/>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3" id="13"/>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4" id="14"/>
            <p:cNvGrpSpPr/>
            <p:nvPr/>
          </p:nvGrpSpPr>
          <p:grpSpPr>
            <a:xfrm rot="0">
              <a:off x="8838517" y="0"/>
              <a:ext cx="5347837" cy="793983"/>
              <a:chOff x="0" y="0"/>
              <a:chExt cx="1056363" cy="156836"/>
            </a:xfrm>
          </p:grpSpPr>
          <p:sp>
            <p:nvSpPr>
              <p:cNvPr name="Freeform 15" id="1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6" id="1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7" id="17"/>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18" id="18"/>
            <p:cNvGrpSpPr/>
            <p:nvPr/>
          </p:nvGrpSpPr>
          <p:grpSpPr>
            <a:xfrm rot="0">
              <a:off x="13154013" y="6193"/>
              <a:ext cx="5347837" cy="793983"/>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olid"/>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C90000"/>
                  </a:solidFill>
                  <a:latin typeface="Poppins Bold"/>
                  <a:ea typeface="Poppins Bold"/>
                  <a:cs typeface="Poppins Bold"/>
                  <a:sym typeface="Poppins Bold"/>
                </a:rPr>
                <a:t>Luaran</a:t>
              </a:r>
            </a:p>
          </p:txBody>
        </p:sp>
        <p:grpSp>
          <p:nvGrpSpPr>
            <p:cNvPr name="Group 22" id="22"/>
            <p:cNvGrpSpPr/>
            <p:nvPr/>
          </p:nvGrpSpPr>
          <p:grpSpPr>
            <a:xfrm rot="0">
              <a:off x="16106266" y="0"/>
              <a:ext cx="6397630" cy="793983"/>
              <a:chOff x="0" y="0"/>
              <a:chExt cx="1263729" cy="156836"/>
            </a:xfrm>
          </p:grpSpPr>
          <p:sp>
            <p:nvSpPr>
              <p:cNvPr name="Freeform 23" id="23"/>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4" id="24"/>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Kebermanfaatan</a:t>
              </a:r>
            </a:p>
          </p:txBody>
        </p:sp>
      </p:grpSp>
      <p:grpSp>
        <p:nvGrpSpPr>
          <p:cNvPr name="Group 26" id="26"/>
          <p:cNvGrpSpPr/>
          <p:nvPr/>
        </p:nvGrpSpPr>
        <p:grpSpPr>
          <a:xfrm rot="0">
            <a:off x="16443867" y="9362871"/>
            <a:ext cx="996408" cy="1848257"/>
            <a:chOff x="0" y="0"/>
            <a:chExt cx="438186" cy="812800"/>
          </a:xfrm>
        </p:grpSpPr>
        <p:sp>
          <p:nvSpPr>
            <p:cNvPr name="Freeform 27" id="27"/>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8" id="28"/>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sp>
        <p:nvSpPr>
          <p:cNvPr name="Freeform 29" id="29"/>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0" id="30"/>
          <p:cNvGrpSpPr/>
          <p:nvPr/>
        </p:nvGrpSpPr>
        <p:grpSpPr>
          <a:xfrm rot="0">
            <a:off x="11787427" y="457984"/>
            <a:ext cx="6232956" cy="533984"/>
            <a:chOff x="0" y="0"/>
            <a:chExt cx="3154180" cy="270222"/>
          </a:xfrm>
        </p:grpSpPr>
        <p:sp>
          <p:nvSpPr>
            <p:cNvPr name="Freeform 31" id="31"/>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2" id="32"/>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3" id="33"/>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4"/>
            <a:stretch>
              <a:fillRect l="-3671" t="0" r="-3671" b="0"/>
            </a:stretch>
          </a:blipFill>
        </p:spPr>
      </p:sp>
      <p:sp>
        <p:nvSpPr>
          <p:cNvPr name="Freeform 34" id="34"/>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5"/>
            <a:stretch>
              <a:fillRect l="-3671" t="0" r="-3671" b="0"/>
            </a:stretch>
          </a:blipFill>
        </p:spPr>
      </p:sp>
      <p:sp>
        <p:nvSpPr>
          <p:cNvPr name="Freeform 35" id="35"/>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6"/>
            <a:stretch>
              <a:fillRect l="-3671" t="0" r="-3671" b="0"/>
            </a:stretch>
          </a:blipFill>
        </p:spPr>
      </p:sp>
      <p:sp>
        <p:nvSpPr>
          <p:cNvPr name="Freeform 36" id="36"/>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7"/>
            <a:stretch>
              <a:fillRect l="-3671" t="0" r="-3671" b="0"/>
            </a:stretch>
          </a:blipFill>
        </p:spPr>
      </p:sp>
      <p:sp>
        <p:nvSpPr>
          <p:cNvPr name="Freeform 37" id="37"/>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8"/>
            <a:stretch>
              <a:fillRect l="0" t="-1456" r="0" b="-566"/>
            </a:stretch>
          </a:blipFill>
        </p:spPr>
      </p:sp>
      <p:sp>
        <p:nvSpPr>
          <p:cNvPr name="Freeform 38" id="38"/>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9"/>
            <a:stretch>
              <a:fillRect l="0" t="-552" r="0" b="-552"/>
            </a:stretch>
          </a:blipFill>
        </p:spPr>
      </p:sp>
      <p:sp>
        <p:nvSpPr>
          <p:cNvPr name="Freeform 39" id="39"/>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0"/>
            <a:stretch>
              <a:fillRect l="0" t="0" r="-5929" b="0"/>
            </a:stretch>
          </a:blipFill>
        </p:spPr>
      </p:sp>
      <p:grpSp>
        <p:nvGrpSpPr>
          <p:cNvPr name="Group 40" id="40"/>
          <p:cNvGrpSpPr/>
          <p:nvPr/>
        </p:nvGrpSpPr>
        <p:grpSpPr>
          <a:xfrm rot="0">
            <a:off x="727354" y="5815455"/>
            <a:ext cx="4038183" cy="3251386"/>
            <a:chOff x="0" y="0"/>
            <a:chExt cx="5384244" cy="4335181"/>
          </a:xfrm>
        </p:grpSpPr>
        <p:sp>
          <p:nvSpPr>
            <p:cNvPr name="Freeform 41" id="41"/>
            <p:cNvSpPr/>
            <p:nvPr/>
          </p:nvSpPr>
          <p:spPr>
            <a:xfrm flipH="false" flipV="false" rot="0">
              <a:off x="0" y="0"/>
              <a:ext cx="5384244" cy="3819424"/>
            </a:xfrm>
            <a:custGeom>
              <a:avLst/>
              <a:gdLst/>
              <a:ahLst/>
              <a:cxnLst/>
              <a:rect r="r" b="b" t="t" l="l"/>
              <a:pathLst>
                <a:path h="3819424" w="5384244">
                  <a:moveTo>
                    <a:pt x="0" y="0"/>
                  </a:moveTo>
                  <a:lnTo>
                    <a:pt x="5384244" y="0"/>
                  </a:lnTo>
                  <a:lnTo>
                    <a:pt x="5384244" y="3819424"/>
                  </a:lnTo>
                  <a:lnTo>
                    <a:pt x="0" y="3819424"/>
                  </a:lnTo>
                  <a:lnTo>
                    <a:pt x="0" y="0"/>
                  </a:lnTo>
                  <a:close/>
                </a:path>
              </a:pathLst>
            </a:custGeom>
            <a:blipFill>
              <a:blip r:embed="rId11"/>
              <a:stretch>
                <a:fillRect l="0" t="-109861" r="-2519" b="-47066"/>
              </a:stretch>
            </a:blipFill>
            <a:ln w="38100" cap="sq">
              <a:solidFill>
                <a:srgbClr val="000000"/>
              </a:solidFill>
              <a:prstDash val="solid"/>
              <a:miter/>
            </a:ln>
          </p:spPr>
        </p:sp>
        <p:sp>
          <p:nvSpPr>
            <p:cNvPr name="TextBox 42" id="42"/>
            <p:cNvSpPr txBox="true"/>
            <p:nvPr/>
          </p:nvSpPr>
          <p:spPr>
            <a:xfrm rot="0">
              <a:off x="201403" y="3866340"/>
              <a:ext cx="4981438" cy="468841"/>
            </a:xfrm>
            <a:prstGeom prst="rect">
              <a:avLst/>
            </a:prstGeom>
          </p:spPr>
          <p:txBody>
            <a:bodyPr anchor="t" rtlCol="false" tIns="0" lIns="0" bIns="0" rIns="0">
              <a:spAutoFit/>
            </a:bodyPr>
            <a:lstStyle/>
            <a:p>
              <a:pPr algn="ctr">
                <a:lnSpc>
                  <a:spcPts val="2800"/>
                </a:lnSpc>
              </a:pPr>
              <a:r>
                <a:rPr lang="en-US" sz="2000" b="true">
                  <a:solidFill>
                    <a:srgbClr val="910608"/>
                  </a:solidFill>
                  <a:latin typeface="Poppins Bold"/>
                  <a:ea typeface="Poppins Bold"/>
                  <a:cs typeface="Poppins Bold"/>
                  <a:sym typeface="Poppins Bold"/>
                </a:rPr>
                <a:t>Latihan Presentasi Internal </a:t>
              </a:r>
            </a:p>
          </p:txBody>
        </p:sp>
      </p:grpSp>
      <p:grpSp>
        <p:nvGrpSpPr>
          <p:cNvPr name="Group 43" id="43"/>
          <p:cNvGrpSpPr/>
          <p:nvPr/>
        </p:nvGrpSpPr>
        <p:grpSpPr>
          <a:xfrm rot="0">
            <a:off x="5079863" y="2256048"/>
            <a:ext cx="4064137" cy="3178407"/>
            <a:chOff x="0" y="0"/>
            <a:chExt cx="5418850" cy="4237876"/>
          </a:xfrm>
        </p:grpSpPr>
        <p:sp>
          <p:nvSpPr>
            <p:cNvPr name="Freeform 44" id="44"/>
            <p:cNvSpPr/>
            <p:nvPr/>
          </p:nvSpPr>
          <p:spPr>
            <a:xfrm flipH="false" flipV="false" rot="0">
              <a:off x="0" y="0"/>
              <a:ext cx="5418850" cy="3739526"/>
            </a:xfrm>
            <a:custGeom>
              <a:avLst/>
              <a:gdLst/>
              <a:ahLst/>
              <a:cxnLst/>
              <a:rect r="r" b="b" t="t" l="l"/>
              <a:pathLst>
                <a:path h="3739526" w="5418850">
                  <a:moveTo>
                    <a:pt x="0" y="0"/>
                  </a:moveTo>
                  <a:lnTo>
                    <a:pt x="5418850" y="0"/>
                  </a:lnTo>
                  <a:lnTo>
                    <a:pt x="5418850" y="3739526"/>
                  </a:lnTo>
                  <a:lnTo>
                    <a:pt x="0" y="3739526"/>
                  </a:lnTo>
                  <a:lnTo>
                    <a:pt x="0" y="0"/>
                  </a:lnTo>
                  <a:close/>
                </a:path>
              </a:pathLst>
            </a:custGeom>
            <a:blipFill>
              <a:blip r:embed="rId12"/>
              <a:stretch>
                <a:fillRect l="0" t="0" r="-22683" b="0"/>
              </a:stretch>
            </a:blipFill>
            <a:ln w="38100" cap="sq">
              <a:solidFill>
                <a:srgbClr val="000000"/>
              </a:solidFill>
              <a:prstDash val="solid"/>
              <a:miter/>
            </a:ln>
          </p:spPr>
        </p:sp>
        <p:sp>
          <p:nvSpPr>
            <p:cNvPr name="TextBox 45" id="45"/>
            <p:cNvSpPr txBox="true"/>
            <p:nvPr/>
          </p:nvSpPr>
          <p:spPr>
            <a:xfrm rot="0">
              <a:off x="218706" y="3769036"/>
              <a:ext cx="4981438" cy="468841"/>
            </a:xfrm>
            <a:prstGeom prst="rect">
              <a:avLst/>
            </a:prstGeom>
          </p:spPr>
          <p:txBody>
            <a:bodyPr anchor="t" rtlCol="false" tIns="0" lIns="0" bIns="0" rIns="0">
              <a:spAutoFit/>
            </a:bodyPr>
            <a:lstStyle/>
            <a:p>
              <a:pPr algn="ctr">
                <a:lnSpc>
                  <a:spcPts val="2800"/>
                </a:lnSpc>
              </a:pPr>
              <a:r>
                <a:rPr lang="en-US" sz="2000" b="true">
                  <a:solidFill>
                    <a:srgbClr val="910608"/>
                  </a:solidFill>
                  <a:latin typeface="Poppins Bold"/>
                  <a:ea typeface="Poppins Bold"/>
                  <a:cs typeface="Poppins Bold"/>
                  <a:sym typeface="Poppins Bold"/>
                </a:rPr>
                <a:t>Perakitan Elektronis</a:t>
              </a:r>
            </a:p>
          </p:txBody>
        </p:sp>
      </p:grpSp>
      <p:grpSp>
        <p:nvGrpSpPr>
          <p:cNvPr name="Group 46" id="46"/>
          <p:cNvGrpSpPr/>
          <p:nvPr/>
        </p:nvGrpSpPr>
        <p:grpSpPr>
          <a:xfrm rot="0">
            <a:off x="727354" y="2256048"/>
            <a:ext cx="4038183" cy="3178407"/>
            <a:chOff x="0" y="0"/>
            <a:chExt cx="5384244" cy="4237876"/>
          </a:xfrm>
        </p:grpSpPr>
        <p:sp>
          <p:nvSpPr>
            <p:cNvPr name="Freeform 47" id="47"/>
            <p:cNvSpPr/>
            <p:nvPr/>
          </p:nvSpPr>
          <p:spPr>
            <a:xfrm flipH="false" flipV="false" rot="0">
              <a:off x="0" y="0"/>
              <a:ext cx="5384244" cy="3739526"/>
            </a:xfrm>
            <a:custGeom>
              <a:avLst/>
              <a:gdLst/>
              <a:ahLst/>
              <a:cxnLst/>
              <a:rect r="r" b="b" t="t" l="l"/>
              <a:pathLst>
                <a:path h="3739526" w="5384244">
                  <a:moveTo>
                    <a:pt x="0" y="0"/>
                  </a:moveTo>
                  <a:lnTo>
                    <a:pt x="5384244" y="0"/>
                  </a:lnTo>
                  <a:lnTo>
                    <a:pt x="5384244" y="3739526"/>
                  </a:lnTo>
                  <a:lnTo>
                    <a:pt x="0" y="3739526"/>
                  </a:lnTo>
                  <a:lnTo>
                    <a:pt x="0" y="0"/>
                  </a:lnTo>
                  <a:close/>
                </a:path>
              </a:pathLst>
            </a:custGeom>
            <a:blipFill>
              <a:blip r:embed="rId13"/>
              <a:stretch>
                <a:fillRect l="0" t="0" r="0" b="0"/>
              </a:stretch>
            </a:blipFill>
            <a:ln w="38100" cap="sq">
              <a:solidFill>
                <a:srgbClr val="000000"/>
              </a:solidFill>
              <a:prstDash val="solid"/>
              <a:miter/>
            </a:ln>
          </p:spPr>
        </p:sp>
        <p:sp>
          <p:nvSpPr>
            <p:cNvPr name="TextBox 48" id="48"/>
            <p:cNvSpPr txBox="true"/>
            <p:nvPr/>
          </p:nvSpPr>
          <p:spPr>
            <a:xfrm rot="0">
              <a:off x="201403" y="3769036"/>
              <a:ext cx="4981438" cy="468841"/>
            </a:xfrm>
            <a:prstGeom prst="rect">
              <a:avLst/>
            </a:prstGeom>
          </p:spPr>
          <p:txBody>
            <a:bodyPr anchor="t" rtlCol="false" tIns="0" lIns="0" bIns="0" rIns="0">
              <a:spAutoFit/>
            </a:bodyPr>
            <a:lstStyle/>
            <a:p>
              <a:pPr algn="ctr">
                <a:lnSpc>
                  <a:spcPts val="2800"/>
                </a:lnSpc>
              </a:pPr>
              <a:r>
                <a:rPr lang="en-US" sz="2000" b="true">
                  <a:solidFill>
                    <a:srgbClr val="910608"/>
                  </a:solidFill>
                  <a:latin typeface="Poppins Bold"/>
                  <a:ea typeface="Poppins Bold"/>
                  <a:cs typeface="Poppins Bold"/>
                  <a:sym typeface="Poppins Bold"/>
                </a:rPr>
                <a:t>Diskusi Internal</a:t>
              </a:r>
            </a:p>
          </p:txBody>
        </p:sp>
      </p:grpSp>
      <p:sp>
        <p:nvSpPr>
          <p:cNvPr name="TextBox 49" id="49"/>
          <p:cNvSpPr txBox="true"/>
          <p:nvPr/>
        </p:nvSpPr>
        <p:spPr>
          <a:xfrm rot="0">
            <a:off x="16629011" y="9421254"/>
            <a:ext cx="626120"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32</a:t>
            </a:r>
          </a:p>
        </p:txBody>
      </p:sp>
      <p:grpSp>
        <p:nvGrpSpPr>
          <p:cNvPr name="Group 50" id="50"/>
          <p:cNvGrpSpPr/>
          <p:nvPr/>
        </p:nvGrpSpPr>
        <p:grpSpPr>
          <a:xfrm rot="0">
            <a:off x="13655255" y="5815455"/>
            <a:ext cx="3933275" cy="3251386"/>
            <a:chOff x="0" y="0"/>
            <a:chExt cx="5244367" cy="4335181"/>
          </a:xfrm>
        </p:grpSpPr>
        <p:sp>
          <p:nvSpPr>
            <p:cNvPr name="Freeform 51" id="51"/>
            <p:cNvSpPr/>
            <p:nvPr/>
          </p:nvSpPr>
          <p:spPr>
            <a:xfrm flipH="false" flipV="false" rot="0">
              <a:off x="0" y="0"/>
              <a:ext cx="5244367" cy="3816718"/>
            </a:xfrm>
            <a:custGeom>
              <a:avLst/>
              <a:gdLst/>
              <a:ahLst/>
              <a:cxnLst/>
              <a:rect r="r" b="b" t="t" l="l"/>
              <a:pathLst>
                <a:path h="3816718" w="5244367">
                  <a:moveTo>
                    <a:pt x="0" y="0"/>
                  </a:moveTo>
                  <a:lnTo>
                    <a:pt x="5244367" y="0"/>
                  </a:lnTo>
                  <a:lnTo>
                    <a:pt x="5244367" y="3816718"/>
                  </a:lnTo>
                  <a:lnTo>
                    <a:pt x="0" y="3816718"/>
                  </a:lnTo>
                  <a:lnTo>
                    <a:pt x="0" y="0"/>
                  </a:lnTo>
                  <a:close/>
                </a:path>
              </a:pathLst>
            </a:custGeom>
            <a:blipFill>
              <a:blip r:embed="rId14"/>
              <a:stretch>
                <a:fillRect l="-2875" t="-2684" r="-2875" b="-6296"/>
              </a:stretch>
            </a:blipFill>
            <a:ln w="38100" cap="sq">
              <a:solidFill>
                <a:srgbClr val="000000"/>
              </a:solidFill>
              <a:prstDash val="solid"/>
              <a:miter/>
            </a:ln>
          </p:spPr>
        </p:sp>
        <p:sp>
          <p:nvSpPr>
            <p:cNvPr name="TextBox 52" id="52"/>
            <p:cNvSpPr txBox="true"/>
            <p:nvPr/>
          </p:nvSpPr>
          <p:spPr>
            <a:xfrm rot="0">
              <a:off x="136061" y="3866340"/>
              <a:ext cx="4981438" cy="468841"/>
            </a:xfrm>
            <a:prstGeom prst="rect">
              <a:avLst/>
            </a:prstGeom>
          </p:spPr>
          <p:txBody>
            <a:bodyPr anchor="t" rtlCol="false" tIns="0" lIns="0" bIns="0" rIns="0">
              <a:spAutoFit/>
            </a:bodyPr>
            <a:lstStyle/>
            <a:p>
              <a:pPr algn="ctr">
                <a:lnSpc>
                  <a:spcPts val="2800"/>
                </a:lnSpc>
              </a:pPr>
              <a:r>
                <a:rPr lang="en-US" b="true" sz="2000">
                  <a:solidFill>
                    <a:srgbClr val="910608"/>
                  </a:solidFill>
                  <a:latin typeface="Poppins Bold"/>
                  <a:ea typeface="Poppins Bold"/>
                  <a:cs typeface="Poppins Bold"/>
                  <a:sym typeface="Poppins Bold"/>
                </a:rPr>
                <a:t>Pengajuan HKI</a:t>
              </a:r>
            </a:p>
          </p:txBody>
        </p:sp>
      </p:grpSp>
      <p:grpSp>
        <p:nvGrpSpPr>
          <p:cNvPr name="Group 53" id="53"/>
          <p:cNvGrpSpPr/>
          <p:nvPr/>
        </p:nvGrpSpPr>
        <p:grpSpPr>
          <a:xfrm rot="0">
            <a:off x="9490248" y="5801986"/>
            <a:ext cx="3834677" cy="3591879"/>
            <a:chOff x="0" y="0"/>
            <a:chExt cx="5112902" cy="4789172"/>
          </a:xfrm>
        </p:grpSpPr>
        <p:sp>
          <p:nvSpPr>
            <p:cNvPr name="Freeform 54" id="54"/>
            <p:cNvSpPr/>
            <p:nvPr/>
          </p:nvSpPr>
          <p:spPr>
            <a:xfrm flipH="false" flipV="false" rot="0">
              <a:off x="0" y="0"/>
              <a:ext cx="5112902" cy="3834677"/>
            </a:xfrm>
            <a:custGeom>
              <a:avLst/>
              <a:gdLst/>
              <a:ahLst/>
              <a:cxnLst/>
              <a:rect r="r" b="b" t="t" l="l"/>
              <a:pathLst>
                <a:path h="3834677" w="5112902">
                  <a:moveTo>
                    <a:pt x="0" y="0"/>
                  </a:moveTo>
                  <a:lnTo>
                    <a:pt x="5112902" y="0"/>
                  </a:lnTo>
                  <a:lnTo>
                    <a:pt x="5112902" y="3834677"/>
                  </a:lnTo>
                  <a:lnTo>
                    <a:pt x="0" y="3834677"/>
                  </a:lnTo>
                  <a:lnTo>
                    <a:pt x="0" y="0"/>
                  </a:lnTo>
                  <a:close/>
                </a:path>
              </a:pathLst>
            </a:custGeom>
            <a:blipFill>
              <a:blip r:embed="rId15"/>
              <a:stretch>
                <a:fillRect l="0" t="0" r="0" b="0"/>
              </a:stretch>
            </a:blipFill>
            <a:ln w="38100" cap="sq">
              <a:solidFill>
                <a:srgbClr val="000000"/>
              </a:solidFill>
              <a:prstDash val="solid"/>
              <a:miter/>
            </a:ln>
          </p:spPr>
        </p:sp>
        <p:sp>
          <p:nvSpPr>
            <p:cNvPr name="TextBox 55" id="55"/>
            <p:cNvSpPr txBox="true"/>
            <p:nvPr/>
          </p:nvSpPr>
          <p:spPr>
            <a:xfrm rot="0">
              <a:off x="86308" y="3850432"/>
              <a:ext cx="4981438" cy="938741"/>
            </a:xfrm>
            <a:prstGeom prst="rect">
              <a:avLst/>
            </a:prstGeom>
          </p:spPr>
          <p:txBody>
            <a:bodyPr anchor="t" rtlCol="false" tIns="0" lIns="0" bIns="0" rIns="0">
              <a:spAutoFit/>
            </a:bodyPr>
            <a:lstStyle/>
            <a:p>
              <a:pPr algn="ctr">
                <a:lnSpc>
                  <a:spcPts val="2800"/>
                </a:lnSpc>
              </a:pPr>
              <a:r>
                <a:rPr lang="en-US" sz="2000" b="true">
                  <a:solidFill>
                    <a:srgbClr val="910608"/>
                  </a:solidFill>
                  <a:latin typeface="Poppins Bold"/>
                  <a:ea typeface="Poppins Bold"/>
                  <a:cs typeface="Poppins Bold"/>
                  <a:sym typeface="Poppins Bold"/>
                </a:rPr>
                <a:t>Pembuatan Video </a:t>
              </a:r>
            </a:p>
            <a:p>
              <a:pPr algn="ctr">
                <a:lnSpc>
                  <a:spcPts val="2800"/>
                </a:lnSpc>
              </a:pPr>
              <a:r>
                <a:rPr lang="en-US" sz="2000" b="true">
                  <a:solidFill>
                    <a:srgbClr val="910608"/>
                  </a:solidFill>
                  <a:latin typeface="Poppins Bold"/>
                  <a:ea typeface="Poppins Bold"/>
                  <a:cs typeface="Poppins Bold"/>
                  <a:sym typeface="Poppins Bold"/>
                </a:rPr>
                <a:t>Iklan</a:t>
              </a:r>
            </a:p>
          </p:txBody>
        </p:sp>
      </p:grpSp>
      <p:grpSp>
        <p:nvGrpSpPr>
          <p:cNvPr name="Group 56" id="56"/>
          <p:cNvGrpSpPr/>
          <p:nvPr/>
        </p:nvGrpSpPr>
        <p:grpSpPr>
          <a:xfrm rot="0">
            <a:off x="13293829" y="2256048"/>
            <a:ext cx="4656126" cy="3431774"/>
            <a:chOff x="0" y="0"/>
            <a:chExt cx="6208168" cy="4575698"/>
          </a:xfrm>
        </p:grpSpPr>
        <p:sp>
          <p:nvSpPr>
            <p:cNvPr name="Freeform 57" id="57"/>
            <p:cNvSpPr/>
            <p:nvPr/>
          </p:nvSpPr>
          <p:spPr>
            <a:xfrm flipH="false" flipV="false" rot="0">
              <a:off x="460560" y="0"/>
              <a:ext cx="5265707" cy="3684836"/>
            </a:xfrm>
            <a:custGeom>
              <a:avLst/>
              <a:gdLst/>
              <a:ahLst/>
              <a:cxnLst/>
              <a:rect r="r" b="b" t="t" l="l"/>
              <a:pathLst>
                <a:path h="3684836" w="5265707">
                  <a:moveTo>
                    <a:pt x="0" y="0"/>
                  </a:moveTo>
                  <a:lnTo>
                    <a:pt x="5265707" y="0"/>
                  </a:lnTo>
                  <a:lnTo>
                    <a:pt x="5265707" y="3684836"/>
                  </a:lnTo>
                  <a:lnTo>
                    <a:pt x="0" y="3684836"/>
                  </a:lnTo>
                  <a:lnTo>
                    <a:pt x="0" y="0"/>
                  </a:lnTo>
                  <a:close/>
                </a:path>
              </a:pathLst>
            </a:custGeom>
            <a:blipFill>
              <a:blip r:embed="rId16"/>
              <a:stretch>
                <a:fillRect l="0" t="-44477" r="0" b="-46058"/>
              </a:stretch>
            </a:blipFill>
            <a:ln w="38100" cap="sq">
              <a:solidFill>
                <a:srgbClr val="000000"/>
              </a:solidFill>
              <a:prstDash val="solid"/>
              <a:miter/>
            </a:ln>
          </p:spPr>
        </p:sp>
        <p:sp>
          <p:nvSpPr>
            <p:cNvPr name="TextBox 58" id="58"/>
            <p:cNvSpPr txBox="true"/>
            <p:nvPr/>
          </p:nvSpPr>
          <p:spPr>
            <a:xfrm rot="0">
              <a:off x="0" y="3845236"/>
              <a:ext cx="6208168" cy="730463"/>
            </a:xfrm>
            <a:prstGeom prst="rect">
              <a:avLst/>
            </a:prstGeom>
          </p:spPr>
          <p:txBody>
            <a:bodyPr anchor="t" rtlCol="false" tIns="0" lIns="0" bIns="0" rIns="0">
              <a:spAutoFit/>
            </a:bodyPr>
            <a:lstStyle/>
            <a:p>
              <a:pPr algn="ctr">
                <a:lnSpc>
                  <a:spcPts val="2080"/>
                </a:lnSpc>
              </a:pPr>
              <a:r>
                <a:rPr lang="en-US" sz="2000" b="true">
                  <a:solidFill>
                    <a:srgbClr val="910608"/>
                  </a:solidFill>
                  <a:latin typeface="Poppins Bold"/>
                  <a:ea typeface="Poppins Bold"/>
                  <a:cs typeface="Poppins Bold"/>
                  <a:sym typeface="Poppins Bold"/>
                </a:rPr>
                <a:t>Diskusi dengan Laboran</a:t>
              </a:r>
            </a:p>
            <a:p>
              <a:pPr algn="ctr">
                <a:lnSpc>
                  <a:spcPts val="2080"/>
                </a:lnSpc>
              </a:pPr>
              <a:r>
                <a:rPr lang="en-US" sz="2000" b="true">
                  <a:solidFill>
                    <a:srgbClr val="910608"/>
                  </a:solidFill>
                  <a:latin typeface="Poppins Bold"/>
                  <a:ea typeface="Poppins Bold"/>
                  <a:cs typeface="Poppins Bold"/>
                  <a:sym typeface="Poppins Bold"/>
                </a:rPr>
                <a:t>Gadjah Mada Medical Center</a:t>
              </a:r>
            </a:p>
          </p:txBody>
        </p:sp>
      </p:grpSp>
      <p:grpSp>
        <p:nvGrpSpPr>
          <p:cNvPr name="Group 59" id="59"/>
          <p:cNvGrpSpPr/>
          <p:nvPr/>
        </p:nvGrpSpPr>
        <p:grpSpPr>
          <a:xfrm rot="0">
            <a:off x="5079863" y="5815455"/>
            <a:ext cx="4064137" cy="3251386"/>
            <a:chOff x="0" y="0"/>
            <a:chExt cx="5418850" cy="4335181"/>
          </a:xfrm>
        </p:grpSpPr>
        <p:sp>
          <p:nvSpPr>
            <p:cNvPr name="Freeform 60" id="60"/>
            <p:cNvSpPr/>
            <p:nvPr/>
          </p:nvSpPr>
          <p:spPr>
            <a:xfrm flipH="false" flipV="false" rot="0">
              <a:off x="0" y="0"/>
              <a:ext cx="5418850" cy="3787477"/>
            </a:xfrm>
            <a:custGeom>
              <a:avLst/>
              <a:gdLst/>
              <a:ahLst/>
              <a:cxnLst/>
              <a:rect r="r" b="b" t="t" l="l"/>
              <a:pathLst>
                <a:path h="3787477" w="5418850">
                  <a:moveTo>
                    <a:pt x="0" y="0"/>
                  </a:moveTo>
                  <a:lnTo>
                    <a:pt x="5418850" y="0"/>
                  </a:lnTo>
                  <a:lnTo>
                    <a:pt x="5418850" y="3787477"/>
                  </a:lnTo>
                  <a:lnTo>
                    <a:pt x="0" y="3787477"/>
                  </a:lnTo>
                  <a:lnTo>
                    <a:pt x="0" y="0"/>
                  </a:lnTo>
                  <a:close/>
                </a:path>
              </a:pathLst>
            </a:custGeom>
            <a:blipFill>
              <a:blip r:embed="rId17"/>
              <a:stretch>
                <a:fillRect l="0" t="-92115" r="-6783" b="-79490"/>
              </a:stretch>
            </a:blipFill>
            <a:ln w="38100" cap="sq">
              <a:solidFill>
                <a:srgbClr val="000000"/>
              </a:solidFill>
              <a:prstDash val="solid"/>
              <a:miter/>
            </a:ln>
          </p:spPr>
        </p:sp>
        <p:sp>
          <p:nvSpPr>
            <p:cNvPr name="TextBox 61" id="61"/>
            <p:cNvSpPr txBox="true"/>
            <p:nvPr/>
          </p:nvSpPr>
          <p:spPr>
            <a:xfrm rot="0">
              <a:off x="218706" y="3866340"/>
              <a:ext cx="4981438" cy="468841"/>
            </a:xfrm>
            <a:prstGeom prst="rect">
              <a:avLst/>
            </a:prstGeom>
          </p:spPr>
          <p:txBody>
            <a:bodyPr anchor="t" rtlCol="false" tIns="0" lIns="0" bIns="0" rIns="0">
              <a:spAutoFit/>
            </a:bodyPr>
            <a:lstStyle/>
            <a:p>
              <a:pPr algn="ctr">
                <a:lnSpc>
                  <a:spcPts val="2800"/>
                </a:lnSpc>
              </a:pPr>
              <a:r>
                <a:rPr lang="en-US" sz="2000" b="true">
                  <a:solidFill>
                    <a:srgbClr val="910608"/>
                  </a:solidFill>
                  <a:latin typeface="Poppins Bold"/>
                  <a:ea typeface="Poppins Bold"/>
                  <a:cs typeface="Poppins Bold"/>
                  <a:sym typeface="Poppins Bold"/>
                </a:rPr>
                <a:t>Uji Kalibrasi</a:t>
              </a:r>
            </a:p>
          </p:txBody>
        </p:sp>
      </p:grpSp>
      <p:grpSp>
        <p:nvGrpSpPr>
          <p:cNvPr name="Group 62" id="62"/>
          <p:cNvGrpSpPr/>
          <p:nvPr/>
        </p:nvGrpSpPr>
        <p:grpSpPr>
          <a:xfrm rot="0">
            <a:off x="9490248" y="2274111"/>
            <a:ext cx="3834677" cy="3393391"/>
            <a:chOff x="0" y="0"/>
            <a:chExt cx="5112902" cy="4524522"/>
          </a:xfrm>
        </p:grpSpPr>
        <p:sp>
          <p:nvSpPr>
            <p:cNvPr name="Freeform 63" id="63"/>
            <p:cNvSpPr/>
            <p:nvPr/>
          </p:nvSpPr>
          <p:spPr>
            <a:xfrm flipH="false" flipV="false" rot="0">
              <a:off x="0" y="0"/>
              <a:ext cx="5112902" cy="3659227"/>
            </a:xfrm>
            <a:custGeom>
              <a:avLst/>
              <a:gdLst/>
              <a:ahLst/>
              <a:cxnLst/>
              <a:rect r="r" b="b" t="t" l="l"/>
              <a:pathLst>
                <a:path h="3659227" w="5112902">
                  <a:moveTo>
                    <a:pt x="0" y="0"/>
                  </a:moveTo>
                  <a:lnTo>
                    <a:pt x="5112902" y="0"/>
                  </a:lnTo>
                  <a:lnTo>
                    <a:pt x="5112902" y="3659227"/>
                  </a:lnTo>
                  <a:lnTo>
                    <a:pt x="0" y="3659227"/>
                  </a:lnTo>
                  <a:lnTo>
                    <a:pt x="0" y="0"/>
                  </a:lnTo>
                  <a:close/>
                </a:path>
              </a:pathLst>
            </a:custGeom>
            <a:blipFill>
              <a:blip r:embed="rId18"/>
              <a:stretch>
                <a:fillRect l="0" t="-1356" r="0" b="-3438"/>
              </a:stretch>
            </a:blipFill>
            <a:ln w="38100" cap="sq">
              <a:solidFill>
                <a:srgbClr val="000000"/>
              </a:solidFill>
              <a:prstDash val="solid"/>
              <a:miter/>
            </a:ln>
          </p:spPr>
        </p:sp>
        <p:sp>
          <p:nvSpPr>
            <p:cNvPr name="TextBox 64" id="64"/>
            <p:cNvSpPr txBox="true"/>
            <p:nvPr/>
          </p:nvSpPr>
          <p:spPr>
            <a:xfrm rot="0">
              <a:off x="90004" y="3830677"/>
              <a:ext cx="4981438" cy="693845"/>
            </a:xfrm>
            <a:prstGeom prst="rect">
              <a:avLst/>
            </a:prstGeom>
          </p:spPr>
          <p:txBody>
            <a:bodyPr anchor="t" rtlCol="false" tIns="0" lIns="0" bIns="0" rIns="0">
              <a:spAutoFit/>
            </a:bodyPr>
            <a:lstStyle/>
            <a:p>
              <a:pPr algn="ctr">
                <a:lnSpc>
                  <a:spcPts val="1940"/>
                </a:lnSpc>
              </a:pPr>
              <a:r>
                <a:rPr lang="en-US" sz="2000" b="true">
                  <a:solidFill>
                    <a:srgbClr val="910608"/>
                  </a:solidFill>
                  <a:latin typeface="Poppins Bold"/>
                  <a:ea typeface="Poppins Bold"/>
                  <a:cs typeface="Poppins Bold"/>
                  <a:sym typeface="Poppins Bold"/>
                </a:rPr>
                <a:t>Diskusi dengan dosen pembimbing</a:t>
              </a:r>
            </a:p>
          </p:txBody>
        </p:sp>
      </p:grpSp>
      <p:grpSp>
        <p:nvGrpSpPr>
          <p:cNvPr name="Group 65" id="65"/>
          <p:cNvGrpSpPr/>
          <p:nvPr/>
        </p:nvGrpSpPr>
        <p:grpSpPr>
          <a:xfrm rot="0">
            <a:off x="-460642" y="570236"/>
            <a:ext cx="6874088" cy="854037"/>
            <a:chOff x="0" y="0"/>
            <a:chExt cx="1810460" cy="224932"/>
          </a:xfrm>
        </p:grpSpPr>
        <p:sp>
          <p:nvSpPr>
            <p:cNvPr name="Freeform 66" id="66"/>
            <p:cNvSpPr/>
            <p:nvPr/>
          </p:nvSpPr>
          <p:spPr>
            <a:xfrm flipH="false" flipV="false" rot="0">
              <a:off x="0" y="0"/>
              <a:ext cx="1810459" cy="224932"/>
            </a:xfrm>
            <a:custGeom>
              <a:avLst/>
              <a:gdLst/>
              <a:ahLst/>
              <a:cxnLst/>
              <a:rect r="r" b="b" t="t" l="l"/>
              <a:pathLst>
                <a:path h="224932" w="1810459">
                  <a:moveTo>
                    <a:pt x="112466" y="0"/>
                  </a:moveTo>
                  <a:lnTo>
                    <a:pt x="1697994" y="0"/>
                  </a:lnTo>
                  <a:cubicBezTo>
                    <a:pt x="1727821" y="0"/>
                    <a:pt x="1756427" y="11849"/>
                    <a:pt x="1777519" y="32940"/>
                  </a:cubicBezTo>
                  <a:cubicBezTo>
                    <a:pt x="1798610" y="54032"/>
                    <a:pt x="1810459" y="82638"/>
                    <a:pt x="1810459" y="112466"/>
                  </a:cubicBezTo>
                  <a:lnTo>
                    <a:pt x="1810459" y="112466"/>
                  </a:lnTo>
                  <a:cubicBezTo>
                    <a:pt x="1810459" y="142294"/>
                    <a:pt x="1798610" y="170900"/>
                    <a:pt x="1777519" y="191991"/>
                  </a:cubicBezTo>
                  <a:cubicBezTo>
                    <a:pt x="1756427" y="213083"/>
                    <a:pt x="1727821" y="224932"/>
                    <a:pt x="1697994" y="224932"/>
                  </a:cubicBezTo>
                  <a:lnTo>
                    <a:pt x="112466" y="224932"/>
                  </a:lnTo>
                  <a:cubicBezTo>
                    <a:pt x="82638" y="224932"/>
                    <a:pt x="54032" y="213083"/>
                    <a:pt x="32940" y="191991"/>
                  </a:cubicBezTo>
                  <a:cubicBezTo>
                    <a:pt x="11849" y="170900"/>
                    <a:pt x="0" y="142294"/>
                    <a:pt x="0" y="112466"/>
                  </a:cubicBezTo>
                  <a:lnTo>
                    <a:pt x="0" y="112466"/>
                  </a:lnTo>
                  <a:cubicBezTo>
                    <a:pt x="0" y="82638"/>
                    <a:pt x="11849" y="54032"/>
                    <a:pt x="32940" y="32940"/>
                  </a:cubicBezTo>
                  <a:cubicBezTo>
                    <a:pt x="54032" y="11849"/>
                    <a:pt x="82638" y="0"/>
                    <a:pt x="112466" y="0"/>
                  </a:cubicBezTo>
                  <a:close/>
                </a:path>
              </a:pathLst>
            </a:custGeom>
            <a:solidFill>
              <a:srgbClr val="183900"/>
            </a:solidFill>
          </p:spPr>
        </p:sp>
        <p:sp>
          <p:nvSpPr>
            <p:cNvPr name="TextBox 67" id="67"/>
            <p:cNvSpPr txBox="true"/>
            <p:nvPr/>
          </p:nvSpPr>
          <p:spPr>
            <a:xfrm>
              <a:off x="0" y="-28575"/>
              <a:ext cx="1810460" cy="253507"/>
            </a:xfrm>
            <a:prstGeom prst="rect">
              <a:avLst/>
            </a:prstGeom>
          </p:spPr>
          <p:txBody>
            <a:bodyPr anchor="ctr" rtlCol="false" tIns="50800" lIns="50800" bIns="50800" rIns="50800"/>
            <a:lstStyle/>
            <a:p>
              <a:pPr algn="ctr">
                <a:lnSpc>
                  <a:spcPts val="2380"/>
                </a:lnSpc>
              </a:pPr>
            </a:p>
          </p:txBody>
        </p:sp>
      </p:grpSp>
      <p:sp>
        <p:nvSpPr>
          <p:cNvPr name="TextBox 68" id="68"/>
          <p:cNvSpPr txBox="true"/>
          <p:nvPr/>
        </p:nvSpPr>
        <p:spPr>
          <a:xfrm rot="0">
            <a:off x="439040" y="610582"/>
            <a:ext cx="5736582" cy="836236"/>
          </a:xfrm>
          <a:prstGeom prst="rect">
            <a:avLst/>
          </a:prstGeom>
        </p:spPr>
        <p:txBody>
          <a:bodyPr anchor="t" rtlCol="false" tIns="0" lIns="0" bIns="0" rIns="0">
            <a:spAutoFit/>
          </a:bodyPr>
          <a:lstStyle/>
          <a:p>
            <a:pPr algn="ctr">
              <a:lnSpc>
                <a:spcPts val="6048"/>
              </a:lnSpc>
            </a:pPr>
            <a:r>
              <a:rPr lang="en-US" sz="5498" b="true">
                <a:solidFill>
                  <a:srgbClr val="FFFFFF"/>
                </a:solidFill>
                <a:latin typeface="Poppins Bold"/>
                <a:ea typeface="Poppins Bold"/>
                <a:cs typeface="Poppins Bold"/>
                <a:sym typeface="Poppins Bold"/>
              </a:rPr>
              <a:t>DOKUMENTASI</a:t>
            </a:r>
          </a:p>
        </p:txBody>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2247" y="1329979"/>
            <a:ext cx="18288000" cy="10740136"/>
            <a:chOff x="0" y="0"/>
            <a:chExt cx="4816593" cy="2828678"/>
          </a:xfrm>
        </p:grpSpPr>
        <p:sp>
          <p:nvSpPr>
            <p:cNvPr name="Freeform 4" id="4"/>
            <p:cNvSpPr/>
            <p:nvPr/>
          </p:nvSpPr>
          <p:spPr>
            <a:xfrm flipH="false" flipV="false" rot="0">
              <a:off x="0" y="0"/>
              <a:ext cx="4816592" cy="2828678"/>
            </a:xfrm>
            <a:custGeom>
              <a:avLst/>
              <a:gdLst/>
              <a:ahLst/>
              <a:cxnLst/>
              <a:rect r="r" b="b" t="t" l="l"/>
              <a:pathLst>
                <a:path h="2828678" w="4816592">
                  <a:moveTo>
                    <a:pt x="42333" y="0"/>
                  </a:moveTo>
                  <a:lnTo>
                    <a:pt x="4774259" y="0"/>
                  </a:lnTo>
                  <a:cubicBezTo>
                    <a:pt x="4785487" y="0"/>
                    <a:pt x="4796254" y="4460"/>
                    <a:pt x="4804193" y="12399"/>
                  </a:cubicBezTo>
                  <a:cubicBezTo>
                    <a:pt x="4812132" y="20338"/>
                    <a:pt x="4816592" y="31106"/>
                    <a:pt x="4816592" y="42333"/>
                  </a:cubicBezTo>
                  <a:lnTo>
                    <a:pt x="4816592" y="2786345"/>
                  </a:lnTo>
                  <a:cubicBezTo>
                    <a:pt x="4816592" y="2797572"/>
                    <a:pt x="4812132" y="2808340"/>
                    <a:pt x="4804193" y="2816279"/>
                  </a:cubicBezTo>
                  <a:cubicBezTo>
                    <a:pt x="4796254" y="2824218"/>
                    <a:pt x="4785487" y="2828678"/>
                    <a:pt x="4774259" y="2828678"/>
                  </a:cubicBezTo>
                  <a:lnTo>
                    <a:pt x="42333" y="2828678"/>
                  </a:lnTo>
                  <a:cubicBezTo>
                    <a:pt x="31106" y="2828678"/>
                    <a:pt x="20338" y="2824218"/>
                    <a:pt x="12399" y="2816279"/>
                  </a:cubicBezTo>
                  <a:cubicBezTo>
                    <a:pt x="4460" y="2808340"/>
                    <a:pt x="0" y="2797572"/>
                    <a:pt x="0" y="2786345"/>
                  </a:cubicBezTo>
                  <a:lnTo>
                    <a:pt x="0" y="42333"/>
                  </a:lnTo>
                  <a:cubicBezTo>
                    <a:pt x="0" y="31106"/>
                    <a:pt x="4460" y="20338"/>
                    <a:pt x="12399" y="12399"/>
                  </a:cubicBezTo>
                  <a:cubicBezTo>
                    <a:pt x="20338" y="4460"/>
                    <a:pt x="31106" y="0"/>
                    <a:pt x="42333" y="0"/>
                  </a:cubicBezTo>
                  <a:close/>
                </a:path>
              </a:pathLst>
            </a:custGeom>
            <a:solidFill>
              <a:srgbClr val="FFFFFC">
                <a:alpha val="80000"/>
              </a:srgbClr>
            </a:solidFill>
            <a:ln w="76200" cap="rnd">
              <a:solidFill>
                <a:srgbClr val="FFD21F">
                  <a:alpha val="80000"/>
                </a:srgbClr>
              </a:solidFill>
              <a:prstDash val="solid"/>
              <a:round/>
            </a:ln>
          </p:spPr>
        </p:sp>
        <p:sp>
          <p:nvSpPr>
            <p:cNvPr name="TextBox 5" id="5"/>
            <p:cNvSpPr txBox="true"/>
            <p:nvPr/>
          </p:nvSpPr>
          <p:spPr>
            <a:xfrm>
              <a:off x="0" y="0"/>
              <a:ext cx="4816593" cy="2828678"/>
            </a:xfrm>
            <a:prstGeom prst="rect">
              <a:avLst/>
            </a:prstGeom>
          </p:spPr>
          <p:txBody>
            <a:bodyPr anchor="ctr" rtlCol="false" tIns="50800" lIns="50800" bIns="50800" rIns="50800"/>
            <a:lstStyle/>
            <a:p>
              <a:pPr algn="ctr">
                <a:lnSpc>
                  <a:spcPts val="2752"/>
                </a:lnSpc>
              </a:pPr>
            </a:p>
          </p:txBody>
        </p:sp>
      </p:grpSp>
      <p:sp>
        <p:nvSpPr>
          <p:cNvPr name="Freeform 6" id="6"/>
          <p:cNvSpPr/>
          <p:nvPr/>
        </p:nvSpPr>
        <p:spPr>
          <a:xfrm flipH="false" flipV="false" rot="0">
            <a:off x="10656926" y="1631572"/>
            <a:ext cx="2678935" cy="1339468"/>
          </a:xfrm>
          <a:custGeom>
            <a:avLst/>
            <a:gdLst/>
            <a:ahLst/>
            <a:cxnLst/>
            <a:rect r="r" b="b" t="t" l="l"/>
            <a:pathLst>
              <a:path h="1339468" w="2678935">
                <a:moveTo>
                  <a:pt x="0" y="0"/>
                </a:moveTo>
                <a:lnTo>
                  <a:pt x="2678935" y="0"/>
                </a:lnTo>
                <a:lnTo>
                  <a:pt x="2678935" y="1339467"/>
                </a:lnTo>
                <a:lnTo>
                  <a:pt x="0" y="1339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75274" y="3390226"/>
            <a:ext cx="3086725" cy="1543362"/>
          </a:xfrm>
          <a:custGeom>
            <a:avLst/>
            <a:gdLst/>
            <a:ahLst/>
            <a:cxnLst/>
            <a:rect r="r" b="b" t="t" l="l"/>
            <a:pathLst>
              <a:path h="1543362" w="3086725">
                <a:moveTo>
                  <a:pt x="0" y="0"/>
                </a:moveTo>
                <a:lnTo>
                  <a:pt x="3086725" y="0"/>
                </a:lnTo>
                <a:lnTo>
                  <a:pt x="3086725" y="1543362"/>
                </a:lnTo>
                <a:lnTo>
                  <a:pt x="0" y="1543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18185" y="7622320"/>
            <a:ext cx="3086725" cy="1543362"/>
          </a:xfrm>
          <a:custGeom>
            <a:avLst/>
            <a:gdLst/>
            <a:ahLst/>
            <a:cxnLst/>
            <a:rect r="r" b="b" t="t" l="l"/>
            <a:pathLst>
              <a:path h="1543362" w="3086725">
                <a:moveTo>
                  <a:pt x="0" y="0"/>
                </a:moveTo>
                <a:lnTo>
                  <a:pt x="3086725" y="0"/>
                </a:lnTo>
                <a:lnTo>
                  <a:pt x="3086725" y="1543362"/>
                </a:lnTo>
                <a:lnTo>
                  <a:pt x="0" y="1543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40438" y="9601920"/>
            <a:ext cx="16877922" cy="600132"/>
            <a:chOff x="0" y="0"/>
            <a:chExt cx="22503897" cy="800176"/>
          </a:xfrm>
        </p:grpSpPr>
        <p:grpSp>
          <p:nvGrpSpPr>
            <p:cNvPr name="Group 10" id="10"/>
            <p:cNvGrpSpPr/>
            <p:nvPr/>
          </p:nvGrpSpPr>
          <p:grpSpPr>
            <a:xfrm rot="0">
              <a:off x="0" y="6193"/>
              <a:ext cx="5347837" cy="793983"/>
              <a:chOff x="0" y="0"/>
              <a:chExt cx="1056363" cy="156836"/>
            </a:xfrm>
          </p:grpSpPr>
          <p:sp>
            <p:nvSpPr>
              <p:cNvPr name="Freeform 11" id="11"/>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2" id="12"/>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3" id="13"/>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4" id="14"/>
            <p:cNvGrpSpPr/>
            <p:nvPr/>
          </p:nvGrpSpPr>
          <p:grpSpPr>
            <a:xfrm rot="0">
              <a:off x="4707376" y="0"/>
              <a:ext cx="5347837" cy="793983"/>
              <a:chOff x="0" y="0"/>
              <a:chExt cx="1056363" cy="156836"/>
            </a:xfrm>
          </p:grpSpPr>
          <p:sp>
            <p:nvSpPr>
              <p:cNvPr name="Freeform 15" id="1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6" id="1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7" id="17"/>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18" id="18"/>
            <p:cNvGrpSpPr/>
            <p:nvPr/>
          </p:nvGrpSpPr>
          <p:grpSpPr>
            <a:xfrm rot="0">
              <a:off x="8838517" y="0"/>
              <a:ext cx="5347837" cy="793983"/>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22" id="22"/>
            <p:cNvGrpSpPr/>
            <p:nvPr/>
          </p:nvGrpSpPr>
          <p:grpSpPr>
            <a:xfrm rot="0">
              <a:off x="13154013" y="6193"/>
              <a:ext cx="5347837" cy="793983"/>
              <a:chOff x="0" y="0"/>
              <a:chExt cx="1056363" cy="156836"/>
            </a:xfrm>
          </p:grpSpPr>
          <p:sp>
            <p:nvSpPr>
              <p:cNvPr name="Freeform 23" id="2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4" id="2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FDFDFD"/>
                  </a:solidFill>
                  <a:latin typeface="Poppins Bold"/>
                  <a:ea typeface="Poppins Bold"/>
                  <a:cs typeface="Poppins Bold"/>
                  <a:sym typeface="Poppins Bold"/>
                </a:rPr>
                <a:t>Luaran</a:t>
              </a:r>
            </a:p>
          </p:txBody>
        </p:sp>
        <p:grpSp>
          <p:nvGrpSpPr>
            <p:cNvPr name="Group 26" id="26"/>
            <p:cNvGrpSpPr/>
            <p:nvPr/>
          </p:nvGrpSpPr>
          <p:grpSpPr>
            <a:xfrm rot="0">
              <a:off x="16106266" y="0"/>
              <a:ext cx="6397630" cy="793983"/>
              <a:chOff x="0" y="0"/>
              <a:chExt cx="1263729" cy="156836"/>
            </a:xfrm>
          </p:grpSpPr>
          <p:sp>
            <p:nvSpPr>
              <p:cNvPr name="Freeform 27" id="27"/>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9B9A9A"/>
                </a:solidFill>
                <a:prstDash val="solid"/>
                <a:round/>
              </a:ln>
            </p:spPr>
          </p:sp>
          <p:sp>
            <p:nvSpPr>
              <p:cNvPr name="TextBox 28" id="28"/>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9" id="29"/>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b="true" sz="3026">
                  <a:solidFill>
                    <a:srgbClr val="FF2A2A"/>
                  </a:solidFill>
                  <a:latin typeface="Poppins Bold"/>
                  <a:ea typeface="Poppins Bold"/>
                  <a:cs typeface="Poppins Bold"/>
                  <a:sym typeface="Poppins Bold"/>
                </a:rPr>
                <a:t>Kebermanfaatan</a:t>
              </a:r>
            </a:p>
          </p:txBody>
        </p:sp>
      </p:grpSp>
      <p:grpSp>
        <p:nvGrpSpPr>
          <p:cNvPr name="Group 30" id="30"/>
          <p:cNvGrpSpPr/>
          <p:nvPr/>
        </p:nvGrpSpPr>
        <p:grpSpPr>
          <a:xfrm rot="0">
            <a:off x="16443867" y="9362871"/>
            <a:ext cx="996408" cy="1848257"/>
            <a:chOff x="0" y="0"/>
            <a:chExt cx="438186" cy="812800"/>
          </a:xfrm>
        </p:grpSpPr>
        <p:sp>
          <p:nvSpPr>
            <p:cNvPr name="Freeform 31" id="31"/>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32" id="32"/>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3" id="33"/>
          <p:cNvGrpSpPr/>
          <p:nvPr/>
        </p:nvGrpSpPr>
        <p:grpSpPr>
          <a:xfrm rot="0">
            <a:off x="11787427" y="457984"/>
            <a:ext cx="6232956" cy="533984"/>
            <a:chOff x="0" y="0"/>
            <a:chExt cx="3154180" cy="270222"/>
          </a:xfrm>
        </p:grpSpPr>
        <p:sp>
          <p:nvSpPr>
            <p:cNvPr name="Freeform 34" id="34"/>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5" id="35"/>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6" id="36"/>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6"/>
            <a:stretch>
              <a:fillRect l="-3671" t="0" r="-3671" b="0"/>
            </a:stretch>
          </a:blipFill>
        </p:spPr>
      </p:sp>
      <p:sp>
        <p:nvSpPr>
          <p:cNvPr name="Freeform 37" id="37"/>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7"/>
            <a:stretch>
              <a:fillRect l="-3671" t="0" r="-3671" b="0"/>
            </a:stretch>
          </a:blipFill>
        </p:spPr>
      </p:sp>
      <p:sp>
        <p:nvSpPr>
          <p:cNvPr name="Freeform 38" id="38"/>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8"/>
            <a:stretch>
              <a:fillRect l="-3671" t="0" r="-3671" b="0"/>
            </a:stretch>
          </a:blipFill>
        </p:spPr>
      </p:sp>
      <p:sp>
        <p:nvSpPr>
          <p:cNvPr name="Freeform 39" id="39"/>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9"/>
            <a:stretch>
              <a:fillRect l="-3671" t="0" r="-3671" b="0"/>
            </a:stretch>
          </a:blipFill>
        </p:spPr>
      </p:sp>
      <p:sp>
        <p:nvSpPr>
          <p:cNvPr name="Freeform 40" id="40"/>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10"/>
            <a:stretch>
              <a:fillRect l="0" t="-1456" r="0" b="-566"/>
            </a:stretch>
          </a:blipFill>
        </p:spPr>
      </p:sp>
      <p:sp>
        <p:nvSpPr>
          <p:cNvPr name="Freeform 41" id="41"/>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1"/>
            <a:stretch>
              <a:fillRect l="0" t="-552" r="0" b="-552"/>
            </a:stretch>
          </a:blipFill>
        </p:spPr>
      </p:sp>
      <p:sp>
        <p:nvSpPr>
          <p:cNvPr name="Freeform 42" id="42"/>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2"/>
            <a:stretch>
              <a:fillRect l="0" t="0" r="-5929" b="0"/>
            </a:stretch>
          </a:blipFill>
        </p:spPr>
      </p:sp>
      <p:sp>
        <p:nvSpPr>
          <p:cNvPr name="Freeform 43" id="43"/>
          <p:cNvSpPr/>
          <p:nvPr/>
        </p:nvSpPr>
        <p:spPr>
          <a:xfrm flipH="false" flipV="false" rot="0">
            <a:off x="0" y="2221992"/>
            <a:ext cx="18288000" cy="6583680"/>
          </a:xfrm>
          <a:custGeom>
            <a:avLst/>
            <a:gdLst/>
            <a:ahLst/>
            <a:cxnLst/>
            <a:rect r="r" b="b" t="t" l="l"/>
            <a:pathLst>
              <a:path h="6583680" w="18288000">
                <a:moveTo>
                  <a:pt x="0" y="0"/>
                </a:moveTo>
                <a:lnTo>
                  <a:pt x="18288000" y="0"/>
                </a:lnTo>
                <a:lnTo>
                  <a:pt x="18288000" y="6583680"/>
                </a:lnTo>
                <a:lnTo>
                  <a:pt x="0" y="6583680"/>
                </a:lnTo>
                <a:lnTo>
                  <a:pt x="0" y="0"/>
                </a:lnTo>
                <a:close/>
              </a:path>
            </a:pathLst>
          </a:custGeom>
          <a:blipFill>
            <a:blip r:embed="rId13"/>
            <a:stretch>
              <a:fillRect l="0" t="0" r="0" b="0"/>
            </a:stretch>
          </a:blipFill>
        </p:spPr>
      </p:sp>
      <p:grpSp>
        <p:nvGrpSpPr>
          <p:cNvPr name="Group 44" id="44"/>
          <p:cNvGrpSpPr/>
          <p:nvPr/>
        </p:nvGrpSpPr>
        <p:grpSpPr>
          <a:xfrm rot="0">
            <a:off x="942462" y="7180080"/>
            <a:ext cx="2038172" cy="805142"/>
            <a:chOff x="0" y="0"/>
            <a:chExt cx="408641" cy="161426"/>
          </a:xfrm>
        </p:grpSpPr>
        <p:sp>
          <p:nvSpPr>
            <p:cNvPr name="Freeform 45" id="45"/>
            <p:cNvSpPr/>
            <p:nvPr/>
          </p:nvSpPr>
          <p:spPr>
            <a:xfrm flipH="false" flipV="false" rot="0">
              <a:off x="0" y="0"/>
              <a:ext cx="408641" cy="161426"/>
            </a:xfrm>
            <a:custGeom>
              <a:avLst/>
              <a:gdLst/>
              <a:ahLst/>
              <a:cxnLst/>
              <a:rect r="r" b="b" t="t" l="l"/>
              <a:pathLst>
                <a:path h="161426" w="408641">
                  <a:moveTo>
                    <a:pt x="80713" y="0"/>
                  </a:moveTo>
                  <a:lnTo>
                    <a:pt x="327928" y="0"/>
                  </a:lnTo>
                  <a:cubicBezTo>
                    <a:pt x="349334" y="0"/>
                    <a:pt x="369864" y="8504"/>
                    <a:pt x="385000" y="23640"/>
                  </a:cubicBezTo>
                  <a:cubicBezTo>
                    <a:pt x="400137" y="38777"/>
                    <a:pt x="408641" y="59307"/>
                    <a:pt x="408641" y="80713"/>
                  </a:cubicBezTo>
                  <a:lnTo>
                    <a:pt x="408641" y="80713"/>
                  </a:lnTo>
                  <a:cubicBezTo>
                    <a:pt x="408641" y="125290"/>
                    <a:pt x="372504" y="161426"/>
                    <a:pt x="327928" y="161426"/>
                  </a:cubicBezTo>
                  <a:lnTo>
                    <a:pt x="80713" y="161426"/>
                  </a:lnTo>
                  <a:cubicBezTo>
                    <a:pt x="59307" y="161426"/>
                    <a:pt x="38777" y="152922"/>
                    <a:pt x="23640" y="137786"/>
                  </a:cubicBezTo>
                  <a:cubicBezTo>
                    <a:pt x="8504" y="122649"/>
                    <a:pt x="0" y="102119"/>
                    <a:pt x="0" y="80713"/>
                  </a:cubicBezTo>
                  <a:lnTo>
                    <a:pt x="0" y="80713"/>
                  </a:lnTo>
                  <a:cubicBezTo>
                    <a:pt x="0" y="59307"/>
                    <a:pt x="8504" y="38777"/>
                    <a:pt x="23640" y="23640"/>
                  </a:cubicBezTo>
                  <a:cubicBezTo>
                    <a:pt x="38777" y="8504"/>
                    <a:pt x="59307" y="0"/>
                    <a:pt x="80713" y="0"/>
                  </a:cubicBezTo>
                  <a:close/>
                </a:path>
              </a:pathLst>
            </a:custGeom>
            <a:solidFill>
              <a:srgbClr val="183900"/>
            </a:solidFill>
            <a:ln cap="rnd">
              <a:noFill/>
              <a:prstDash val="solid"/>
              <a:round/>
            </a:ln>
          </p:spPr>
        </p:sp>
        <p:sp>
          <p:nvSpPr>
            <p:cNvPr name="TextBox 46" id="46"/>
            <p:cNvSpPr txBox="true"/>
            <p:nvPr/>
          </p:nvSpPr>
          <p:spPr>
            <a:xfrm>
              <a:off x="0" y="-28575"/>
              <a:ext cx="408641" cy="190001"/>
            </a:xfrm>
            <a:prstGeom prst="rect">
              <a:avLst/>
            </a:prstGeom>
          </p:spPr>
          <p:txBody>
            <a:bodyPr anchor="ctr" rtlCol="false" tIns="50800" lIns="50800" bIns="50800" rIns="50800"/>
            <a:lstStyle/>
            <a:p>
              <a:pPr algn="ctr">
                <a:lnSpc>
                  <a:spcPts val="2380"/>
                </a:lnSpc>
              </a:pPr>
            </a:p>
          </p:txBody>
        </p:sp>
      </p:grpSp>
      <p:grpSp>
        <p:nvGrpSpPr>
          <p:cNvPr name="Group 47" id="47"/>
          <p:cNvGrpSpPr/>
          <p:nvPr/>
        </p:nvGrpSpPr>
        <p:grpSpPr>
          <a:xfrm rot="0">
            <a:off x="2899550" y="4531017"/>
            <a:ext cx="2038172" cy="805142"/>
            <a:chOff x="0" y="0"/>
            <a:chExt cx="408641" cy="161426"/>
          </a:xfrm>
        </p:grpSpPr>
        <p:sp>
          <p:nvSpPr>
            <p:cNvPr name="Freeform 48" id="48"/>
            <p:cNvSpPr/>
            <p:nvPr/>
          </p:nvSpPr>
          <p:spPr>
            <a:xfrm flipH="false" flipV="false" rot="0">
              <a:off x="0" y="0"/>
              <a:ext cx="408641" cy="161426"/>
            </a:xfrm>
            <a:custGeom>
              <a:avLst/>
              <a:gdLst/>
              <a:ahLst/>
              <a:cxnLst/>
              <a:rect r="r" b="b" t="t" l="l"/>
              <a:pathLst>
                <a:path h="161426" w="408641">
                  <a:moveTo>
                    <a:pt x="80713" y="0"/>
                  </a:moveTo>
                  <a:lnTo>
                    <a:pt x="327928" y="0"/>
                  </a:lnTo>
                  <a:cubicBezTo>
                    <a:pt x="349334" y="0"/>
                    <a:pt x="369864" y="8504"/>
                    <a:pt x="385000" y="23640"/>
                  </a:cubicBezTo>
                  <a:cubicBezTo>
                    <a:pt x="400137" y="38777"/>
                    <a:pt x="408641" y="59307"/>
                    <a:pt x="408641" y="80713"/>
                  </a:cubicBezTo>
                  <a:lnTo>
                    <a:pt x="408641" y="80713"/>
                  </a:lnTo>
                  <a:cubicBezTo>
                    <a:pt x="408641" y="125290"/>
                    <a:pt x="372504" y="161426"/>
                    <a:pt x="327928" y="161426"/>
                  </a:cubicBezTo>
                  <a:lnTo>
                    <a:pt x="80713" y="161426"/>
                  </a:lnTo>
                  <a:cubicBezTo>
                    <a:pt x="59307" y="161426"/>
                    <a:pt x="38777" y="152922"/>
                    <a:pt x="23640" y="137786"/>
                  </a:cubicBezTo>
                  <a:cubicBezTo>
                    <a:pt x="8504" y="122649"/>
                    <a:pt x="0" y="102119"/>
                    <a:pt x="0" y="80713"/>
                  </a:cubicBezTo>
                  <a:lnTo>
                    <a:pt x="0" y="80713"/>
                  </a:lnTo>
                  <a:cubicBezTo>
                    <a:pt x="0" y="59307"/>
                    <a:pt x="8504" y="38777"/>
                    <a:pt x="23640" y="23640"/>
                  </a:cubicBezTo>
                  <a:cubicBezTo>
                    <a:pt x="38777" y="8504"/>
                    <a:pt x="59307" y="0"/>
                    <a:pt x="80713" y="0"/>
                  </a:cubicBezTo>
                  <a:close/>
                </a:path>
              </a:pathLst>
            </a:custGeom>
            <a:solidFill>
              <a:srgbClr val="183900"/>
            </a:solidFill>
            <a:ln cap="rnd">
              <a:noFill/>
              <a:prstDash val="solid"/>
              <a:round/>
            </a:ln>
          </p:spPr>
        </p:sp>
        <p:sp>
          <p:nvSpPr>
            <p:cNvPr name="TextBox 49" id="49"/>
            <p:cNvSpPr txBox="true"/>
            <p:nvPr/>
          </p:nvSpPr>
          <p:spPr>
            <a:xfrm>
              <a:off x="0" y="-28575"/>
              <a:ext cx="408641" cy="190001"/>
            </a:xfrm>
            <a:prstGeom prst="rect">
              <a:avLst/>
            </a:prstGeom>
          </p:spPr>
          <p:txBody>
            <a:bodyPr anchor="ctr" rtlCol="false" tIns="50800" lIns="50800" bIns="50800" rIns="50800"/>
            <a:lstStyle/>
            <a:p>
              <a:pPr algn="ctr">
                <a:lnSpc>
                  <a:spcPts val="2380"/>
                </a:lnSpc>
              </a:pPr>
            </a:p>
          </p:txBody>
        </p:sp>
      </p:grpSp>
      <p:sp>
        <p:nvSpPr>
          <p:cNvPr name="Freeform 50" id="50"/>
          <p:cNvSpPr/>
          <p:nvPr/>
        </p:nvSpPr>
        <p:spPr>
          <a:xfrm flipH="false" flipV="false" rot="0">
            <a:off x="6207394" y="7315488"/>
            <a:ext cx="2678935" cy="1339468"/>
          </a:xfrm>
          <a:custGeom>
            <a:avLst/>
            <a:gdLst/>
            <a:ahLst/>
            <a:cxnLst/>
            <a:rect r="r" b="b" t="t" l="l"/>
            <a:pathLst>
              <a:path h="1339468" w="2678935">
                <a:moveTo>
                  <a:pt x="0" y="0"/>
                </a:moveTo>
                <a:lnTo>
                  <a:pt x="2678936" y="0"/>
                </a:lnTo>
                <a:lnTo>
                  <a:pt x="2678936" y="1339468"/>
                </a:lnTo>
                <a:lnTo>
                  <a:pt x="0" y="1339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1" id="51"/>
          <p:cNvGrpSpPr/>
          <p:nvPr/>
        </p:nvGrpSpPr>
        <p:grpSpPr>
          <a:xfrm rot="0">
            <a:off x="6543364" y="6817178"/>
            <a:ext cx="2038172" cy="805142"/>
            <a:chOff x="0" y="0"/>
            <a:chExt cx="408641" cy="161426"/>
          </a:xfrm>
        </p:grpSpPr>
        <p:sp>
          <p:nvSpPr>
            <p:cNvPr name="Freeform 52" id="52"/>
            <p:cNvSpPr/>
            <p:nvPr/>
          </p:nvSpPr>
          <p:spPr>
            <a:xfrm flipH="false" flipV="false" rot="0">
              <a:off x="0" y="0"/>
              <a:ext cx="408641" cy="161426"/>
            </a:xfrm>
            <a:custGeom>
              <a:avLst/>
              <a:gdLst/>
              <a:ahLst/>
              <a:cxnLst/>
              <a:rect r="r" b="b" t="t" l="l"/>
              <a:pathLst>
                <a:path h="161426" w="408641">
                  <a:moveTo>
                    <a:pt x="80713" y="0"/>
                  </a:moveTo>
                  <a:lnTo>
                    <a:pt x="327928" y="0"/>
                  </a:lnTo>
                  <a:cubicBezTo>
                    <a:pt x="349334" y="0"/>
                    <a:pt x="369864" y="8504"/>
                    <a:pt x="385000" y="23640"/>
                  </a:cubicBezTo>
                  <a:cubicBezTo>
                    <a:pt x="400137" y="38777"/>
                    <a:pt x="408641" y="59307"/>
                    <a:pt x="408641" y="80713"/>
                  </a:cubicBezTo>
                  <a:lnTo>
                    <a:pt x="408641" y="80713"/>
                  </a:lnTo>
                  <a:cubicBezTo>
                    <a:pt x="408641" y="125290"/>
                    <a:pt x="372504" y="161426"/>
                    <a:pt x="327928" y="161426"/>
                  </a:cubicBezTo>
                  <a:lnTo>
                    <a:pt x="80713" y="161426"/>
                  </a:lnTo>
                  <a:cubicBezTo>
                    <a:pt x="59307" y="161426"/>
                    <a:pt x="38777" y="152922"/>
                    <a:pt x="23640" y="137786"/>
                  </a:cubicBezTo>
                  <a:cubicBezTo>
                    <a:pt x="8504" y="122649"/>
                    <a:pt x="0" y="102119"/>
                    <a:pt x="0" y="80713"/>
                  </a:cubicBezTo>
                  <a:lnTo>
                    <a:pt x="0" y="80713"/>
                  </a:lnTo>
                  <a:cubicBezTo>
                    <a:pt x="0" y="59307"/>
                    <a:pt x="8504" y="38777"/>
                    <a:pt x="23640" y="23640"/>
                  </a:cubicBezTo>
                  <a:cubicBezTo>
                    <a:pt x="38777" y="8504"/>
                    <a:pt x="59307" y="0"/>
                    <a:pt x="80713" y="0"/>
                  </a:cubicBezTo>
                  <a:close/>
                </a:path>
              </a:pathLst>
            </a:custGeom>
            <a:solidFill>
              <a:srgbClr val="183900"/>
            </a:solidFill>
            <a:ln cap="rnd">
              <a:noFill/>
              <a:prstDash val="solid"/>
              <a:round/>
            </a:ln>
          </p:spPr>
        </p:sp>
        <p:sp>
          <p:nvSpPr>
            <p:cNvPr name="TextBox 53" id="53"/>
            <p:cNvSpPr txBox="true"/>
            <p:nvPr/>
          </p:nvSpPr>
          <p:spPr>
            <a:xfrm>
              <a:off x="0" y="-28575"/>
              <a:ext cx="408641" cy="190001"/>
            </a:xfrm>
            <a:prstGeom prst="rect">
              <a:avLst/>
            </a:prstGeom>
          </p:spPr>
          <p:txBody>
            <a:bodyPr anchor="ctr" rtlCol="false" tIns="50800" lIns="50800" bIns="50800" rIns="50800"/>
            <a:lstStyle/>
            <a:p>
              <a:pPr algn="ctr">
                <a:lnSpc>
                  <a:spcPts val="2380"/>
                </a:lnSpc>
              </a:pPr>
            </a:p>
          </p:txBody>
        </p:sp>
      </p:grpSp>
      <p:grpSp>
        <p:nvGrpSpPr>
          <p:cNvPr name="Group 54" id="54"/>
          <p:cNvGrpSpPr/>
          <p:nvPr/>
        </p:nvGrpSpPr>
        <p:grpSpPr>
          <a:xfrm rot="0">
            <a:off x="10982051" y="2838631"/>
            <a:ext cx="2038172" cy="805142"/>
            <a:chOff x="0" y="0"/>
            <a:chExt cx="408641" cy="161426"/>
          </a:xfrm>
        </p:grpSpPr>
        <p:sp>
          <p:nvSpPr>
            <p:cNvPr name="Freeform 55" id="55"/>
            <p:cNvSpPr/>
            <p:nvPr/>
          </p:nvSpPr>
          <p:spPr>
            <a:xfrm flipH="false" flipV="false" rot="0">
              <a:off x="0" y="0"/>
              <a:ext cx="408641" cy="161426"/>
            </a:xfrm>
            <a:custGeom>
              <a:avLst/>
              <a:gdLst/>
              <a:ahLst/>
              <a:cxnLst/>
              <a:rect r="r" b="b" t="t" l="l"/>
              <a:pathLst>
                <a:path h="161426" w="408641">
                  <a:moveTo>
                    <a:pt x="80713" y="0"/>
                  </a:moveTo>
                  <a:lnTo>
                    <a:pt x="327928" y="0"/>
                  </a:lnTo>
                  <a:cubicBezTo>
                    <a:pt x="349334" y="0"/>
                    <a:pt x="369864" y="8504"/>
                    <a:pt x="385000" y="23640"/>
                  </a:cubicBezTo>
                  <a:cubicBezTo>
                    <a:pt x="400137" y="38777"/>
                    <a:pt x="408641" y="59307"/>
                    <a:pt x="408641" y="80713"/>
                  </a:cubicBezTo>
                  <a:lnTo>
                    <a:pt x="408641" y="80713"/>
                  </a:lnTo>
                  <a:cubicBezTo>
                    <a:pt x="408641" y="125290"/>
                    <a:pt x="372504" y="161426"/>
                    <a:pt x="327928" y="161426"/>
                  </a:cubicBezTo>
                  <a:lnTo>
                    <a:pt x="80713" y="161426"/>
                  </a:lnTo>
                  <a:cubicBezTo>
                    <a:pt x="59307" y="161426"/>
                    <a:pt x="38777" y="152922"/>
                    <a:pt x="23640" y="137786"/>
                  </a:cubicBezTo>
                  <a:cubicBezTo>
                    <a:pt x="8504" y="122649"/>
                    <a:pt x="0" y="102119"/>
                    <a:pt x="0" y="80713"/>
                  </a:cubicBezTo>
                  <a:lnTo>
                    <a:pt x="0" y="80713"/>
                  </a:lnTo>
                  <a:cubicBezTo>
                    <a:pt x="0" y="59307"/>
                    <a:pt x="8504" y="38777"/>
                    <a:pt x="23640" y="23640"/>
                  </a:cubicBezTo>
                  <a:cubicBezTo>
                    <a:pt x="38777" y="8504"/>
                    <a:pt x="59307" y="0"/>
                    <a:pt x="80713" y="0"/>
                  </a:cubicBezTo>
                  <a:close/>
                </a:path>
              </a:pathLst>
            </a:custGeom>
            <a:solidFill>
              <a:srgbClr val="183900"/>
            </a:solidFill>
            <a:ln cap="rnd">
              <a:noFill/>
              <a:prstDash val="solid"/>
              <a:round/>
            </a:ln>
          </p:spPr>
        </p:sp>
        <p:sp>
          <p:nvSpPr>
            <p:cNvPr name="TextBox 56" id="56"/>
            <p:cNvSpPr txBox="true"/>
            <p:nvPr/>
          </p:nvSpPr>
          <p:spPr>
            <a:xfrm>
              <a:off x="0" y="-28575"/>
              <a:ext cx="408641" cy="190001"/>
            </a:xfrm>
            <a:prstGeom prst="rect">
              <a:avLst/>
            </a:prstGeom>
          </p:spPr>
          <p:txBody>
            <a:bodyPr anchor="ctr" rtlCol="false" tIns="50800" lIns="50800" bIns="50800" rIns="50800"/>
            <a:lstStyle/>
            <a:p>
              <a:pPr algn="ctr">
                <a:lnSpc>
                  <a:spcPts val="2380"/>
                </a:lnSpc>
              </a:pPr>
            </a:p>
          </p:txBody>
        </p:sp>
      </p:grpSp>
      <p:sp>
        <p:nvSpPr>
          <p:cNvPr name="Freeform 57" id="57"/>
          <p:cNvSpPr/>
          <p:nvPr/>
        </p:nvSpPr>
        <p:spPr>
          <a:xfrm flipH="false" flipV="false" rot="0">
            <a:off x="13384593" y="6030313"/>
            <a:ext cx="2678935" cy="1339468"/>
          </a:xfrm>
          <a:custGeom>
            <a:avLst/>
            <a:gdLst/>
            <a:ahLst/>
            <a:cxnLst/>
            <a:rect r="r" b="b" t="t" l="l"/>
            <a:pathLst>
              <a:path h="1339468" w="2678935">
                <a:moveTo>
                  <a:pt x="0" y="0"/>
                </a:moveTo>
                <a:lnTo>
                  <a:pt x="2678936" y="0"/>
                </a:lnTo>
                <a:lnTo>
                  <a:pt x="2678936" y="1339468"/>
                </a:lnTo>
                <a:lnTo>
                  <a:pt x="0" y="1339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8" id="58"/>
          <p:cNvGrpSpPr/>
          <p:nvPr/>
        </p:nvGrpSpPr>
        <p:grpSpPr>
          <a:xfrm rot="0">
            <a:off x="13611314" y="5513832"/>
            <a:ext cx="2038172" cy="805142"/>
            <a:chOff x="0" y="0"/>
            <a:chExt cx="408641" cy="161426"/>
          </a:xfrm>
        </p:grpSpPr>
        <p:sp>
          <p:nvSpPr>
            <p:cNvPr name="Freeform 59" id="59"/>
            <p:cNvSpPr/>
            <p:nvPr/>
          </p:nvSpPr>
          <p:spPr>
            <a:xfrm flipH="false" flipV="false" rot="0">
              <a:off x="0" y="0"/>
              <a:ext cx="408641" cy="161426"/>
            </a:xfrm>
            <a:custGeom>
              <a:avLst/>
              <a:gdLst/>
              <a:ahLst/>
              <a:cxnLst/>
              <a:rect r="r" b="b" t="t" l="l"/>
              <a:pathLst>
                <a:path h="161426" w="408641">
                  <a:moveTo>
                    <a:pt x="80713" y="0"/>
                  </a:moveTo>
                  <a:lnTo>
                    <a:pt x="327928" y="0"/>
                  </a:lnTo>
                  <a:cubicBezTo>
                    <a:pt x="349334" y="0"/>
                    <a:pt x="369864" y="8504"/>
                    <a:pt x="385000" y="23640"/>
                  </a:cubicBezTo>
                  <a:cubicBezTo>
                    <a:pt x="400137" y="38777"/>
                    <a:pt x="408641" y="59307"/>
                    <a:pt x="408641" y="80713"/>
                  </a:cubicBezTo>
                  <a:lnTo>
                    <a:pt x="408641" y="80713"/>
                  </a:lnTo>
                  <a:cubicBezTo>
                    <a:pt x="408641" y="125290"/>
                    <a:pt x="372504" y="161426"/>
                    <a:pt x="327928" y="161426"/>
                  </a:cubicBezTo>
                  <a:lnTo>
                    <a:pt x="80713" y="161426"/>
                  </a:lnTo>
                  <a:cubicBezTo>
                    <a:pt x="59307" y="161426"/>
                    <a:pt x="38777" y="152922"/>
                    <a:pt x="23640" y="137786"/>
                  </a:cubicBezTo>
                  <a:cubicBezTo>
                    <a:pt x="8504" y="122649"/>
                    <a:pt x="0" y="102119"/>
                    <a:pt x="0" y="80713"/>
                  </a:cubicBezTo>
                  <a:lnTo>
                    <a:pt x="0" y="80713"/>
                  </a:lnTo>
                  <a:cubicBezTo>
                    <a:pt x="0" y="59307"/>
                    <a:pt x="8504" y="38777"/>
                    <a:pt x="23640" y="23640"/>
                  </a:cubicBezTo>
                  <a:cubicBezTo>
                    <a:pt x="38777" y="8504"/>
                    <a:pt x="59307" y="0"/>
                    <a:pt x="80713" y="0"/>
                  </a:cubicBezTo>
                  <a:close/>
                </a:path>
              </a:pathLst>
            </a:custGeom>
            <a:solidFill>
              <a:srgbClr val="183900"/>
            </a:solidFill>
            <a:ln cap="rnd">
              <a:noFill/>
              <a:prstDash val="solid"/>
              <a:round/>
            </a:ln>
          </p:spPr>
        </p:sp>
        <p:sp>
          <p:nvSpPr>
            <p:cNvPr name="TextBox 60" id="60"/>
            <p:cNvSpPr txBox="true"/>
            <p:nvPr/>
          </p:nvSpPr>
          <p:spPr>
            <a:xfrm>
              <a:off x="0" y="-28575"/>
              <a:ext cx="408641" cy="190001"/>
            </a:xfrm>
            <a:prstGeom prst="rect">
              <a:avLst/>
            </a:prstGeom>
          </p:spPr>
          <p:txBody>
            <a:bodyPr anchor="ctr" rtlCol="false" tIns="50800" lIns="50800" bIns="50800" rIns="50800"/>
            <a:lstStyle/>
            <a:p>
              <a:pPr algn="ctr">
                <a:lnSpc>
                  <a:spcPts val="2380"/>
                </a:lnSpc>
              </a:pPr>
            </a:p>
          </p:txBody>
        </p:sp>
      </p:grpSp>
      <p:sp>
        <p:nvSpPr>
          <p:cNvPr name="TextBox 61" id="61"/>
          <p:cNvSpPr txBox="true"/>
          <p:nvPr/>
        </p:nvSpPr>
        <p:spPr>
          <a:xfrm rot="0">
            <a:off x="16619932" y="9421254"/>
            <a:ext cx="644277"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33</a:t>
            </a:r>
          </a:p>
        </p:txBody>
      </p:sp>
      <p:sp>
        <p:nvSpPr>
          <p:cNvPr name="TextBox 62" id="62"/>
          <p:cNvSpPr txBox="true"/>
          <p:nvPr/>
        </p:nvSpPr>
        <p:spPr>
          <a:xfrm rot="0">
            <a:off x="1144483" y="7076874"/>
            <a:ext cx="1634129" cy="868680"/>
          </a:xfrm>
          <a:prstGeom prst="rect">
            <a:avLst/>
          </a:prstGeom>
        </p:spPr>
        <p:txBody>
          <a:bodyPr anchor="t" rtlCol="false" tIns="0" lIns="0" bIns="0" rIns="0">
            <a:spAutoFit/>
          </a:bodyPr>
          <a:lstStyle/>
          <a:p>
            <a:pPr algn="ctr">
              <a:lnSpc>
                <a:spcPts val="6720"/>
              </a:lnSpc>
            </a:pPr>
            <a:r>
              <a:rPr lang="en-US" sz="4800" b="true">
                <a:solidFill>
                  <a:srgbClr val="FFFFFF"/>
                </a:solidFill>
                <a:latin typeface="Poppins Bold"/>
                <a:ea typeface="Poppins Bold"/>
                <a:cs typeface="Poppins Bold"/>
                <a:sym typeface="Poppins Bold"/>
              </a:rPr>
              <a:t>2026</a:t>
            </a:r>
          </a:p>
        </p:txBody>
      </p:sp>
      <p:sp>
        <p:nvSpPr>
          <p:cNvPr name="TextBox 63" id="63"/>
          <p:cNvSpPr txBox="true"/>
          <p:nvPr/>
        </p:nvSpPr>
        <p:spPr>
          <a:xfrm rot="0">
            <a:off x="3124466" y="4427811"/>
            <a:ext cx="1588341" cy="868680"/>
          </a:xfrm>
          <a:prstGeom prst="rect">
            <a:avLst/>
          </a:prstGeom>
        </p:spPr>
        <p:txBody>
          <a:bodyPr anchor="t" rtlCol="false" tIns="0" lIns="0" bIns="0" rIns="0">
            <a:spAutoFit/>
          </a:bodyPr>
          <a:lstStyle/>
          <a:p>
            <a:pPr algn="ctr">
              <a:lnSpc>
                <a:spcPts val="6719"/>
              </a:lnSpc>
            </a:pPr>
            <a:r>
              <a:rPr lang="en-US" sz="4800" b="true">
                <a:solidFill>
                  <a:srgbClr val="FFFFFC"/>
                </a:solidFill>
                <a:latin typeface="Poppins Bold"/>
                <a:ea typeface="Poppins Bold"/>
                <a:cs typeface="Poppins Bold"/>
                <a:sym typeface="Poppins Bold"/>
              </a:rPr>
              <a:t>2027</a:t>
            </a:r>
          </a:p>
        </p:txBody>
      </p:sp>
      <p:sp>
        <p:nvSpPr>
          <p:cNvPr name="TextBox 64" id="64"/>
          <p:cNvSpPr txBox="true"/>
          <p:nvPr/>
        </p:nvSpPr>
        <p:spPr>
          <a:xfrm rot="0">
            <a:off x="6768279" y="6713971"/>
            <a:ext cx="1588341" cy="868680"/>
          </a:xfrm>
          <a:prstGeom prst="rect">
            <a:avLst/>
          </a:prstGeom>
        </p:spPr>
        <p:txBody>
          <a:bodyPr anchor="t" rtlCol="false" tIns="0" lIns="0" bIns="0" rIns="0">
            <a:spAutoFit/>
          </a:bodyPr>
          <a:lstStyle/>
          <a:p>
            <a:pPr algn="ctr">
              <a:lnSpc>
                <a:spcPts val="6719"/>
              </a:lnSpc>
            </a:pPr>
            <a:r>
              <a:rPr lang="en-US" sz="4800" b="true">
                <a:solidFill>
                  <a:srgbClr val="FFFFFC"/>
                </a:solidFill>
                <a:latin typeface="Poppins Bold"/>
                <a:ea typeface="Poppins Bold"/>
                <a:cs typeface="Poppins Bold"/>
                <a:sym typeface="Poppins Bold"/>
              </a:rPr>
              <a:t>2028</a:t>
            </a:r>
          </a:p>
        </p:txBody>
      </p:sp>
      <p:sp>
        <p:nvSpPr>
          <p:cNvPr name="TextBox 65" id="65"/>
          <p:cNvSpPr txBox="true"/>
          <p:nvPr/>
        </p:nvSpPr>
        <p:spPr>
          <a:xfrm rot="0">
            <a:off x="11206966" y="2735424"/>
            <a:ext cx="1588341" cy="868680"/>
          </a:xfrm>
          <a:prstGeom prst="rect">
            <a:avLst/>
          </a:prstGeom>
        </p:spPr>
        <p:txBody>
          <a:bodyPr anchor="t" rtlCol="false" tIns="0" lIns="0" bIns="0" rIns="0">
            <a:spAutoFit/>
          </a:bodyPr>
          <a:lstStyle/>
          <a:p>
            <a:pPr algn="ctr">
              <a:lnSpc>
                <a:spcPts val="6719"/>
              </a:lnSpc>
            </a:pPr>
            <a:r>
              <a:rPr lang="en-US" sz="4800" b="true">
                <a:solidFill>
                  <a:srgbClr val="FFFFFC"/>
                </a:solidFill>
                <a:latin typeface="Poppins Bold"/>
                <a:ea typeface="Poppins Bold"/>
                <a:cs typeface="Poppins Bold"/>
                <a:sym typeface="Poppins Bold"/>
              </a:rPr>
              <a:t>2029</a:t>
            </a:r>
          </a:p>
        </p:txBody>
      </p:sp>
      <p:sp>
        <p:nvSpPr>
          <p:cNvPr name="TextBox 66" id="66"/>
          <p:cNvSpPr txBox="true"/>
          <p:nvPr/>
        </p:nvSpPr>
        <p:spPr>
          <a:xfrm rot="0">
            <a:off x="13836230" y="5410625"/>
            <a:ext cx="1588341" cy="868680"/>
          </a:xfrm>
          <a:prstGeom prst="rect">
            <a:avLst/>
          </a:prstGeom>
        </p:spPr>
        <p:txBody>
          <a:bodyPr anchor="t" rtlCol="false" tIns="0" lIns="0" bIns="0" rIns="0">
            <a:spAutoFit/>
          </a:bodyPr>
          <a:lstStyle/>
          <a:p>
            <a:pPr algn="ctr">
              <a:lnSpc>
                <a:spcPts val="6719"/>
              </a:lnSpc>
            </a:pPr>
            <a:r>
              <a:rPr lang="en-US" sz="4800" b="true">
                <a:solidFill>
                  <a:srgbClr val="FFFFFC"/>
                </a:solidFill>
                <a:latin typeface="Poppins Bold"/>
                <a:ea typeface="Poppins Bold"/>
                <a:cs typeface="Poppins Bold"/>
                <a:sym typeface="Poppins Bold"/>
              </a:rPr>
              <a:t>2030</a:t>
            </a:r>
          </a:p>
        </p:txBody>
      </p:sp>
      <p:sp>
        <p:nvSpPr>
          <p:cNvPr name="TextBox 67" id="67"/>
          <p:cNvSpPr txBox="true"/>
          <p:nvPr/>
        </p:nvSpPr>
        <p:spPr>
          <a:xfrm rot="0">
            <a:off x="511104" y="8128229"/>
            <a:ext cx="2900887" cy="860679"/>
          </a:xfrm>
          <a:prstGeom prst="rect">
            <a:avLst/>
          </a:prstGeom>
        </p:spPr>
        <p:txBody>
          <a:bodyPr anchor="t" rtlCol="false" tIns="0" lIns="0" bIns="0" rIns="0">
            <a:spAutoFit/>
          </a:bodyPr>
          <a:lstStyle/>
          <a:p>
            <a:pPr algn="ctr">
              <a:lnSpc>
                <a:spcPts val="2208"/>
              </a:lnSpc>
            </a:pPr>
            <a:r>
              <a:rPr lang="en-US" b="true" sz="2300">
                <a:solidFill>
                  <a:srgbClr val="23221A"/>
                </a:solidFill>
                <a:latin typeface="Poppins Bold"/>
                <a:ea typeface="Poppins Bold"/>
                <a:cs typeface="Poppins Bold"/>
                <a:sym typeface="Poppins Bold"/>
              </a:rPr>
              <a:t>Pembuatan dan Pengujian Glicovia &amp;  Pengajuan HKI</a:t>
            </a:r>
          </a:p>
        </p:txBody>
      </p:sp>
      <p:sp>
        <p:nvSpPr>
          <p:cNvPr name="TextBox 68" id="68"/>
          <p:cNvSpPr txBox="true"/>
          <p:nvPr/>
        </p:nvSpPr>
        <p:spPr>
          <a:xfrm rot="0">
            <a:off x="5965312" y="7846289"/>
            <a:ext cx="3194276" cy="544830"/>
          </a:xfrm>
          <a:prstGeom prst="rect">
            <a:avLst/>
          </a:prstGeom>
        </p:spPr>
        <p:txBody>
          <a:bodyPr anchor="t" rtlCol="false" tIns="0" lIns="0" bIns="0" rIns="0">
            <a:spAutoFit/>
          </a:bodyPr>
          <a:lstStyle/>
          <a:p>
            <a:pPr algn="ctr">
              <a:lnSpc>
                <a:spcPts val="2069"/>
              </a:lnSpc>
            </a:pPr>
            <a:r>
              <a:rPr lang="en-US" b="true" sz="2299">
                <a:solidFill>
                  <a:srgbClr val="000000"/>
                </a:solidFill>
                <a:latin typeface="Poppins Bold"/>
                <a:ea typeface="Poppins Bold"/>
                <a:cs typeface="Poppins Bold"/>
                <a:sym typeface="Poppins Bold"/>
              </a:rPr>
              <a:t>Komersialisasi Glicovia</a:t>
            </a:r>
          </a:p>
        </p:txBody>
      </p:sp>
      <p:sp>
        <p:nvSpPr>
          <p:cNvPr name="TextBox 69" id="69"/>
          <p:cNvSpPr txBox="true"/>
          <p:nvPr/>
        </p:nvSpPr>
        <p:spPr>
          <a:xfrm rot="0">
            <a:off x="13126923" y="6434108"/>
            <a:ext cx="3194276" cy="713993"/>
          </a:xfrm>
          <a:prstGeom prst="rect">
            <a:avLst/>
          </a:prstGeom>
        </p:spPr>
        <p:txBody>
          <a:bodyPr anchor="t" rtlCol="false" tIns="0" lIns="0" bIns="0" rIns="0">
            <a:spAutoFit/>
          </a:bodyPr>
          <a:lstStyle/>
          <a:p>
            <a:pPr algn="ctr">
              <a:lnSpc>
                <a:spcPts val="2687"/>
              </a:lnSpc>
            </a:pPr>
            <a:r>
              <a:rPr lang="en-US" sz="2799" b="true">
                <a:solidFill>
                  <a:srgbClr val="000000"/>
                </a:solidFill>
                <a:latin typeface="Poppins Bold"/>
                <a:ea typeface="Poppins Bold"/>
                <a:cs typeface="Poppins Bold"/>
                <a:sym typeface="Poppins Bold"/>
              </a:rPr>
              <a:t>Ekspansi nasional</a:t>
            </a:r>
          </a:p>
        </p:txBody>
      </p:sp>
      <p:sp>
        <p:nvSpPr>
          <p:cNvPr name="TextBox 70" id="70"/>
          <p:cNvSpPr txBox="true"/>
          <p:nvPr/>
        </p:nvSpPr>
        <p:spPr>
          <a:xfrm rot="0">
            <a:off x="2778612" y="3565563"/>
            <a:ext cx="2425482" cy="860679"/>
          </a:xfrm>
          <a:prstGeom prst="rect">
            <a:avLst/>
          </a:prstGeom>
        </p:spPr>
        <p:txBody>
          <a:bodyPr anchor="t" rtlCol="false" tIns="0" lIns="0" bIns="0" rIns="0">
            <a:spAutoFit/>
          </a:bodyPr>
          <a:lstStyle/>
          <a:p>
            <a:pPr algn="ctr">
              <a:lnSpc>
                <a:spcPts val="2208"/>
              </a:lnSpc>
            </a:pPr>
            <a:r>
              <a:rPr lang="en-US" b="true" sz="2300">
                <a:solidFill>
                  <a:srgbClr val="000000"/>
                </a:solidFill>
                <a:latin typeface="Poppins Bold"/>
                <a:ea typeface="Poppins Bold"/>
                <a:cs typeface="Poppins Bold"/>
                <a:sym typeface="Poppins Bold"/>
              </a:rPr>
              <a:t>Penggunaan Glicovia untuk KKN UGM</a:t>
            </a:r>
          </a:p>
        </p:txBody>
      </p:sp>
      <p:sp>
        <p:nvSpPr>
          <p:cNvPr name="TextBox 71" id="71"/>
          <p:cNvSpPr txBox="true"/>
          <p:nvPr/>
        </p:nvSpPr>
        <p:spPr>
          <a:xfrm rot="0">
            <a:off x="10617680" y="1816341"/>
            <a:ext cx="2766913" cy="807543"/>
          </a:xfrm>
          <a:prstGeom prst="rect">
            <a:avLst/>
          </a:prstGeom>
        </p:spPr>
        <p:txBody>
          <a:bodyPr anchor="t" rtlCol="false" tIns="0" lIns="0" bIns="0" rIns="0">
            <a:spAutoFit/>
          </a:bodyPr>
          <a:lstStyle/>
          <a:p>
            <a:pPr algn="ctr">
              <a:lnSpc>
                <a:spcPts val="2032"/>
              </a:lnSpc>
            </a:pPr>
            <a:r>
              <a:rPr lang="en-US" sz="1992" b="true">
                <a:solidFill>
                  <a:srgbClr val="000000"/>
                </a:solidFill>
                <a:latin typeface="Poppins Bold"/>
                <a:ea typeface="Poppins Bold"/>
                <a:cs typeface="Poppins Bold"/>
                <a:sym typeface="Poppins Bold"/>
              </a:rPr>
              <a:t>Bermitra dengan perusahaan alat kesehatan</a:t>
            </a:r>
          </a:p>
        </p:txBody>
      </p:sp>
      <p:grpSp>
        <p:nvGrpSpPr>
          <p:cNvPr name="Group 72" id="72"/>
          <p:cNvGrpSpPr/>
          <p:nvPr/>
        </p:nvGrpSpPr>
        <p:grpSpPr>
          <a:xfrm rot="0">
            <a:off x="-461287" y="724976"/>
            <a:ext cx="11078967" cy="854037"/>
            <a:chOff x="0" y="0"/>
            <a:chExt cx="2917917" cy="224932"/>
          </a:xfrm>
        </p:grpSpPr>
        <p:sp>
          <p:nvSpPr>
            <p:cNvPr name="Freeform 73" id="73"/>
            <p:cNvSpPr/>
            <p:nvPr/>
          </p:nvSpPr>
          <p:spPr>
            <a:xfrm flipH="false" flipV="false" rot="0">
              <a:off x="0" y="0"/>
              <a:ext cx="2917917" cy="224932"/>
            </a:xfrm>
            <a:custGeom>
              <a:avLst/>
              <a:gdLst/>
              <a:ahLst/>
              <a:cxnLst/>
              <a:rect r="r" b="b" t="t" l="l"/>
              <a:pathLst>
                <a:path h="224932" w="2917917">
                  <a:moveTo>
                    <a:pt x="69879" y="0"/>
                  </a:moveTo>
                  <a:lnTo>
                    <a:pt x="2848038" y="0"/>
                  </a:lnTo>
                  <a:cubicBezTo>
                    <a:pt x="2866571" y="0"/>
                    <a:pt x="2884345" y="7362"/>
                    <a:pt x="2897450" y="20467"/>
                  </a:cubicBezTo>
                  <a:cubicBezTo>
                    <a:pt x="2910555" y="33572"/>
                    <a:pt x="2917917" y="51346"/>
                    <a:pt x="2917917" y="69879"/>
                  </a:cubicBezTo>
                  <a:lnTo>
                    <a:pt x="2917917" y="155052"/>
                  </a:lnTo>
                  <a:cubicBezTo>
                    <a:pt x="2917917" y="173585"/>
                    <a:pt x="2910555" y="191359"/>
                    <a:pt x="2897450" y="204464"/>
                  </a:cubicBezTo>
                  <a:cubicBezTo>
                    <a:pt x="2884345" y="217569"/>
                    <a:pt x="2866571" y="224932"/>
                    <a:pt x="2848038" y="224932"/>
                  </a:cubicBezTo>
                  <a:lnTo>
                    <a:pt x="69879" y="224932"/>
                  </a:lnTo>
                  <a:cubicBezTo>
                    <a:pt x="51346" y="224932"/>
                    <a:pt x="33572" y="217569"/>
                    <a:pt x="20467" y="204464"/>
                  </a:cubicBezTo>
                  <a:cubicBezTo>
                    <a:pt x="7362" y="191359"/>
                    <a:pt x="0" y="173585"/>
                    <a:pt x="0" y="155052"/>
                  </a:cubicBezTo>
                  <a:lnTo>
                    <a:pt x="0" y="69879"/>
                  </a:lnTo>
                  <a:cubicBezTo>
                    <a:pt x="0" y="51346"/>
                    <a:pt x="7362" y="33572"/>
                    <a:pt x="20467" y="20467"/>
                  </a:cubicBezTo>
                  <a:cubicBezTo>
                    <a:pt x="33572" y="7362"/>
                    <a:pt x="51346" y="0"/>
                    <a:pt x="69879" y="0"/>
                  </a:cubicBezTo>
                  <a:close/>
                </a:path>
              </a:pathLst>
            </a:custGeom>
            <a:solidFill>
              <a:srgbClr val="183900"/>
            </a:solidFill>
          </p:spPr>
        </p:sp>
        <p:sp>
          <p:nvSpPr>
            <p:cNvPr name="TextBox 74" id="74"/>
            <p:cNvSpPr txBox="true"/>
            <p:nvPr/>
          </p:nvSpPr>
          <p:spPr>
            <a:xfrm>
              <a:off x="0" y="-28575"/>
              <a:ext cx="2917917" cy="253507"/>
            </a:xfrm>
            <a:prstGeom prst="rect">
              <a:avLst/>
            </a:prstGeom>
          </p:spPr>
          <p:txBody>
            <a:bodyPr anchor="ctr" rtlCol="false" tIns="50800" lIns="50800" bIns="50800" rIns="50800"/>
            <a:lstStyle/>
            <a:p>
              <a:pPr algn="ctr">
                <a:lnSpc>
                  <a:spcPts val="2380"/>
                </a:lnSpc>
              </a:pPr>
            </a:p>
          </p:txBody>
        </p:sp>
      </p:grpSp>
      <p:sp>
        <p:nvSpPr>
          <p:cNvPr name="TextBox 75" id="75"/>
          <p:cNvSpPr txBox="true"/>
          <p:nvPr/>
        </p:nvSpPr>
        <p:spPr>
          <a:xfrm rot="0">
            <a:off x="619303" y="814793"/>
            <a:ext cx="8917788" cy="784510"/>
          </a:xfrm>
          <a:prstGeom prst="rect">
            <a:avLst/>
          </a:prstGeom>
        </p:spPr>
        <p:txBody>
          <a:bodyPr anchor="t" rtlCol="false" tIns="0" lIns="0" bIns="0" rIns="0">
            <a:spAutoFit/>
          </a:bodyPr>
          <a:lstStyle/>
          <a:p>
            <a:pPr algn="ctr">
              <a:lnSpc>
                <a:spcPts val="5605"/>
              </a:lnSpc>
            </a:pPr>
            <a:r>
              <a:rPr lang="en-US" sz="5095" b="true">
                <a:solidFill>
                  <a:srgbClr val="FFFFFF"/>
                </a:solidFill>
                <a:latin typeface="Poppins Bold"/>
                <a:ea typeface="Poppins Bold"/>
                <a:cs typeface="Poppins Bold"/>
                <a:sym typeface="Poppins Bold"/>
              </a:rPr>
              <a:t>POTENSI PENGEMBANGAN</a:t>
            </a:r>
          </a:p>
        </p:txBody>
      </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2247" y="1329979"/>
            <a:ext cx="18288000" cy="13716000"/>
          </a:xfrm>
          <a:custGeom>
            <a:avLst/>
            <a:gdLst/>
            <a:ahLst/>
            <a:cxnLst/>
            <a:rect r="r" b="b" t="t" l="l"/>
            <a:pathLst>
              <a:path h="13716000" w="18288000">
                <a:moveTo>
                  <a:pt x="0" y="0"/>
                </a:moveTo>
                <a:lnTo>
                  <a:pt x="18288000" y="0"/>
                </a:lnTo>
                <a:lnTo>
                  <a:pt x="18288000" y="13716000"/>
                </a:lnTo>
                <a:lnTo>
                  <a:pt x="0" y="13716000"/>
                </a:lnTo>
                <a:lnTo>
                  <a:pt x="0" y="0"/>
                </a:lnTo>
                <a:close/>
              </a:path>
            </a:pathLst>
          </a:custGeom>
          <a:blipFill>
            <a:blip r:embed="rId2"/>
            <a:stretch>
              <a:fillRect l="0" t="0" r="0" b="0"/>
            </a:stretch>
          </a:blipFill>
        </p:spPr>
      </p:sp>
      <p:sp>
        <p:nvSpPr>
          <p:cNvPr name="Freeform 3" id="3"/>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2247" y="1329979"/>
            <a:ext cx="18288000" cy="10740136"/>
            <a:chOff x="0" y="0"/>
            <a:chExt cx="4816593" cy="2828678"/>
          </a:xfrm>
        </p:grpSpPr>
        <p:sp>
          <p:nvSpPr>
            <p:cNvPr name="Freeform 5" id="5"/>
            <p:cNvSpPr/>
            <p:nvPr/>
          </p:nvSpPr>
          <p:spPr>
            <a:xfrm flipH="false" flipV="false" rot="0">
              <a:off x="0" y="0"/>
              <a:ext cx="4816592" cy="2828678"/>
            </a:xfrm>
            <a:custGeom>
              <a:avLst/>
              <a:gdLst/>
              <a:ahLst/>
              <a:cxnLst/>
              <a:rect r="r" b="b" t="t" l="l"/>
              <a:pathLst>
                <a:path h="2828678" w="4816592">
                  <a:moveTo>
                    <a:pt x="42333" y="0"/>
                  </a:moveTo>
                  <a:lnTo>
                    <a:pt x="4774259" y="0"/>
                  </a:lnTo>
                  <a:cubicBezTo>
                    <a:pt x="4785487" y="0"/>
                    <a:pt x="4796254" y="4460"/>
                    <a:pt x="4804193" y="12399"/>
                  </a:cubicBezTo>
                  <a:cubicBezTo>
                    <a:pt x="4812132" y="20338"/>
                    <a:pt x="4816592" y="31106"/>
                    <a:pt x="4816592" y="42333"/>
                  </a:cubicBezTo>
                  <a:lnTo>
                    <a:pt x="4816592" y="2786345"/>
                  </a:lnTo>
                  <a:cubicBezTo>
                    <a:pt x="4816592" y="2797572"/>
                    <a:pt x="4812132" y="2808340"/>
                    <a:pt x="4804193" y="2816279"/>
                  </a:cubicBezTo>
                  <a:cubicBezTo>
                    <a:pt x="4796254" y="2824218"/>
                    <a:pt x="4785487" y="2828678"/>
                    <a:pt x="4774259" y="2828678"/>
                  </a:cubicBezTo>
                  <a:lnTo>
                    <a:pt x="42333" y="2828678"/>
                  </a:lnTo>
                  <a:cubicBezTo>
                    <a:pt x="31106" y="2828678"/>
                    <a:pt x="20338" y="2824218"/>
                    <a:pt x="12399" y="2816279"/>
                  </a:cubicBezTo>
                  <a:cubicBezTo>
                    <a:pt x="4460" y="2808340"/>
                    <a:pt x="0" y="2797572"/>
                    <a:pt x="0" y="2786345"/>
                  </a:cubicBezTo>
                  <a:lnTo>
                    <a:pt x="0" y="42333"/>
                  </a:lnTo>
                  <a:cubicBezTo>
                    <a:pt x="0" y="31106"/>
                    <a:pt x="4460" y="20338"/>
                    <a:pt x="12399" y="12399"/>
                  </a:cubicBezTo>
                  <a:cubicBezTo>
                    <a:pt x="20338" y="4460"/>
                    <a:pt x="31106" y="0"/>
                    <a:pt x="42333" y="0"/>
                  </a:cubicBezTo>
                  <a:close/>
                </a:path>
              </a:pathLst>
            </a:custGeom>
            <a:solidFill>
              <a:srgbClr val="FFFFFC">
                <a:alpha val="80000"/>
              </a:srgbClr>
            </a:solidFill>
            <a:ln w="76200" cap="rnd">
              <a:solidFill>
                <a:srgbClr val="FFD21F">
                  <a:alpha val="80000"/>
                </a:srgbClr>
              </a:solidFill>
              <a:prstDash val="solid"/>
              <a:round/>
            </a:ln>
          </p:spPr>
        </p:sp>
        <p:sp>
          <p:nvSpPr>
            <p:cNvPr name="TextBox 6" id="6"/>
            <p:cNvSpPr txBox="true"/>
            <p:nvPr/>
          </p:nvSpPr>
          <p:spPr>
            <a:xfrm>
              <a:off x="0" y="0"/>
              <a:ext cx="4816593" cy="2828678"/>
            </a:xfrm>
            <a:prstGeom prst="rect">
              <a:avLst/>
            </a:prstGeom>
          </p:spPr>
          <p:txBody>
            <a:bodyPr anchor="ctr" rtlCol="false" tIns="50800" lIns="50800" bIns="50800" rIns="50800"/>
            <a:lstStyle/>
            <a:p>
              <a:pPr algn="ctr">
                <a:lnSpc>
                  <a:spcPts val="2752"/>
                </a:lnSpc>
              </a:pPr>
            </a:p>
          </p:txBody>
        </p:sp>
      </p:grpSp>
      <p:grpSp>
        <p:nvGrpSpPr>
          <p:cNvPr name="Group 7" id="7"/>
          <p:cNvGrpSpPr/>
          <p:nvPr/>
        </p:nvGrpSpPr>
        <p:grpSpPr>
          <a:xfrm rot="0">
            <a:off x="9639796" y="2189070"/>
            <a:ext cx="7669381" cy="5620553"/>
            <a:chOff x="0" y="0"/>
            <a:chExt cx="2019919" cy="1480310"/>
          </a:xfrm>
        </p:grpSpPr>
        <p:sp>
          <p:nvSpPr>
            <p:cNvPr name="Freeform 8" id="8"/>
            <p:cNvSpPr/>
            <p:nvPr/>
          </p:nvSpPr>
          <p:spPr>
            <a:xfrm flipH="false" flipV="false" rot="0">
              <a:off x="0" y="0"/>
              <a:ext cx="2019919" cy="1480310"/>
            </a:xfrm>
            <a:custGeom>
              <a:avLst/>
              <a:gdLst/>
              <a:ahLst/>
              <a:cxnLst/>
              <a:rect r="r" b="b" t="t" l="l"/>
              <a:pathLst>
                <a:path h="1480310" w="2019919">
                  <a:moveTo>
                    <a:pt x="61577" y="0"/>
                  </a:moveTo>
                  <a:lnTo>
                    <a:pt x="1958342" y="0"/>
                  </a:lnTo>
                  <a:cubicBezTo>
                    <a:pt x="1974674" y="0"/>
                    <a:pt x="1990336" y="6488"/>
                    <a:pt x="2001884" y="18035"/>
                  </a:cubicBezTo>
                  <a:cubicBezTo>
                    <a:pt x="2013432" y="29583"/>
                    <a:pt x="2019919" y="45246"/>
                    <a:pt x="2019919" y="61577"/>
                  </a:cubicBezTo>
                  <a:lnTo>
                    <a:pt x="2019919" y="1418733"/>
                  </a:lnTo>
                  <a:cubicBezTo>
                    <a:pt x="2019919" y="1452741"/>
                    <a:pt x="1992350" y="1480310"/>
                    <a:pt x="1958342" y="1480310"/>
                  </a:cubicBezTo>
                  <a:lnTo>
                    <a:pt x="61577" y="1480310"/>
                  </a:lnTo>
                  <a:cubicBezTo>
                    <a:pt x="45246" y="1480310"/>
                    <a:pt x="29583" y="1473823"/>
                    <a:pt x="18035" y="1462275"/>
                  </a:cubicBezTo>
                  <a:cubicBezTo>
                    <a:pt x="6488" y="1450727"/>
                    <a:pt x="0" y="1435064"/>
                    <a:pt x="0" y="1418733"/>
                  </a:cubicBezTo>
                  <a:lnTo>
                    <a:pt x="0" y="61577"/>
                  </a:lnTo>
                  <a:cubicBezTo>
                    <a:pt x="0" y="45246"/>
                    <a:pt x="6488" y="29583"/>
                    <a:pt x="18035" y="18035"/>
                  </a:cubicBezTo>
                  <a:cubicBezTo>
                    <a:pt x="29583" y="6488"/>
                    <a:pt x="45246" y="0"/>
                    <a:pt x="61577" y="0"/>
                  </a:cubicBezTo>
                  <a:close/>
                </a:path>
              </a:pathLst>
            </a:custGeom>
            <a:gradFill rotWithShape="true">
              <a:gsLst>
                <a:gs pos="0">
                  <a:srgbClr val="D2EDB3">
                    <a:alpha val="100000"/>
                  </a:srgbClr>
                </a:gs>
                <a:gs pos="100000">
                  <a:srgbClr val="75C025">
                    <a:alpha val="100000"/>
                  </a:srgbClr>
                </a:gs>
              </a:gsLst>
              <a:lin ang="5400000"/>
            </a:gradFill>
          </p:spPr>
        </p:sp>
        <p:sp>
          <p:nvSpPr>
            <p:cNvPr name="TextBox 9" id="9"/>
            <p:cNvSpPr txBox="true"/>
            <p:nvPr/>
          </p:nvSpPr>
          <p:spPr>
            <a:xfrm>
              <a:off x="0" y="-28575"/>
              <a:ext cx="2019919" cy="1508885"/>
            </a:xfrm>
            <a:prstGeom prst="rect">
              <a:avLst/>
            </a:prstGeom>
          </p:spPr>
          <p:txBody>
            <a:bodyPr anchor="ctr" rtlCol="false" tIns="50800" lIns="50800" bIns="50800" rIns="50800"/>
            <a:lstStyle/>
            <a:p>
              <a:pPr algn="ctr">
                <a:lnSpc>
                  <a:spcPts val="2380"/>
                </a:lnSpc>
              </a:pPr>
            </a:p>
          </p:txBody>
        </p:sp>
      </p:grpSp>
      <p:grpSp>
        <p:nvGrpSpPr>
          <p:cNvPr name="Group 10" id="10"/>
          <p:cNvGrpSpPr/>
          <p:nvPr/>
        </p:nvGrpSpPr>
        <p:grpSpPr>
          <a:xfrm rot="0">
            <a:off x="1076176" y="2189070"/>
            <a:ext cx="7669381" cy="5620553"/>
            <a:chOff x="0" y="0"/>
            <a:chExt cx="2019919" cy="1480310"/>
          </a:xfrm>
        </p:grpSpPr>
        <p:sp>
          <p:nvSpPr>
            <p:cNvPr name="Freeform 11" id="11"/>
            <p:cNvSpPr/>
            <p:nvPr/>
          </p:nvSpPr>
          <p:spPr>
            <a:xfrm flipH="false" flipV="false" rot="0">
              <a:off x="0" y="0"/>
              <a:ext cx="2019919" cy="1480310"/>
            </a:xfrm>
            <a:custGeom>
              <a:avLst/>
              <a:gdLst/>
              <a:ahLst/>
              <a:cxnLst/>
              <a:rect r="r" b="b" t="t" l="l"/>
              <a:pathLst>
                <a:path h="1480310" w="2019919">
                  <a:moveTo>
                    <a:pt x="61577" y="0"/>
                  </a:moveTo>
                  <a:lnTo>
                    <a:pt x="1958342" y="0"/>
                  </a:lnTo>
                  <a:cubicBezTo>
                    <a:pt x="1974674" y="0"/>
                    <a:pt x="1990336" y="6488"/>
                    <a:pt x="2001884" y="18035"/>
                  </a:cubicBezTo>
                  <a:cubicBezTo>
                    <a:pt x="2013432" y="29583"/>
                    <a:pt x="2019919" y="45246"/>
                    <a:pt x="2019919" y="61577"/>
                  </a:cubicBezTo>
                  <a:lnTo>
                    <a:pt x="2019919" y="1418733"/>
                  </a:lnTo>
                  <a:cubicBezTo>
                    <a:pt x="2019919" y="1452741"/>
                    <a:pt x="1992350" y="1480310"/>
                    <a:pt x="1958342" y="1480310"/>
                  </a:cubicBezTo>
                  <a:lnTo>
                    <a:pt x="61577" y="1480310"/>
                  </a:lnTo>
                  <a:cubicBezTo>
                    <a:pt x="45246" y="1480310"/>
                    <a:pt x="29583" y="1473823"/>
                    <a:pt x="18035" y="1462275"/>
                  </a:cubicBezTo>
                  <a:cubicBezTo>
                    <a:pt x="6488" y="1450727"/>
                    <a:pt x="0" y="1435064"/>
                    <a:pt x="0" y="1418733"/>
                  </a:cubicBezTo>
                  <a:lnTo>
                    <a:pt x="0" y="61577"/>
                  </a:lnTo>
                  <a:cubicBezTo>
                    <a:pt x="0" y="45246"/>
                    <a:pt x="6488" y="29583"/>
                    <a:pt x="18035" y="18035"/>
                  </a:cubicBezTo>
                  <a:cubicBezTo>
                    <a:pt x="29583" y="6488"/>
                    <a:pt x="45246" y="0"/>
                    <a:pt x="61577" y="0"/>
                  </a:cubicBezTo>
                  <a:close/>
                </a:path>
              </a:pathLst>
            </a:custGeom>
            <a:gradFill rotWithShape="true">
              <a:gsLst>
                <a:gs pos="0">
                  <a:srgbClr val="D2EDB3">
                    <a:alpha val="100000"/>
                  </a:srgbClr>
                </a:gs>
                <a:gs pos="100000">
                  <a:srgbClr val="75C025">
                    <a:alpha val="100000"/>
                  </a:srgbClr>
                </a:gs>
              </a:gsLst>
              <a:lin ang="5400000"/>
            </a:gradFill>
          </p:spPr>
        </p:sp>
        <p:sp>
          <p:nvSpPr>
            <p:cNvPr name="TextBox 12" id="12"/>
            <p:cNvSpPr txBox="true"/>
            <p:nvPr/>
          </p:nvSpPr>
          <p:spPr>
            <a:xfrm>
              <a:off x="0" y="-28575"/>
              <a:ext cx="2019919" cy="1508885"/>
            </a:xfrm>
            <a:prstGeom prst="rect">
              <a:avLst/>
            </a:prstGeom>
          </p:spPr>
          <p:txBody>
            <a:bodyPr anchor="ctr" rtlCol="false" tIns="50800" lIns="50800" bIns="50800" rIns="50800"/>
            <a:lstStyle/>
            <a:p>
              <a:pPr algn="ctr">
                <a:lnSpc>
                  <a:spcPts val="2380"/>
                </a:lnSpc>
              </a:pPr>
            </a:p>
          </p:txBody>
        </p:sp>
      </p:grpSp>
      <p:grpSp>
        <p:nvGrpSpPr>
          <p:cNvPr name="Group 13" id="13"/>
          <p:cNvGrpSpPr/>
          <p:nvPr/>
        </p:nvGrpSpPr>
        <p:grpSpPr>
          <a:xfrm rot="0">
            <a:off x="240438" y="9601920"/>
            <a:ext cx="16877922" cy="600132"/>
            <a:chOff x="0" y="0"/>
            <a:chExt cx="22503897" cy="800176"/>
          </a:xfrm>
        </p:grpSpPr>
        <p:grpSp>
          <p:nvGrpSpPr>
            <p:cNvPr name="Group 14" id="14"/>
            <p:cNvGrpSpPr/>
            <p:nvPr/>
          </p:nvGrpSpPr>
          <p:grpSpPr>
            <a:xfrm rot="0">
              <a:off x="0" y="6193"/>
              <a:ext cx="5347837" cy="793983"/>
              <a:chOff x="0" y="0"/>
              <a:chExt cx="1056363" cy="156836"/>
            </a:xfrm>
          </p:grpSpPr>
          <p:sp>
            <p:nvSpPr>
              <p:cNvPr name="Freeform 15" id="15"/>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6" id="16"/>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17" id="17"/>
            <p:cNvSpPr txBox="true"/>
            <p:nvPr/>
          </p:nvSpPr>
          <p:spPr>
            <a:xfrm rot="0">
              <a:off x="405646" y="120661"/>
              <a:ext cx="4074845" cy="574571"/>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grpSp>
          <p:nvGrpSpPr>
            <p:cNvPr name="Group 18" id="18"/>
            <p:cNvGrpSpPr/>
            <p:nvPr/>
          </p:nvGrpSpPr>
          <p:grpSpPr>
            <a:xfrm rot="0">
              <a:off x="4707376" y="0"/>
              <a:ext cx="5347837" cy="793983"/>
              <a:chOff x="0" y="0"/>
              <a:chExt cx="1056363" cy="156836"/>
            </a:xfrm>
          </p:grpSpPr>
          <p:sp>
            <p:nvSpPr>
              <p:cNvPr name="Freeform 19" id="19"/>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0" id="20"/>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4999071" y="88270"/>
              <a:ext cx="368704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grpSp>
          <p:nvGrpSpPr>
            <p:cNvPr name="Group 22" id="22"/>
            <p:cNvGrpSpPr/>
            <p:nvPr/>
          </p:nvGrpSpPr>
          <p:grpSpPr>
            <a:xfrm rot="0">
              <a:off x="8838517" y="0"/>
              <a:ext cx="5347837" cy="793983"/>
              <a:chOff x="0" y="0"/>
              <a:chExt cx="1056363" cy="156836"/>
            </a:xfrm>
          </p:grpSpPr>
          <p:sp>
            <p:nvSpPr>
              <p:cNvPr name="Freeform 23" id="2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24" id="2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9090467" y="68735"/>
              <a:ext cx="3811595" cy="620305"/>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grpSp>
          <p:nvGrpSpPr>
            <p:cNvPr name="Group 26" id="26"/>
            <p:cNvGrpSpPr/>
            <p:nvPr/>
          </p:nvGrpSpPr>
          <p:grpSpPr>
            <a:xfrm rot="0">
              <a:off x="13154013" y="6193"/>
              <a:ext cx="5347837" cy="793983"/>
              <a:chOff x="0" y="0"/>
              <a:chExt cx="1056363" cy="156836"/>
            </a:xfrm>
          </p:grpSpPr>
          <p:sp>
            <p:nvSpPr>
              <p:cNvPr name="Freeform 27" id="2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28" id="2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sp>
          <p:nvSpPr>
            <p:cNvPr name="TextBox 29" id="29"/>
            <p:cNvSpPr txBox="true"/>
            <p:nvPr/>
          </p:nvSpPr>
          <p:spPr>
            <a:xfrm rot="0">
              <a:off x="13733627" y="55394"/>
              <a:ext cx="2323317" cy="620305"/>
            </a:xfrm>
            <a:prstGeom prst="rect">
              <a:avLst/>
            </a:prstGeom>
          </p:spPr>
          <p:txBody>
            <a:bodyPr anchor="t" rtlCol="false" tIns="0" lIns="0" bIns="0" rIns="0">
              <a:spAutoFit/>
            </a:bodyPr>
            <a:lstStyle/>
            <a:p>
              <a:pPr algn="ctr">
                <a:lnSpc>
                  <a:spcPts val="3329"/>
                </a:lnSpc>
              </a:pPr>
              <a:r>
                <a:rPr lang="en-US" b="true" sz="3026">
                  <a:solidFill>
                    <a:srgbClr val="FDFDFD"/>
                  </a:solidFill>
                  <a:latin typeface="Poppins Bold"/>
                  <a:ea typeface="Poppins Bold"/>
                  <a:cs typeface="Poppins Bold"/>
                  <a:sym typeface="Poppins Bold"/>
                </a:rPr>
                <a:t>Luaran</a:t>
              </a:r>
            </a:p>
          </p:txBody>
        </p:sp>
        <p:grpSp>
          <p:nvGrpSpPr>
            <p:cNvPr name="Group 30" id="30"/>
            <p:cNvGrpSpPr/>
            <p:nvPr/>
          </p:nvGrpSpPr>
          <p:grpSpPr>
            <a:xfrm rot="0">
              <a:off x="16106266" y="0"/>
              <a:ext cx="6397630" cy="793983"/>
              <a:chOff x="0" y="0"/>
              <a:chExt cx="1263729" cy="156836"/>
            </a:xfrm>
          </p:grpSpPr>
          <p:sp>
            <p:nvSpPr>
              <p:cNvPr name="Freeform 31" id="31"/>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9B9A9A"/>
                </a:solidFill>
                <a:prstDash val="solid"/>
                <a:round/>
              </a:ln>
            </p:spPr>
          </p:sp>
          <p:sp>
            <p:nvSpPr>
              <p:cNvPr name="TextBox 32" id="32"/>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33" id="33"/>
            <p:cNvSpPr txBox="true"/>
            <p:nvPr/>
          </p:nvSpPr>
          <p:spPr>
            <a:xfrm rot="0">
              <a:off x="16445105" y="88270"/>
              <a:ext cx="5302129" cy="620305"/>
            </a:xfrm>
            <a:prstGeom prst="rect">
              <a:avLst/>
            </a:prstGeom>
          </p:spPr>
          <p:txBody>
            <a:bodyPr anchor="t" rtlCol="false" tIns="0" lIns="0" bIns="0" rIns="0">
              <a:spAutoFit/>
            </a:bodyPr>
            <a:lstStyle/>
            <a:p>
              <a:pPr algn="ctr">
                <a:lnSpc>
                  <a:spcPts val="3329"/>
                </a:lnSpc>
              </a:pPr>
              <a:r>
                <a:rPr lang="en-US" b="true" sz="3026">
                  <a:solidFill>
                    <a:srgbClr val="FF2A2A"/>
                  </a:solidFill>
                  <a:latin typeface="Poppins Bold"/>
                  <a:ea typeface="Poppins Bold"/>
                  <a:cs typeface="Poppins Bold"/>
                  <a:sym typeface="Poppins Bold"/>
                </a:rPr>
                <a:t>Kebermanfaatan</a:t>
              </a:r>
            </a:p>
          </p:txBody>
        </p:sp>
      </p:grpSp>
      <p:grpSp>
        <p:nvGrpSpPr>
          <p:cNvPr name="Group 34" id="34"/>
          <p:cNvGrpSpPr/>
          <p:nvPr/>
        </p:nvGrpSpPr>
        <p:grpSpPr>
          <a:xfrm rot="0">
            <a:off x="16443867" y="9362871"/>
            <a:ext cx="996408" cy="1848257"/>
            <a:chOff x="0" y="0"/>
            <a:chExt cx="438186" cy="812800"/>
          </a:xfrm>
        </p:grpSpPr>
        <p:sp>
          <p:nvSpPr>
            <p:cNvPr name="Freeform 35" id="35"/>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36" id="36"/>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37" id="37"/>
          <p:cNvGrpSpPr/>
          <p:nvPr/>
        </p:nvGrpSpPr>
        <p:grpSpPr>
          <a:xfrm rot="0">
            <a:off x="11787427" y="457984"/>
            <a:ext cx="6232956" cy="533984"/>
            <a:chOff x="0" y="0"/>
            <a:chExt cx="3154180" cy="270222"/>
          </a:xfrm>
        </p:grpSpPr>
        <p:sp>
          <p:nvSpPr>
            <p:cNvPr name="Freeform 38" id="38"/>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9" id="39"/>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40" id="40"/>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41" id="41"/>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42" id="42"/>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43" id="43"/>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44" id="44"/>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45" id="45"/>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46" id="46"/>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sp>
        <p:nvSpPr>
          <p:cNvPr name="Freeform 47" id="47"/>
          <p:cNvSpPr/>
          <p:nvPr/>
        </p:nvSpPr>
        <p:spPr>
          <a:xfrm flipH="false" flipV="false" rot="0">
            <a:off x="1028700" y="2137732"/>
            <a:ext cx="7716858" cy="5671890"/>
          </a:xfrm>
          <a:custGeom>
            <a:avLst/>
            <a:gdLst/>
            <a:ahLst/>
            <a:cxnLst/>
            <a:rect r="r" b="b" t="t" l="l"/>
            <a:pathLst>
              <a:path h="5671890" w="7716858">
                <a:moveTo>
                  <a:pt x="0" y="0"/>
                </a:moveTo>
                <a:lnTo>
                  <a:pt x="7716858" y="0"/>
                </a:lnTo>
                <a:lnTo>
                  <a:pt x="7716858" y="5671890"/>
                </a:lnTo>
                <a:lnTo>
                  <a:pt x="0" y="5671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8" id="48"/>
          <p:cNvSpPr txBox="true"/>
          <p:nvPr/>
        </p:nvSpPr>
        <p:spPr>
          <a:xfrm rot="0">
            <a:off x="10184904" y="2522478"/>
            <a:ext cx="6579165" cy="3515994"/>
          </a:xfrm>
          <a:prstGeom prst="rect">
            <a:avLst/>
          </a:prstGeom>
        </p:spPr>
        <p:txBody>
          <a:bodyPr anchor="t" rtlCol="false" tIns="0" lIns="0" bIns="0" rIns="0">
            <a:spAutoFit/>
          </a:bodyPr>
          <a:lstStyle/>
          <a:p>
            <a:pPr algn="just">
              <a:lnSpc>
                <a:spcPts val="3080"/>
              </a:lnSpc>
            </a:pPr>
            <a:r>
              <a:rPr lang="en-US" sz="2200" i="true">
                <a:solidFill>
                  <a:srgbClr val="000000"/>
                </a:solidFill>
                <a:latin typeface="Poppins Italics"/>
                <a:ea typeface="Poppins Italics"/>
                <a:cs typeface="Poppins Italics"/>
                <a:sym typeface="Poppins Italics"/>
              </a:rPr>
              <a:t>“Sangat bagus d</a:t>
            </a:r>
            <a:r>
              <a:rPr lang="en-US" sz="2200" i="true">
                <a:solidFill>
                  <a:srgbClr val="000000"/>
                </a:solidFill>
                <a:latin typeface="Poppins Italics"/>
                <a:ea typeface="Poppins Italics"/>
                <a:cs typeface="Poppins Italics"/>
                <a:sym typeface="Poppins Italics"/>
              </a:rPr>
              <a:t>an bermanfaat, karena banyak orang takut terhadap jarum. Dengan menggunakan saliva, deteksi awal diabetes menjadi lebih praktis, tidak menakutkan, dan membantu masyarakat maupun tenaga medis. Masya Allah, hebat sekali. Semoga GLICOVIA terus dikembangkan dan manfaatnya dapat dirasakan lebih luas.”</a:t>
            </a:r>
          </a:p>
          <a:p>
            <a:pPr algn="just">
              <a:lnSpc>
                <a:spcPts val="3080"/>
              </a:lnSpc>
            </a:pPr>
          </a:p>
        </p:txBody>
      </p:sp>
      <p:sp>
        <p:nvSpPr>
          <p:cNvPr name="Freeform 49" id="49"/>
          <p:cNvSpPr/>
          <p:nvPr/>
        </p:nvSpPr>
        <p:spPr>
          <a:xfrm flipH="false" flipV="false" rot="0">
            <a:off x="9616058" y="2137732"/>
            <a:ext cx="7716858" cy="5671890"/>
          </a:xfrm>
          <a:custGeom>
            <a:avLst/>
            <a:gdLst/>
            <a:ahLst/>
            <a:cxnLst/>
            <a:rect r="r" b="b" t="t" l="l"/>
            <a:pathLst>
              <a:path h="5671890" w="7716858">
                <a:moveTo>
                  <a:pt x="0" y="0"/>
                </a:moveTo>
                <a:lnTo>
                  <a:pt x="7716858" y="0"/>
                </a:lnTo>
                <a:lnTo>
                  <a:pt x="7716858" y="5671890"/>
                </a:lnTo>
                <a:lnTo>
                  <a:pt x="0" y="567189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0" id="50"/>
          <p:cNvGrpSpPr/>
          <p:nvPr/>
        </p:nvGrpSpPr>
        <p:grpSpPr>
          <a:xfrm rot="0">
            <a:off x="2024922" y="6453599"/>
            <a:ext cx="5724414" cy="600834"/>
            <a:chOff x="0" y="0"/>
            <a:chExt cx="1507665" cy="158244"/>
          </a:xfrm>
        </p:grpSpPr>
        <p:sp>
          <p:nvSpPr>
            <p:cNvPr name="Freeform 51" id="51"/>
            <p:cNvSpPr/>
            <p:nvPr/>
          </p:nvSpPr>
          <p:spPr>
            <a:xfrm flipH="false" flipV="false" rot="0">
              <a:off x="0" y="0"/>
              <a:ext cx="1507665" cy="158244"/>
            </a:xfrm>
            <a:custGeom>
              <a:avLst/>
              <a:gdLst/>
              <a:ahLst/>
              <a:cxnLst/>
              <a:rect r="r" b="b" t="t" l="l"/>
              <a:pathLst>
                <a:path h="158244" w="1507665">
                  <a:moveTo>
                    <a:pt x="0" y="0"/>
                  </a:moveTo>
                  <a:lnTo>
                    <a:pt x="1507665" y="0"/>
                  </a:lnTo>
                  <a:lnTo>
                    <a:pt x="1507665" y="158244"/>
                  </a:lnTo>
                  <a:lnTo>
                    <a:pt x="0" y="158244"/>
                  </a:lnTo>
                  <a:close/>
                </a:path>
              </a:pathLst>
            </a:custGeom>
            <a:solidFill>
              <a:srgbClr val="FFCE32"/>
            </a:solidFill>
          </p:spPr>
        </p:sp>
        <p:sp>
          <p:nvSpPr>
            <p:cNvPr name="TextBox 52" id="52"/>
            <p:cNvSpPr txBox="true"/>
            <p:nvPr/>
          </p:nvSpPr>
          <p:spPr>
            <a:xfrm>
              <a:off x="0" y="-28575"/>
              <a:ext cx="1507665" cy="186819"/>
            </a:xfrm>
            <a:prstGeom prst="rect">
              <a:avLst/>
            </a:prstGeom>
          </p:spPr>
          <p:txBody>
            <a:bodyPr anchor="ctr" rtlCol="false" tIns="50800" lIns="50800" bIns="50800" rIns="50800"/>
            <a:lstStyle/>
            <a:p>
              <a:pPr algn="ctr">
                <a:lnSpc>
                  <a:spcPts val="2380"/>
                </a:lnSpc>
              </a:pPr>
            </a:p>
          </p:txBody>
        </p:sp>
      </p:grpSp>
      <p:grpSp>
        <p:nvGrpSpPr>
          <p:cNvPr name="Group 53" id="53"/>
          <p:cNvGrpSpPr/>
          <p:nvPr/>
        </p:nvGrpSpPr>
        <p:grpSpPr>
          <a:xfrm rot="0">
            <a:off x="10893111" y="6401000"/>
            <a:ext cx="5724414" cy="600834"/>
            <a:chOff x="0" y="0"/>
            <a:chExt cx="1507665" cy="158244"/>
          </a:xfrm>
        </p:grpSpPr>
        <p:sp>
          <p:nvSpPr>
            <p:cNvPr name="Freeform 54" id="54"/>
            <p:cNvSpPr/>
            <p:nvPr/>
          </p:nvSpPr>
          <p:spPr>
            <a:xfrm flipH="false" flipV="false" rot="0">
              <a:off x="0" y="0"/>
              <a:ext cx="1507665" cy="158244"/>
            </a:xfrm>
            <a:custGeom>
              <a:avLst/>
              <a:gdLst/>
              <a:ahLst/>
              <a:cxnLst/>
              <a:rect r="r" b="b" t="t" l="l"/>
              <a:pathLst>
                <a:path h="158244" w="1507665">
                  <a:moveTo>
                    <a:pt x="0" y="0"/>
                  </a:moveTo>
                  <a:lnTo>
                    <a:pt x="1507665" y="0"/>
                  </a:lnTo>
                  <a:lnTo>
                    <a:pt x="1507665" y="158244"/>
                  </a:lnTo>
                  <a:lnTo>
                    <a:pt x="0" y="158244"/>
                  </a:lnTo>
                  <a:close/>
                </a:path>
              </a:pathLst>
            </a:custGeom>
            <a:solidFill>
              <a:srgbClr val="FFCE32"/>
            </a:solidFill>
          </p:spPr>
        </p:sp>
        <p:sp>
          <p:nvSpPr>
            <p:cNvPr name="TextBox 55" id="55"/>
            <p:cNvSpPr txBox="true"/>
            <p:nvPr/>
          </p:nvSpPr>
          <p:spPr>
            <a:xfrm>
              <a:off x="0" y="-28575"/>
              <a:ext cx="1507665" cy="186819"/>
            </a:xfrm>
            <a:prstGeom prst="rect">
              <a:avLst/>
            </a:prstGeom>
          </p:spPr>
          <p:txBody>
            <a:bodyPr anchor="ctr" rtlCol="false" tIns="50800" lIns="50800" bIns="50800" rIns="50800"/>
            <a:lstStyle/>
            <a:p>
              <a:pPr algn="ctr">
                <a:lnSpc>
                  <a:spcPts val="2380"/>
                </a:lnSpc>
              </a:pPr>
            </a:p>
          </p:txBody>
        </p:sp>
      </p:grpSp>
      <p:sp>
        <p:nvSpPr>
          <p:cNvPr name="TextBox 56" id="56"/>
          <p:cNvSpPr txBox="true"/>
          <p:nvPr/>
        </p:nvSpPr>
        <p:spPr>
          <a:xfrm rot="0">
            <a:off x="1524576" y="2403003"/>
            <a:ext cx="6725105" cy="4297044"/>
          </a:xfrm>
          <a:prstGeom prst="rect">
            <a:avLst/>
          </a:prstGeom>
        </p:spPr>
        <p:txBody>
          <a:bodyPr anchor="t" rtlCol="false" tIns="0" lIns="0" bIns="0" rIns="0">
            <a:spAutoFit/>
          </a:bodyPr>
          <a:lstStyle/>
          <a:p>
            <a:pPr algn="just">
              <a:lnSpc>
                <a:spcPts val="3080"/>
              </a:lnSpc>
            </a:pPr>
            <a:r>
              <a:rPr lang="en-US" sz="2200" i="true">
                <a:solidFill>
                  <a:srgbClr val="000000"/>
                </a:solidFill>
                <a:latin typeface="Poppins Italics"/>
                <a:ea typeface="Poppins Italics"/>
                <a:cs typeface="Poppins Italics"/>
                <a:sym typeface="Poppins Italics"/>
              </a:rPr>
              <a:t>“GLICOVIA</a:t>
            </a:r>
            <a:r>
              <a:rPr lang="en-US" sz="2200" i="true">
                <a:solidFill>
                  <a:srgbClr val="000000"/>
                </a:solidFill>
                <a:latin typeface="Poppins Italics"/>
                <a:ea typeface="Poppins Italics"/>
                <a:cs typeface="Poppins Italics"/>
                <a:sym typeface="Poppins Italics"/>
              </a:rPr>
              <a:t> merupakan alat screening prediabetes yang sangat inovatif. Dengan menggunakan sampel saliva, pemeriksaan menjadi lebih nyaman tanpa pengambilan darah dan dapat mendeteksi risiko lebih awal, sehingga pasien bisa mendapatkan pemeriksaan lanjutan yang tepat. Bagi dokter gigi, ini sangat bermanfaat untuk mempertimbangkan tindakan sebelum kondisi pasien diketahui dengan lebih jelas.”</a:t>
            </a:r>
          </a:p>
          <a:p>
            <a:pPr algn="just">
              <a:lnSpc>
                <a:spcPts val="3080"/>
              </a:lnSpc>
            </a:pPr>
          </a:p>
        </p:txBody>
      </p:sp>
      <p:sp>
        <p:nvSpPr>
          <p:cNvPr name="TextBox 57" id="57"/>
          <p:cNvSpPr txBox="true"/>
          <p:nvPr/>
        </p:nvSpPr>
        <p:spPr>
          <a:xfrm rot="0">
            <a:off x="16600734" y="9421254"/>
            <a:ext cx="682675"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34</a:t>
            </a:r>
          </a:p>
        </p:txBody>
      </p:sp>
      <p:sp>
        <p:nvSpPr>
          <p:cNvPr name="TextBox 58" id="58"/>
          <p:cNvSpPr txBox="true"/>
          <p:nvPr/>
        </p:nvSpPr>
        <p:spPr>
          <a:xfrm rot="0">
            <a:off x="2024922" y="6380992"/>
            <a:ext cx="5724414" cy="1190732"/>
          </a:xfrm>
          <a:prstGeom prst="rect">
            <a:avLst/>
          </a:prstGeom>
        </p:spPr>
        <p:txBody>
          <a:bodyPr anchor="t" rtlCol="false" tIns="0" lIns="0" bIns="0" rIns="0">
            <a:spAutoFit/>
          </a:bodyPr>
          <a:lstStyle/>
          <a:p>
            <a:pPr algn="ctr">
              <a:lnSpc>
                <a:spcPts val="4670"/>
              </a:lnSpc>
            </a:pPr>
            <a:r>
              <a:rPr lang="en-US" b="true" sz="3335">
                <a:solidFill>
                  <a:srgbClr val="000000"/>
                </a:solidFill>
                <a:latin typeface="Poppins Bold"/>
                <a:ea typeface="Poppins Bold"/>
                <a:cs typeface="Poppins Bold"/>
                <a:sym typeface="Poppins Bold"/>
              </a:rPr>
              <a:t>drg. Monita Rachmawati </a:t>
            </a:r>
          </a:p>
          <a:p>
            <a:pPr algn="ctr">
              <a:lnSpc>
                <a:spcPts val="4670"/>
              </a:lnSpc>
            </a:pPr>
            <a:r>
              <a:rPr lang="en-US" b="true" sz="3335">
                <a:solidFill>
                  <a:srgbClr val="000000"/>
                </a:solidFill>
                <a:latin typeface="Poppins Bold"/>
                <a:ea typeface="Poppins Bold"/>
                <a:cs typeface="Poppins Bold"/>
                <a:sym typeface="Poppins Bold"/>
              </a:rPr>
              <a:t>Ketua PDGI Kudus</a:t>
            </a:r>
          </a:p>
        </p:txBody>
      </p:sp>
      <p:sp>
        <p:nvSpPr>
          <p:cNvPr name="TextBox 59" id="59"/>
          <p:cNvSpPr txBox="true"/>
          <p:nvPr/>
        </p:nvSpPr>
        <p:spPr>
          <a:xfrm rot="0">
            <a:off x="11119913" y="6336694"/>
            <a:ext cx="5323954" cy="1235030"/>
          </a:xfrm>
          <a:prstGeom prst="rect">
            <a:avLst/>
          </a:prstGeom>
        </p:spPr>
        <p:txBody>
          <a:bodyPr anchor="t" rtlCol="false" tIns="0" lIns="0" bIns="0" rIns="0">
            <a:spAutoFit/>
          </a:bodyPr>
          <a:lstStyle/>
          <a:p>
            <a:pPr algn="ctr">
              <a:lnSpc>
                <a:spcPts val="4859"/>
              </a:lnSpc>
            </a:pPr>
            <a:r>
              <a:rPr lang="en-US" b="true" sz="3470">
                <a:solidFill>
                  <a:srgbClr val="000000"/>
                </a:solidFill>
                <a:latin typeface="Poppins Bold"/>
                <a:ea typeface="Poppins Bold"/>
                <a:cs typeface="Poppins Bold"/>
                <a:sym typeface="Poppins Bold"/>
              </a:rPr>
              <a:t>drg. Erika Asdyanti</a:t>
            </a:r>
          </a:p>
          <a:p>
            <a:pPr algn="ctr">
              <a:lnSpc>
                <a:spcPts val="4859"/>
              </a:lnSpc>
            </a:pPr>
            <a:r>
              <a:rPr lang="en-US" b="true" sz="3470">
                <a:solidFill>
                  <a:srgbClr val="000000"/>
                </a:solidFill>
                <a:latin typeface="Poppins Bold"/>
                <a:ea typeface="Poppins Bold"/>
                <a:cs typeface="Poppins Bold"/>
                <a:sym typeface="Poppins Bold"/>
              </a:rPr>
              <a:t>Dokter Gigi di Riau</a:t>
            </a:r>
          </a:p>
        </p:txBody>
      </p:sp>
      <p:grpSp>
        <p:nvGrpSpPr>
          <p:cNvPr name="Group 60" id="60"/>
          <p:cNvGrpSpPr/>
          <p:nvPr/>
        </p:nvGrpSpPr>
        <p:grpSpPr>
          <a:xfrm rot="0">
            <a:off x="-2441621" y="798060"/>
            <a:ext cx="7932394" cy="918837"/>
            <a:chOff x="0" y="0"/>
            <a:chExt cx="2089190" cy="241998"/>
          </a:xfrm>
        </p:grpSpPr>
        <p:sp>
          <p:nvSpPr>
            <p:cNvPr name="Freeform 61" id="61"/>
            <p:cNvSpPr/>
            <p:nvPr/>
          </p:nvSpPr>
          <p:spPr>
            <a:xfrm flipH="false" flipV="false" rot="0">
              <a:off x="0" y="0"/>
              <a:ext cx="2089190" cy="241998"/>
            </a:xfrm>
            <a:custGeom>
              <a:avLst/>
              <a:gdLst/>
              <a:ahLst/>
              <a:cxnLst/>
              <a:rect r="r" b="b" t="t" l="l"/>
              <a:pathLst>
                <a:path h="241998" w="2089190">
                  <a:moveTo>
                    <a:pt x="97599" y="0"/>
                  </a:moveTo>
                  <a:lnTo>
                    <a:pt x="1991592" y="0"/>
                  </a:lnTo>
                  <a:cubicBezTo>
                    <a:pt x="2017476" y="0"/>
                    <a:pt x="2042301" y="10283"/>
                    <a:pt x="2060604" y="28586"/>
                  </a:cubicBezTo>
                  <a:cubicBezTo>
                    <a:pt x="2078908" y="46889"/>
                    <a:pt x="2089190" y="71714"/>
                    <a:pt x="2089190" y="97599"/>
                  </a:cubicBezTo>
                  <a:lnTo>
                    <a:pt x="2089190" y="144400"/>
                  </a:lnTo>
                  <a:cubicBezTo>
                    <a:pt x="2089190" y="170284"/>
                    <a:pt x="2078908" y="195109"/>
                    <a:pt x="2060604" y="213412"/>
                  </a:cubicBezTo>
                  <a:cubicBezTo>
                    <a:pt x="2042301" y="231716"/>
                    <a:pt x="2017476" y="241998"/>
                    <a:pt x="1991592" y="241998"/>
                  </a:cubicBezTo>
                  <a:lnTo>
                    <a:pt x="97599" y="241998"/>
                  </a:lnTo>
                  <a:cubicBezTo>
                    <a:pt x="71714" y="241998"/>
                    <a:pt x="46889" y="231716"/>
                    <a:pt x="28586" y="213412"/>
                  </a:cubicBezTo>
                  <a:cubicBezTo>
                    <a:pt x="10283" y="195109"/>
                    <a:pt x="0" y="170284"/>
                    <a:pt x="0" y="144400"/>
                  </a:cubicBezTo>
                  <a:lnTo>
                    <a:pt x="0" y="97599"/>
                  </a:lnTo>
                  <a:cubicBezTo>
                    <a:pt x="0" y="71714"/>
                    <a:pt x="10283" y="46889"/>
                    <a:pt x="28586" y="28586"/>
                  </a:cubicBezTo>
                  <a:cubicBezTo>
                    <a:pt x="46889" y="10283"/>
                    <a:pt x="71714" y="0"/>
                    <a:pt x="97599" y="0"/>
                  </a:cubicBezTo>
                  <a:close/>
                </a:path>
              </a:pathLst>
            </a:custGeom>
            <a:solidFill>
              <a:srgbClr val="183900"/>
            </a:solidFill>
          </p:spPr>
        </p:sp>
        <p:sp>
          <p:nvSpPr>
            <p:cNvPr name="TextBox 62" id="62"/>
            <p:cNvSpPr txBox="true"/>
            <p:nvPr/>
          </p:nvSpPr>
          <p:spPr>
            <a:xfrm>
              <a:off x="0" y="-28575"/>
              <a:ext cx="2089190" cy="270573"/>
            </a:xfrm>
            <a:prstGeom prst="rect">
              <a:avLst/>
            </a:prstGeom>
          </p:spPr>
          <p:txBody>
            <a:bodyPr anchor="ctr" rtlCol="false" tIns="50800" lIns="50800" bIns="50800" rIns="50800"/>
            <a:lstStyle/>
            <a:p>
              <a:pPr algn="ctr">
                <a:lnSpc>
                  <a:spcPts val="2380"/>
                </a:lnSpc>
              </a:pPr>
            </a:p>
          </p:txBody>
        </p:sp>
      </p:grpSp>
      <p:sp>
        <p:nvSpPr>
          <p:cNvPr name="TextBox 63" id="63"/>
          <p:cNvSpPr txBox="true"/>
          <p:nvPr/>
        </p:nvSpPr>
        <p:spPr>
          <a:xfrm rot="0">
            <a:off x="904746" y="905248"/>
            <a:ext cx="3784195" cy="809361"/>
          </a:xfrm>
          <a:prstGeom prst="rect">
            <a:avLst/>
          </a:prstGeom>
        </p:spPr>
        <p:txBody>
          <a:bodyPr anchor="t" rtlCol="false" tIns="0" lIns="0" bIns="0" rIns="0">
            <a:spAutoFit/>
          </a:bodyPr>
          <a:lstStyle/>
          <a:p>
            <a:pPr algn="ctr">
              <a:lnSpc>
                <a:spcPts val="5853"/>
              </a:lnSpc>
            </a:pPr>
            <a:r>
              <a:rPr lang="en-US" sz="5321" b="true">
                <a:solidFill>
                  <a:srgbClr val="FFFFFF"/>
                </a:solidFill>
                <a:latin typeface="Poppins Bold"/>
                <a:ea typeface="Poppins Bold"/>
                <a:cs typeface="Poppins Bold"/>
                <a:sym typeface="Poppins Bold"/>
              </a:rPr>
              <a:t>TESTIMONI</a:t>
            </a: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6630003"/>
            <a:ext cx="18288000" cy="16917003"/>
          </a:xfrm>
          <a:custGeom>
            <a:avLst/>
            <a:gdLst/>
            <a:ahLst/>
            <a:cxnLst/>
            <a:rect r="r" b="b" t="t" l="l"/>
            <a:pathLst>
              <a:path h="16917003" w="18288000">
                <a:moveTo>
                  <a:pt x="0" y="0"/>
                </a:moveTo>
                <a:lnTo>
                  <a:pt x="18288000" y="0"/>
                </a:lnTo>
                <a:lnTo>
                  <a:pt x="18288000" y="16917003"/>
                </a:lnTo>
                <a:lnTo>
                  <a:pt x="0" y="16917003"/>
                </a:lnTo>
                <a:lnTo>
                  <a:pt x="0" y="0"/>
                </a:lnTo>
                <a:close/>
              </a:path>
            </a:pathLst>
          </a:custGeom>
          <a:blipFill>
            <a:blip r:embed="rId2">
              <a:alphaModFix amt="32999"/>
            </a:blip>
            <a:stretch>
              <a:fillRect l="-11668" t="0" r="-11668" b="0"/>
            </a:stretch>
          </a:blipFill>
        </p:spPr>
      </p:sp>
      <p:grpSp>
        <p:nvGrpSpPr>
          <p:cNvPr name="Group 3" id="3"/>
          <p:cNvGrpSpPr/>
          <p:nvPr/>
        </p:nvGrpSpPr>
        <p:grpSpPr>
          <a:xfrm rot="0">
            <a:off x="2817739" y="2031862"/>
            <a:ext cx="16461410" cy="13045671"/>
            <a:chOff x="0" y="0"/>
            <a:chExt cx="4335515" cy="3435897"/>
          </a:xfrm>
        </p:grpSpPr>
        <p:sp>
          <p:nvSpPr>
            <p:cNvPr name="Freeform 4" id="4"/>
            <p:cNvSpPr/>
            <p:nvPr/>
          </p:nvSpPr>
          <p:spPr>
            <a:xfrm flipH="false" flipV="false" rot="0">
              <a:off x="0" y="0"/>
              <a:ext cx="4335516" cy="3435897"/>
            </a:xfrm>
            <a:custGeom>
              <a:avLst/>
              <a:gdLst/>
              <a:ahLst/>
              <a:cxnLst/>
              <a:rect r="r" b="b" t="t" l="l"/>
              <a:pathLst>
                <a:path h="3435897" w="4335516">
                  <a:moveTo>
                    <a:pt x="47031" y="0"/>
                  </a:moveTo>
                  <a:lnTo>
                    <a:pt x="4288485" y="0"/>
                  </a:lnTo>
                  <a:cubicBezTo>
                    <a:pt x="4300958" y="0"/>
                    <a:pt x="4312920" y="4955"/>
                    <a:pt x="4321740" y="13775"/>
                  </a:cubicBezTo>
                  <a:cubicBezTo>
                    <a:pt x="4330560" y="22595"/>
                    <a:pt x="4335516" y="34557"/>
                    <a:pt x="4335516" y="47031"/>
                  </a:cubicBezTo>
                  <a:lnTo>
                    <a:pt x="4335516" y="3388866"/>
                  </a:lnTo>
                  <a:cubicBezTo>
                    <a:pt x="4335516" y="3414840"/>
                    <a:pt x="4314459" y="3435897"/>
                    <a:pt x="4288485" y="3435897"/>
                  </a:cubicBezTo>
                  <a:lnTo>
                    <a:pt x="47031" y="3435897"/>
                  </a:lnTo>
                  <a:cubicBezTo>
                    <a:pt x="34557" y="3435897"/>
                    <a:pt x="22595" y="3430942"/>
                    <a:pt x="13775" y="3422122"/>
                  </a:cubicBezTo>
                  <a:cubicBezTo>
                    <a:pt x="4955" y="3413302"/>
                    <a:pt x="0" y="3401339"/>
                    <a:pt x="0" y="3388866"/>
                  </a:cubicBezTo>
                  <a:lnTo>
                    <a:pt x="0" y="47031"/>
                  </a:lnTo>
                  <a:cubicBezTo>
                    <a:pt x="0" y="34557"/>
                    <a:pt x="4955" y="22595"/>
                    <a:pt x="13775" y="13775"/>
                  </a:cubicBezTo>
                  <a:cubicBezTo>
                    <a:pt x="22595" y="4955"/>
                    <a:pt x="34557" y="0"/>
                    <a:pt x="47031" y="0"/>
                  </a:cubicBezTo>
                  <a:close/>
                </a:path>
              </a:pathLst>
            </a:custGeom>
            <a:solidFill>
              <a:srgbClr val="F2FFE2"/>
            </a:solidFill>
            <a:ln w="76200" cap="rnd">
              <a:solidFill>
                <a:srgbClr val="C90000"/>
              </a:solidFill>
              <a:prstDash val="solid"/>
              <a:round/>
            </a:ln>
          </p:spPr>
        </p:sp>
        <p:sp>
          <p:nvSpPr>
            <p:cNvPr name="TextBox 5" id="5"/>
            <p:cNvSpPr txBox="true"/>
            <p:nvPr/>
          </p:nvSpPr>
          <p:spPr>
            <a:xfrm>
              <a:off x="0" y="0"/>
              <a:ext cx="4335515" cy="3435897"/>
            </a:xfrm>
            <a:prstGeom prst="rect">
              <a:avLst/>
            </a:prstGeom>
          </p:spPr>
          <p:txBody>
            <a:bodyPr anchor="ctr" rtlCol="false" tIns="50800" lIns="50800" bIns="50800" rIns="50800"/>
            <a:lstStyle/>
            <a:p>
              <a:pPr algn="ctr">
                <a:lnSpc>
                  <a:spcPts val="2752"/>
                </a:lnSpc>
              </a:pPr>
            </a:p>
          </p:txBody>
        </p:sp>
      </p:grpSp>
      <p:grpSp>
        <p:nvGrpSpPr>
          <p:cNvPr name="Group 6" id="6"/>
          <p:cNvGrpSpPr/>
          <p:nvPr/>
        </p:nvGrpSpPr>
        <p:grpSpPr>
          <a:xfrm rot="0">
            <a:off x="240438" y="9606565"/>
            <a:ext cx="4010878" cy="595487"/>
            <a:chOff x="0" y="0"/>
            <a:chExt cx="1056363" cy="156836"/>
          </a:xfrm>
        </p:grpSpPr>
        <p:sp>
          <p:nvSpPr>
            <p:cNvPr name="Freeform 7" id="7"/>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8" id="8"/>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3770970" y="9601920"/>
            <a:ext cx="4010878" cy="595487"/>
            <a:chOff x="0" y="0"/>
            <a:chExt cx="1056363" cy="156836"/>
          </a:xfrm>
        </p:grpSpPr>
        <p:sp>
          <p:nvSpPr>
            <p:cNvPr name="Freeform 10" id="10"/>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1" id="11"/>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2" id="12"/>
          <p:cNvGrpSpPr/>
          <p:nvPr/>
        </p:nvGrpSpPr>
        <p:grpSpPr>
          <a:xfrm rot="0">
            <a:off x="6869325" y="9601920"/>
            <a:ext cx="4010878" cy="595487"/>
            <a:chOff x="0" y="0"/>
            <a:chExt cx="1056363" cy="156836"/>
          </a:xfrm>
        </p:grpSpPr>
        <p:sp>
          <p:nvSpPr>
            <p:cNvPr name="Freeform 13" id="13"/>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9D9D9"/>
            </a:solidFill>
            <a:ln w="38100" cap="rnd">
              <a:solidFill>
                <a:srgbClr val="9B9A9A"/>
              </a:solidFill>
              <a:prstDash val="sysDot"/>
              <a:round/>
            </a:ln>
          </p:spPr>
        </p:sp>
        <p:sp>
          <p:nvSpPr>
            <p:cNvPr name="TextBox 14" id="14"/>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5" id="15"/>
          <p:cNvGrpSpPr/>
          <p:nvPr/>
        </p:nvGrpSpPr>
        <p:grpSpPr>
          <a:xfrm rot="0">
            <a:off x="10105948" y="9606565"/>
            <a:ext cx="4010878" cy="595487"/>
            <a:chOff x="0" y="0"/>
            <a:chExt cx="1056363" cy="156836"/>
          </a:xfrm>
        </p:grpSpPr>
        <p:sp>
          <p:nvSpPr>
            <p:cNvPr name="Freeform 16" id="16"/>
            <p:cNvSpPr/>
            <p:nvPr/>
          </p:nvSpPr>
          <p:spPr>
            <a:xfrm flipH="false" flipV="false" rot="0">
              <a:off x="0" y="0"/>
              <a:ext cx="1056363" cy="156836"/>
            </a:xfrm>
            <a:custGeom>
              <a:avLst/>
              <a:gdLst/>
              <a:ahLst/>
              <a:cxnLst/>
              <a:rect r="r" b="b" t="t" l="l"/>
              <a:pathLst>
                <a:path h="156836" w="1056363">
                  <a:moveTo>
                    <a:pt x="78418" y="0"/>
                  </a:moveTo>
                  <a:lnTo>
                    <a:pt x="977945" y="0"/>
                  </a:lnTo>
                  <a:cubicBezTo>
                    <a:pt x="1021254" y="0"/>
                    <a:pt x="1056363" y="35109"/>
                    <a:pt x="1056363" y="78418"/>
                  </a:cubicBezTo>
                  <a:lnTo>
                    <a:pt x="1056363" y="78418"/>
                  </a:lnTo>
                  <a:cubicBezTo>
                    <a:pt x="1056363" y="121727"/>
                    <a:pt x="1021254" y="156836"/>
                    <a:pt x="977945" y="156836"/>
                  </a:cubicBezTo>
                  <a:lnTo>
                    <a:pt x="78418" y="156836"/>
                  </a:lnTo>
                  <a:cubicBezTo>
                    <a:pt x="35109" y="156836"/>
                    <a:pt x="0" y="121727"/>
                    <a:pt x="0" y="78418"/>
                  </a:cubicBezTo>
                  <a:lnTo>
                    <a:pt x="0" y="78418"/>
                  </a:lnTo>
                  <a:cubicBezTo>
                    <a:pt x="0" y="35109"/>
                    <a:pt x="35109" y="0"/>
                    <a:pt x="78418" y="0"/>
                  </a:cubicBezTo>
                  <a:close/>
                </a:path>
              </a:pathLst>
            </a:custGeom>
            <a:solidFill>
              <a:srgbClr val="D8D8D8"/>
            </a:solidFill>
            <a:ln w="38100" cap="rnd">
              <a:solidFill>
                <a:srgbClr val="9B9A9A"/>
              </a:solidFill>
              <a:prstDash val="sysDot"/>
              <a:round/>
            </a:ln>
          </p:spPr>
        </p:sp>
        <p:sp>
          <p:nvSpPr>
            <p:cNvPr name="TextBox 17" id="17"/>
            <p:cNvSpPr txBox="true"/>
            <p:nvPr/>
          </p:nvSpPr>
          <p:spPr>
            <a:xfrm>
              <a:off x="0" y="-28575"/>
              <a:ext cx="1056363" cy="185411"/>
            </a:xfrm>
            <a:prstGeom prst="rect">
              <a:avLst/>
            </a:prstGeom>
          </p:spPr>
          <p:txBody>
            <a:bodyPr anchor="ctr" rtlCol="false" tIns="50800" lIns="50800" bIns="50800" rIns="50800"/>
            <a:lstStyle/>
            <a:p>
              <a:pPr algn="ctr">
                <a:lnSpc>
                  <a:spcPts val="2380"/>
                </a:lnSpc>
              </a:pPr>
            </a:p>
          </p:txBody>
        </p:sp>
      </p:grpSp>
      <p:grpSp>
        <p:nvGrpSpPr>
          <p:cNvPr name="Group 18" id="18"/>
          <p:cNvGrpSpPr/>
          <p:nvPr/>
        </p:nvGrpSpPr>
        <p:grpSpPr>
          <a:xfrm rot="0">
            <a:off x="12320138" y="9601920"/>
            <a:ext cx="4798223" cy="595487"/>
            <a:chOff x="0" y="0"/>
            <a:chExt cx="1263729" cy="156836"/>
          </a:xfrm>
        </p:grpSpPr>
        <p:sp>
          <p:nvSpPr>
            <p:cNvPr name="Freeform 19" id="19"/>
            <p:cNvSpPr/>
            <p:nvPr/>
          </p:nvSpPr>
          <p:spPr>
            <a:xfrm flipH="false" flipV="false" rot="0">
              <a:off x="0" y="0"/>
              <a:ext cx="1263729" cy="156836"/>
            </a:xfrm>
            <a:custGeom>
              <a:avLst/>
              <a:gdLst/>
              <a:ahLst/>
              <a:cxnLst/>
              <a:rect r="r" b="b" t="t" l="l"/>
              <a:pathLst>
                <a:path h="156836" w="1263729">
                  <a:moveTo>
                    <a:pt x="78418" y="0"/>
                  </a:moveTo>
                  <a:lnTo>
                    <a:pt x="1185311" y="0"/>
                  </a:lnTo>
                  <a:cubicBezTo>
                    <a:pt x="1228620" y="0"/>
                    <a:pt x="1263729" y="35109"/>
                    <a:pt x="1263729" y="78418"/>
                  </a:cubicBezTo>
                  <a:lnTo>
                    <a:pt x="1263729" y="78418"/>
                  </a:lnTo>
                  <a:cubicBezTo>
                    <a:pt x="1263729" y="121727"/>
                    <a:pt x="1228620" y="156836"/>
                    <a:pt x="1185311" y="156836"/>
                  </a:cubicBezTo>
                  <a:lnTo>
                    <a:pt x="78418" y="156836"/>
                  </a:lnTo>
                  <a:cubicBezTo>
                    <a:pt x="35109" y="156836"/>
                    <a:pt x="0" y="121727"/>
                    <a:pt x="0" y="78418"/>
                  </a:cubicBezTo>
                  <a:lnTo>
                    <a:pt x="0" y="78418"/>
                  </a:lnTo>
                  <a:cubicBezTo>
                    <a:pt x="0" y="35109"/>
                    <a:pt x="35109" y="0"/>
                    <a:pt x="78418" y="0"/>
                  </a:cubicBezTo>
                  <a:close/>
                </a:path>
              </a:pathLst>
            </a:custGeom>
            <a:solidFill>
              <a:srgbClr val="FDFDFD"/>
            </a:solidFill>
            <a:ln w="38100" cap="rnd">
              <a:solidFill>
                <a:srgbClr val="000000"/>
              </a:solidFill>
              <a:prstDash val="sysDot"/>
              <a:round/>
            </a:ln>
          </p:spPr>
        </p:sp>
        <p:sp>
          <p:nvSpPr>
            <p:cNvPr name="TextBox 20" id="20"/>
            <p:cNvSpPr txBox="true"/>
            <p:nvPr/>
          </p:nvSpPr>
          <p:spPr>
            <a:xfrm>
              <a:off x="0" y="-28575"/>
              <a:ext cx="1263729" cy="185411"/>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12574266" y="9665741"/>
            <a:ext cx="3976596" cy="467610"/>
          </a:xfrm>
          <a:prstGeom prst="rect">
            <a:avLst/>
          </a:prstGeom>
        </p:spPr>
        <p:txBody>
          <a:bodyPr anchor="t" rtlCol="false" tIns="0" lIns="0" bIns="0" rIns="0">
            <a:spAutoFit/>
          </a:bodyPr>
          <a:lstStyle/>
          <a:p>
            <a:pPr algn="ctr">
              <a:lnSpc>
                <a:spcPts val="3329"/>
              </a:lnSpc>
            </a:pPr>
            <a:r>
              <a:rPr lang="en-US" b="true" sz="3026">
                <a:solidFill>
                  <a:srgbClr val="CD0606"/>
                </a:solidFill>
                <a:latin typeface="Poppins Bold"/>
                <a:ea typeface="Poppins Bold"/>
                <a:cs typeface="Poppins Bold"/>
                <a:sym typeface="Poppins Bold"/>
              </a:rPr>
              <a:t>Kebermanfaatan</a:t>
            </a:r>
          </a:p>
        </p:txBody>
      </p:sp>
      <p:grpSp>
        <p:nvGrpSpPr>
          <p:cNvPr name="Group 22" id="22"/>
          <p:cNvGrpSpPr/>
          <p:nvPr/>
        </p:nvGrpSpPr>
        <p:grpSpPr>
          <a:xfrm rot="0">
            <a:off x="16443867" y="9362871"/>
            <a:ext cx="996408" cy="1848257"/>
            <a:chOff x="0" y="0"/>
            <a:chExt cx="438186" cy="812800"/>
          </a:xfrm>
        </p:grpSpPr>
        <p:sp>
          <p:nvSpPr>
            <p:cNvPr name="Freeform 23" id="23"/>
            <p:cNvSpPr/>
            <p:nvPr/>
          </p:nvSpPr>
          <p:spPr>
            <a:xfrm flipH="false" flipV="false" rot="0">
              <a:off x="0" y="0"/>
              <a:ext cx="438186" cy="812800"/>
            </a:xfrm>
            <a:custGeom>
              <a:avLst/>
              <a:gdLst/>
              <a:ahLst/>
              <a:cxnLst/>
              <a:rect r="r" b="b" t="t" l="l"/>
              <a:pathLst>
                <a:path h="812800" w="438186">
                  <a:moveTo>
                    <a:pt x="219093" y="0"/>
                  </a:moveTo>
                  <a:lnTo>
                    <a:pt x="219093" y="0"/>
                  </a:lnTo>
                  <a:cubicBezTo>
                    <a:pt x="340095" y="0"/>
                    <a:pt x="438186" y="98091"/>
                    <a:pt x="438186" y="219093"/>
                  </a:cubicBezTo>
                  <a:lnTo>
                    <a:pt x="438186" y="593707"/>
                  </a:lnTo>
                  <a:cubicBezTo>
                    <a:pt x="438186" y="714709"/>
                    <a:pt x="340095" y="812800"/>
                    <a:pt x="219093" y="812800"/>
                  </a:cubicBezTo>
                  <a:lnTo>
                    <a:pt x="219093" y="812800"/>
                  </a:lnTo>
                  <a:cubicBezTo>
                    <a:pt x="98091" y="812800"/>
                    <a:pt x="0" y="714709"/>
                    <a:pt x="0" y="593707"/>
                  </a:cubicBezTo>
                  <a:lnTo>
                    <a:pt x="0" y="219093"/>
                  </a:lnTo>
                  <a:cubicBezTo>
                    <a:pt x="0" y="98091"/>
                    <a:pt x="98091" y="0"/>
                    <a:pt x="219093" y="0"/>
                  </a:cubicBezTo>
                  <a:close/>
                </a:path>
              </a:pathLst>
            </a:custGeom>
            <a:solidFill>
              <a:srgbClr val="FFFFFF"/>
            </a:solidFill>
          </p:spPr>
        </p:sp>
        <p:sp>
          <p:nvSpPr>
            <p:cNvPr name="TextBox 24" id="24"/>
            <p:cNvSpPr txBox="true"/>
            <p:nvPr/>
          </p:nvSpPr>
          <p:spPr>
            <a:xfrm>
              <a:off x="0" y="-28575"/>
              <a:ext cx="438186" cy="841375"/>
            </a:xfrm>
            <a:prstGeom prst="rect">
              <a:avLst/>
            </a:prstGeom>
          </p:spPr>
          <p:txBody>
            <a:bodyPr anchor="ctr" rtlCol="false" tIns="50800" lIns="50800" bIns="50800" rIns="50800"/>
            <a:lstStyle/>
            <a:p>
              <a:pPr algn="ctr">
                <a:lnSpc>
                  <a:spcPts val="2380"/>
                </a:lnSpc>
              </a:pPr>
            </a:p>
          </p:txBody>
        </p:sp>
      </p:grpSp>
      <p:grpSp>
        <p:nvGrpSpPr>
          <p:cNvPr name="Group 25" id="25"/>
          <p:cNvGrpSpPr/>
          <p:nvPr/>
        </p:nvGrpSpPr>
        <p:grpSpPr>
          <a:xfrm rot="0">
            <a:off x="-15211379" y="612020"/>
            <a:ext cx="24854304" cy="1038097"/>
            <a:chOff x="0" y="0"/>
            <a:chExt cx="5307028" cy="221660"/>
          </a:xfrm>
        </p:grpSpPr>
        <p:sp>
          <p:nvSpPr>
            <p:cNvPr name="Freeform 26" id="26"/>
            <p:cNvSpPr/>
            <p:nvPr/>
          </p:nvSpPr>
          <p:spPr>
            <a:xfrm flipH="false" flipV="false" rot="0">
              <a:off x="0" y="0"/>
              <a:ext cx="5307028" cy="221660"/>
            </a:xfrm>
            <a:custGeom>
              <a:avLst/>
              <a:gdLst/>
              <a:ahLst/>
              <a:cxnLst/>
              <a:rect r="r" b="b" t="t" l="l"/>
              <a:pathLst>
                <a:path h="221660" w="5307028">
                  <a:moveTo>
                    <a:pt x="31149" y="0"/>
                  </a:moveTo>
                  <a:lnTo>
                    <a:pt x="5275879" y="0"/>
                  </a:lnTo>
                  <a:cubicBezTo>
                    <a:pt x="5293082" y="0"/>
                    <a:pt x="5307028" y="13946"/>
                    <a:pt x="5307028" y="31149"/>
                  </a:cubicBezTo>
                  <a:lnTo>
                    <a:pt x="5307028" y="190511"/>
                  </a:lnTo>
                  <a:cubicBezTo>
                    <a:pt x="5307028" y="207714"/>
                    <a:pt x="5293082" y="221660"/>
                    <a:pt x="5275879" y="221660"/>
                  </a:cubicBezTo>
                  <a:lnTo>
                    <a:pt x="31149" y="221660"/>
                  </a:lnTo>
                  <a:cubicBezTo>
                    <a:pt x="22888" y="221660"/>
                    <a:pt x="14965" y="218378"/>
                    <a:pt x="9123" y="212537"/>
                  </a:cubicBezTo>
                  <a:cubicBezTo>
                    <a:pt x="3282" y="206695"/>
                    <a:pt x="0" y="198772"/>
                    <a:pt x="0" y="190511"/>
                  </a:cubicBezTo>
                  <a:lnTo>
                    <a:pt x="0" y="31149"/>
                  </a:lnTo>
                  <a:cubicBezTo>
                    <a:pt x="0" y="13946"/>
                    <a:pt x="13946" y="0"/>
                    <a:pt x="31149" y="0"/>
                  </a:cubicBezTo>
                  <a:close/>
                </a:path>
              </a:pathLst>
            </a:custGeom>
            <a:solidFill>
              <a:srgbClr val="FFCE32"/>
            </a:solidFill>
          </p:spPr>
        </p:sp>
        <p:sp>
          <p:nvSpPr>
            <p:cNvPr name="TextBox 27" id="27"/>
            <p:cNvSpPr txBox="true"/>
            <p:nvPr/>
          </p:nvSpPr>
          <p:spPr>
            <a:xfrm>
              <a:off x="0" y="-28575"/>
              <a:ext cx="5307028" cy="250235"/>
            </a:xfrm>
            <a:prstGeom prst="rect">
              <a:avLst/>
            </a:prstGeom>
          </p:spPr>
          <p:txBody>
            <a:bodyPr anchor="ctr" rtlCol="false" tIns="62660" lIns="62660" bIns="62660" rIns="62660"/>
            <a:lstStyle/>
            <a:p>
              <a:pPr algn="ctr">
                <a:lnSpc>
                  <a:spcPts val="2380"/>
                </a:lnSpc>
              </a:pPr>
            </a:p>
          </p:txBody>
        </p:sp>
      </p:grpSp>
      <p:sp>
        <p:nvSpPr>
          <p:cNvPr name="Freeform 28" id="28"/>
          <p:cNvSpPr/>
          <p:nvPr/>
        </p:nvSpPr>
        <p:spPr>
          <a:xfrm flipH="true" flipV="false" rot="0">
            <a:off x="10972800" y="-863232"/>
            <a:ext cx="7315200" cy="2670048"/>
          </a:xfrm>
          <a:custGeom>
            <a:avLst/>
            <a:gdLst/>
            <a:ahLst/>
            <a:cxnLst/>
            <a:rect r="r" b="b" t="t" l="l"/>
            <a:pathLst>
              <a:path h="2670048" w="7315200">
                <a:moveTo>
                  <a:pt x="7315200" y="0"/>
                </a:moveTo>
                <a:lnTo>
                  <a:pt x="0" y="0"/>
                </a:lnTo>
                <a:lnTo>
                  <a:pt x="0" y="2670048"/>
                </a:lnTo>
                <a:lnTo>
                  <a:pt x="7315200" y="2670048"/>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11787427" y="457984"/>
            <a:ext cx="6232956" cy="533984"/>
            <a:chOff x="0" y="0"/>
            <a:chExt cx="3154180" cy="270222"/>
          </a:xfrm>
        </p:grpSpPr>
        <p:sp>
          <p:nvSpPr>
            <p:cNvPr name="Freeform 30" id="30"/>
            <p:cNvSpPr/>
            <p:nvPr/>
          </p:nvSpPr>
          <p:spPr>
            <a:xfrm flipH="false" flipV="false" rot="0">
              <a:off x="0" y="0"/>
              <a:ext cx="3154180" cy="270222"/>
            </a:xfrm>
            <a:custGeom>
              <a:avLst/>
              <a:gdLst/>
              <a:ahLst/>
              <a:cxnLst/>
              <a:rect r="r" b="b" t="t" l="l"/>
              <a:pathLst>
                <a:path h="270222" w="3154180">
                  <a:moveTo>
                    <a:pt x="124209" y="0"/>
                  </a:moveTo>
                  <a:lnTo>
                    <a:pt x="3029971" y="0"/>
                  </a:lnTo>
                  <a:cubicBezTo>
                    <a:pt x="3062913" y="0"/>
                    <a:pt x="3094506" y="13086"/>
                    <a:pt x="3117800" y="36380"/>
                  </a:cubicBezTo>
                  <a:cubicBezTo>
                    <a:pt x="3141094" y="59674"/>
                    <a:pt x="3154180" y="91267"/>
                    <a:pt x="3154180" y="124209"/>
                  </a:cubicBezTo>
                  <a:lnTo>
                    <a:pt x="3154180" y="146013"/>
                  </a:lnTo>
                  <a:cubicBezTo>
                    <a:pt x="3154180" y="214612"/>
                    <a:pt x="3098570" y="270222"/>
                    <a:pt x="3029971" y="270222"/>
                  </a:cubicBezTo>
                  <a:lnTo>
                    <a:pt x="124209" y="270222"/>
                  </a:lnTo>
                  <a:cubicBezTo>
                    <a:pt x="91267" y="270222"/>
                    <a:pt x="59674" y="257136"/>
                    <a:pt x="36380" y="233842"/>
                  </a:cubicBezTo>
                  <a:cubicBezTo>
                    <a:pt x="13086" y="210548"/>
                    <a:pt x="0" y="178955"/>
                    <a:pt x="0" y="146013"/>
                  </a:cubicBezTo>
                  <a:lnTo>
                    <a:pt x="0" y="124209"/>
                  </a:lnTo>
                  <a:cubicBezTo>
                    <a:pt x="0" y="55610"/>
                    <a:pt x="55610" y="0"/>
                    <a:pt x="124209" y="0"/>
                  </a:cubicBezTo>
                  <a:close/>
                </a:path>
              </a:pathLst>
            </a:custGeom>
            <a:solidFill>
              <a:srgbClr val="FFFFFF"/>
            </a:solidFill>
            <a:ln w="19050" cap="rnd">
              <a:solidFill>
                <a:srgbClr val="000000"/>
              </a:solidFill>
              <a:prstDash val="solid"/>
              <a:round/>
            </a:ln>
          </p:spPr>
        </p:sp>
        <p:sp>
          <p:nvSpPr>
            <p:cNvPr name="TextBox 31" id="31"/>
            <p:cNvSpPr txBox="true"/>
            <p:nvPr/>
          </p:nvSpPr>
          <p:spPr>
            <a:xfrm>
              <a:off x="0" y="19050"/>
              <a:ext cx="3154180" cy="251172"/>
            </a:xfrm>
            <a:prstGeom prst="rect">
              <a:avLst/>
            </a:prstGeom>
          </p:spPr>
          <p:txBody>
            <a:bodyPr anchor="ctr" rtlCol="false" tIns="26439" lIns="26439" bIns="26439" rIns="26439"/>
            <a:lstStyle/>
            <a:p>
              <a:pPr algn="ctr">
                <a:lnSpc>
                  <a:spcPts val="2500"/>
                </a:lnSpc>
              </a:pPr>
            </a:p>
          </p:txBody>
        </p:sp>
      </p:grpSp>
      <p:sp>
        <p:nvSpPr>
          <p:cNvPr name="Freeform 32" id="32"/>
          <p:cNvSpPr/>
          <p:nvPr/>
        </p:nvSpPr>
        <p:spPr>
          <a:xfrm flipH="false" flipV="false" rot="0">
            <a:off x="12000914" y="495371"/>
            <a:ext cx="427794" cy="459211"/>
          </a:xfrm>
          <a:custGeom>
            <a:avLst/>
            <a:gdLst/>
            <a:ahLst/>
            <a:cxnLst/>
            <a:rect r="r" b="b" t="t" l="l"/>
            <a:pathLst>
              <a:path h="459211" w="427794">
                <a:moveTo>
                  <a:pt x="0" y="0"/>
                </a:moveTo>
                <a:lnTo>
                  <a:pt x="427794" y="0"/>
                </a:lnTo>
                <a:lnTo>
                  <a:pt x="427794" y="459211"/>
                </a:lnTo>
                <a:lnTo>
                  <a:pt x="0" y="459211"/>
                </a:lnTo>
                <a:lnTo>
                  <a:pt x="0" y="0"/>
                </a:lnTo>
                <a:close/>
              </a:path>
            </a:pathLst>
          </a:custGeom>
          <a:blipFill>
            <a:blip r:embed="rId5"/>
            <a:stretch>
              <a:fillRect l="-3671" t="0" r="-3671" b="0"/>
            </a:stretch>
          </a:blipFill>
        </p:spPr>
      </p:sp>
      <p:sp>
        <p:nvSpPr>
          <p:cNvPr name="Freeform 33" id="33"/>
          <p:cNvSpPr/>
          <p:nvPr/>
        </p:nvSpPr>
        <p:spPr>
          <a:xfrm flipH="false" flipV="false" rot="0">
            <a:off x="15323008"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6"/>
            <a:stretch>
              <a:fillRect l="-3671" t="0" r="-3671" b="0"/>
            </a:stretch>
          </a:blipFill>
        </p:spPr>
      </p:sp>
      <p:sp>
        <p:nvSpPr>
          <p:cNvPr name="Freeform 34" id="34"/>
          <p:cNvSpPr/>
          <p:nvPr/>
        </p:nvSpPr>
        <p:spPr>
          <a:xfrm flipH="false" flipV="false" rot="0">
            <a:off x="13618008" y="273041"/>
            <a:ext cx="842033" cy="903870"/>
          </a:xfrm>
          <a:custGeom>
            <a:avLst/>
            <a:gdLst/>
            <a:ahLst/>
            <a:cxnLst/>
            <a:rect r="r" b="b" t="t" l="l"/>
            <a:pathLst>
              <a:path h="903870" w="842033">
                <a:moveTo>
                  <a:pt x="0" y="0"/>
                </a:moveTo>
                <a:lnTo>
                  <a:pt x="842032" y="0"/>
                </a:lnTo>
                <a:lnTo>
                  <a:pt x="842032" y="903870"/>
                </a:lnTo>
                <a:lnTo>
                  <a:pt x="0" y="903870"/>
                </a:lnTo>
                <a:lnTo>
                  <a:pt x="0" y="0"/>
                </a:lnTo>
                <a:close/>
              </a:path>
            </a:pathLst>
          </a:custGeom>
          <a:blipFill>
            <a:blip r:embed="rId7"/>
            <a:stretch>
              <a:fillRect l="-3671" t="0" r="-3671" b="0"/>
            </a:stretch>
          </a:blipFill>
        </p:spPr>
      </p:sp>
      <p:sp>
        <p:nvSpPr>
          <p:cNvPr name="Freeform 35" id="35"/>
          <p:cNvSpPr/>
          <p:nvPr/>
        </p:nvSpPr>
        <p:spPr>
          <a:xfrm flipH="false" flipV="false" rot="0">
            <a:off x="14450377" y="238142"/>
            <a:ext cx="907056" cy="973668"/>
          </a:xfrm>
          <a:custGeom>
            <a:avLst/>
            <a:gdLst/>
            <a:ahLst/>
            <a:cxnLst/>
            <a:rect r="r" b="b" t="t" l="l"/>
            <a:pathLst>
              <a:path h="973668" w="907056">
                <a:moveTo>
                  <a:pt x="0" y="0"/>
                </a:moveTo>
                <a:lnTo>
                  <a:pt x="907055" y="0"/>
                </a:lnTo>
                <a:lnTo>
                  <a:pt x="907055" y="973668"/>
                </a:lnTo>
                <a:lnTo>
                  <a:pt x="0" y="973668"/>
                </a:lnTo>
                <a:lnTo>
                  <a:pt x="0" y="0"/>
                </a:lnTo>
                <a:close/>
              </a:path>
            </a:pathLst>
          </a:custGeom>
          <a:blipFill>
            <a:blip r:embed="rId8"/>
            <a:stretch>
              <a:fillRect l="-3671" t="0" r="-3671" b="0"/>
            </a:stretch>
          </a:blipFill>
        </p:spPr>
      </p:sp>
      <p:sp>
        <p:nvSpPr>
          <p:cNvPr name="Freeform 36" id="36"/>
          <p:cNvSpPr/>
          <p:nvPr/>
        </p:nvSpPr>
        <p:spPr>
          <a:xfrm flipH="false" flipV="false" rot="0">
            <a:off x="16173367" y="507300"/>
            <a:ext cx="444158" cy="435352"/>
          </a:xfrm>
          <a:custGeom>
            <a:avLst/>
            <a:gdLst/>
            <a:ahLst/>
            <a:cxnLst/>
            <a:rect r="r" b="b" t="t" l="l"/>
            <a:pathLst>
              <a:path h="435352" w="444158">
                <a:moveTo>
                  <a:pt x="0" y="0"/>
                </a:moveTo>
                <a:lnTo>
                  <a:pt x="444158" y="0"/>
                </a:lnTo>
                <a:lnTo>
                  <a:pt x="444158" y="435352"/>
                </a:lnTo>
                <a:lnTo>
                  <a:pt x="0" y="435352"/>
                </a:lnTo>
                <a:lnTo>
                  <a:pt x="0" y="0"/>
                </a:lnTo>
                <a:close/>
              </a:path>
            </a:pathLst>
          </a:custGeom>
          <a:blipFill>
            <a:blip r:embed="rId9"/>
            <a:stretch>
              <a:fillRect l="0" t="-1456" r="0" b="-566"/>
            </a:stretch>
          </a:blipFill>
        </p:spPr>
      </p:sp>
      <p:sp>
        <p:nvSpPr>
          <p:cNvPr name="Freeform 37" id="37"/>
          <p:cNvSpPr/>
          <p:nvPr/>
        </p:nvSpPr>
        <p:spPr>
          <a:xfrm flipH="false" flipV="false" rot="0">
            <a:off x="12473284" y="566443"/>
            <a:ext cx="1161493" cy="338805"/>
          </a:xfrm>
          <a:custGeom>
            <a:avLst/>
            <a:gdLst/>
            <a:ahLst/>
            <a:cxnLst/>
            <a:rect r="r" b="b" t="t" l="l"/>
            <a:pathLst>
              <a:path h="338805" w="1161493">
                <a:moveTo>
                  <a:pt x="0" y="0"/>
                </a:moveTo>
                <a:lnTo>
                  <a:pt x="1161493" y="0"/>
                </a:lnTo>
                <a:lnTo>
                  <a:pt x="1161493" y="338805"/>
                </a:lnTo>
                <a:lnTo>
                  <a:pt x="0" y="338805"/>
                </a:lnTo>
                <a:lnTo>
                  <a:pt x="0" y="0"/>
                </a:lnTo>
                <a:close/>
              </a:path>
            </a:pathLst>
          </a:custGeom>
          <a:blipFill>
            <a:blip r:embed="rId10"/>
            <a:stretch>
              <a:fillRect l="0" t="-552" r="0" b="-552"/>
            </a:stretch>
          </a:blipFill>
        </p:spPr>
      </p:sp>
      <p:sp>
        <p:nvSpPr>
          <p:cNvPr name="Freeform 38" id="38"/>
          <p:cNvSpPr/>
          <p:nvPr/>
        </p:nvSpPr>
        <p:spPr>
          <a:xfrm flipH="false" flipV="false" rot="0">
            <a:off x="16617525" y="484378"/>
            <a:ext cx="1248830" cy="481196"/>
          </a:xfrm>
          <a:custGeom>
            <a:avLst/>
            <a:gdLst/>
            <a:ahLst/>
            <a:cxnLst/>
            <a:rect r="r" b="b" t="t" l="l"/>
            <a:pathLst>
              <a:path h="481196" w="1248830">
                <a:moveTo>
                  <a:pt x="0" y="0"/>
                </a:moveTo>
                <a:lnTo>
                  <a:pt x="1248831" y="0"/>
                </a:lnTo>
                <a:lnTo>
                  <a:pt x="1248831" y="481196"/>
                </a:lnTo>
                <a:lnTo>
                  <a:pt x="0" y="481196"/>
                </a:lnTo>
                <a:lnTo>
                  <a:pt x="0" y="0"/>
                </a:lnTo>
                <a:close/>
              </a:path>
            </a:pathLst>
          </a:custGeom>
          <a:blipFill>
            <a:blip r:embed="rId11"/>
            <a:stretch>
              <a:fillRect l="0" t="0" r="-5929" b="0"/>
            </a:stretch>
          </a:blipFill>
        </p:spPr>
      </p:sp>
      <p:grpSp>
        <p:nvGrpSpPr>
          <p:cNvPr name="Group 39" id="39"/>
          <p:cNvGrpSpPr/>
          <p:nvPr/>
        </p:nvGrpSpPr>
        <p:grpSpPr>
          <a:xfrm rot="0">
            <a:off x="-5137593" y="4927036"/>
            <a:ext cx="15339769" cy="4176064"/>
            <a:chOff x="0" y="0"/>
            <a:chExt cx="2767277" cy="753357"/>
          </a:xfrm>
        </p:grpSpPr>
        <p:sp>
          <p:nvSpPr>
            <p:cNvPr name="Freeform 40" id="40"/>
            <p:cNvSpPr/>
            <p:nvPr/>
          </p:nvSpPr>
          <p:spPr>
            <a:xfrm flipH="false" flipV="false" rot="0">
              <a:off x="0" y="0"/>
              <a:ext cx="2767277" cy="753357"/>
            </a:xfrm>
            <a:custGeom>
              <a:avLst/>
              <a:gdLst/>
              <a:ahLst/>
              <a:cxnLst/>
              <a:rect r="r" b="b" t="t" l="l"/>
              <a:pathLst>
                <a:path h="753357" w="2767277">
                  <a:moveTo>
                    <a:pt x="2767277" y="36843"/>
                  </a:moveTo>
                  <a:lnTo>
                    <a:pt x="2767277" y="716514"/>
                  </a:lnTo>
                  <a:cubicBezTo>
                    <a:pt x="2767277" y="736862"/>
                    <a:pt x="2750782" y="753357"/>
                    <a:pt x="2730434" y="753357"/>
                  </a:cubicBezTo>
                  <a:lnTo>
                    <a:pt x="36843" y="753357"/>
                  </a:lnTo>
                  <a:cubicBezTo>
                    <a:pt x="27071" y="753357"/>
                    <a:pt x="17700" y="749476"/>
                    <a:pt x="10791" y="742566"/>
                  </a:cubicBezTo>
                  <a:cubicBezTo>
                    <a:pt x="3882" y="735657"/>
                    <a:pt x="0" y="726286"/>
                    <a:pt x="0" y="716514"/>
                  </a:cubicBezTo>
                  <a:lnTo>
                    <a:pt x="0" y="36843"/>
                  </a:lnTo>
                  <a:cubicBezTo>
                    <a:pt x="0" y="16495"/>
                    <a:pt x="16495" y="0"/>
                    <a:pt x="36843" y="0"/>
                  </a:cubicBezTo>
                  <a:lnTo>
                    <a:pt x="2730434" y="0"/>
                  </a:lnTo>
                  <a:cubicBezTo>
                    <a:pt x="2750782" y="0"/>
                    <a:pt x="2767277" y="16495"/>
                    <a:pt x="2767277" y="36843"/>
                  </a:cubicBezTo>
                  <a:close/>
                </a:path>
              </a:pathLst>
            </a:custGeom>
            <a:solidFill>
              <a:srgbClr val="457A00"/>
            </a:solidFill>
            <a:ln w="38100" cap="rnd">
              <a:solidFill>
                <a:srgbClr val="000000"/>
              </a:solidFill>
              <a:prstDash val="solid"/>
              <a:round/>
            </a:ln>
          </p:spPr>
        </p:sp>
        <p:sp>
          <p:nvSpPr>
            <p:cNvPr name="TextBox 41" id="41"/>
            <p:cNvSpPr txBox="true"/>
            <p:nvPr/>
          </p:nvSpPr>
          <p:spPr>
            <a:xfrm>
              <a:off x="0" y="-28575"/>
              <a:ext cx="2767277" cy="781932"/>
            </a:xfrm>
            <a:prstGeom prst="rect">
              <a:avLst/>
            </a:prstGeom>
          </p:spPr>
          <p:txBody>
            <a:bodyPr anchor="ctr" rtlCol="false" tIns="50800" lIns="50800" bIns="50800" rIns="50800"/>
            <a:lstStyle/>
            <a:p>
              <a:pPr algn="ctr">
                <a:lnSpc>
                  <a:spcPts val="2380"/>
                </a:lnSpc>
              </a:pPr>
            </a:p>
          </p:txBody>
        </p:sp>
      </p:grpSp>
      <p:grpSp>
        <p:nvGrpSpPr>
          <p:cNvPr name="Group 42" id="42"/>
          <p:cNvGrpSpPr/>
          <p:nvPr/>
        </p:nvGrpSpPr>
        <p:grpSpPr>
          <a:xfrm rot="0">
            <a:off x="12722771" y="3956669"/>
            <a:ext cx="2373661" cy="23736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1F"/>
            </a:solidFill>
          </p:spPr>
        </p:sp>
        <p:sp>
          <p:nvSpPr>
            <p:cNvPr name="TextBox 44" id="44"/>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45" id="45"/>
          <p:cNvGrpSpPr/>
          <p:nvPr/>
        </p:nvGrpSpPr>
        <p:grpSpPr>
          <a:xfrm rot="0">
            <a:off x="11288025" y="6476064"/>
            <a:ext cx="2373661" cy="23736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1F"/>
            </a:solidFill>
          </p:spPr>
        </p:sp>
        <p:sp>
          <p:nvSpPr>
            <p:cNvPr name="TextBox 47" id="47"/>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grpSp>
        <p:nvGrpSpPr>
          <p:cNvPr name="Group 48" id="48"/>
          <p:cNvGrpSpPr/>
          <p:nvPr/>
        </p:nvGrpSpPr>
        <p:grpSpPr>
          <a:xfrm rot="0">
            <a:off x="14460886" y="6476064"/>
            <a:ext cx="2373661" cy="23736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1F"/>
            </a:solidFill>
          </p:spPr>
        </p:sp>
        <p:sp>
          <p:nvSpPr>
            <p:cNvPr name="TextBox 50" id="50"/>
            <p:cNvSpPr txBox="true"/>
            <p:nvPr/>
          </p:nvSpPr>
          <p:spPr>
            <a:xfrm>
              <a:off x="76200" y="47625"/>
              <a:ext cx="660400" cy="688975"/>
            </a:xfrm>
            <a:prstGeom prst="rect">
              <a:avLst/>
            </a:prstGeom>
          </p:spPr>
          <p:txBody>
            <a:bodyPr anchor="ctr" rtlCol="false" tIns="50800" lIns="50800" bIns="50800" rIns="50800"/>
            <a:lstStyle/>
            <a:p>
              <a:pPr algn="ctr">
                <a:lnSpc>
                  <a:spcPts val="2380"/>
                </a:lnSpc>
              </a:pPr>
            </a:p>
          </p:txBody>
        </p:sp>
      </p:grpSp>
      <p:sp>
        <p:nvSpPr>
          <p:cNvPr name="Freeform 51" id="51"/>
          <p:cNvSpPr/>
          <p:nvPr/>
        </p:nvSpPr>
        <p:spPr>
          <a:xfrm flipH="true" flipV="false" rot="-785304">
            <a:off x="15327542" y="4744790"/>
            <a:ext cx="938718" cy="1676282"/>
          </a:xfrm>
          <a:custGeom>
            <a:avLst/>
            <a:gdLst/>
            <a:ahLst/>
            <a:cxnLst/>
            <a:rect r="r" b="b" t="t" l="l"/>
            <a:pathLst>
              <a:path h="1676282" w="938718">
                <a:moveTo>
                  <a:pt x="938717" y="0"/>
                </a:moveTo>
                <a:lnTo>
                  <a:pt x="0" y="0"/>
                </a:lnTo>
                <a:lnTo>
                  <a:pt x="0" y="1676282"/>
                </a:lnTo>
                <a:lnTo>
                  <a:pt x="938717" y="1676282"/>
                </a:lnTo>
                <a:lnTo>
                  <a:pt x="9387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2" id="52"/>
          <p:cNvSpPr/>
          <p:nvPr/>
        </p:nvSpPr>
        <p:spPr>
          <a:xfrm flipH="true" flipV="false" rot="6340112">
            <a:off x="13440242" y="8160943"/>
            <a:ext cx="938718" cy="1676282"/>
          </a:xfrm>
          <a:custGeom>
            <a:avLst/>
            <a:gdLst/>
            <a:ahLst/>
            <a:cxnLst/>
            <a:rect r="r" b="b" t="t" l="l"/>
            <a:pathLst>
              <a:path h="1676282" w="938718">
                <a:moveTo>
                  <a:pt x="938718" y="0"/>
                </a:moveTo>
                <a:lnTo>
                  <a:pt x="0" y="0"/>
                </a:lnTo>
                <a:lnTo>
                  <a:pt x="0" y="1676282"/>
                </a:lnTo>
                <a:lnTo>
                  <a:pt x="938718" y="1676282"/>
                </a:lnTo>
                <a:lnTo>
                  <a:pt x="93871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53" id="53"/>
          <p:cNvSpPr txBox="true"/>
          <p:nvPr/>
        </p:nvSpPr>
        <p:spPr>
          <a:xfrm rot="0">
            <a:off x="544672" y="9694797"/>
            <a:ext cx="3056134" cy="428547"/>
          </a:xfrm>
          <a:prstGeom prst="rect">
            <a:avLst/>
          </a:prstGeom>
        </p:spPr>
        <p:txBody>
          <a:bodyPr anchor="t" rtlCol="false" tIns="0" lIns="0" bIns="0" rIns="0">
            <a:spAutoFit/>
          </a:bodyPr>
          <a:lstStyle/>
          <a:p>
            <a:pPr algn="ctr">
              <a:lnSpc>
                <a:spcPts val="3171"/>
              </a:lnSpc>
            </a:pPr>
            <a:r>
              <a:rPr lang="en-US" b="true" sz="2882">
                <a:solidFill>
                  <a:srgbClr val="FDFDFD"/>
                </a:solidFill>
                <a:latin typeface="Poppins Bold"/>
                <a:ea typeface="Poppins Bold"/>
                <a:cs typeface="Poppins Bold"/>
                <a:sym typeface="Poppins Bold"/>
              </a:rPr>
              <a:t>Latar Belakang</a:t>
            </a:r>
          </a:p>
        </p:txBody>
      </p:sp>
      <p:sp>
        <p:nvSpPr>
          <p:cNvPr name="TextBox 54" id="54"/>
          <p:cNvSpPr txBox="true"/>
          <p:nvPr/>
        </p:nvSpPr>
        <p:spPr>
          <a:xfrm rot="0">
            <a:off x="3989741" y="9665741"/>
            <a:ext cx="2765284"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Pelaksanaan</a:t>
            </a:r>
          </a:p>
        </p:txBody>
      </p:sp>
      <p:sp>
        <p:nvSpPr>
          <p:cNvPr name="TextBox 55" id="55"/>
          <p:cNvSpPr txBox="true"/>
          <p:nvPr/>
        </p:nvSpPr>
        <p:spPr>
          <a:xfrm rot="0">
            <a:off x="7058288" y="9651090"/>
            <a:ext cx="2858696" cy="467610"/>
          </a:xfrm>
          <a:prstGeom prst="rect">
            <a:avLst/>
          </a:prstGeom>
        </p:spPr>
        <p:txBody>
          <a:bodyPr anchor="t" rtlCol="false" tIns="0" lIns="0" bIns="0" rIns="0">
            <a:spAutoFit/>
          </a:bodyPr>
          <a:lstStyle/>
          <a:p>
            <a:pPr algn="ctr">
              <a:lnSpc>
                <a:spcPts val="3329"/>
              </a:lnSpc>
            </a:pPr>
            <a:r>
              <a:rPr lang="en-US" sz="3026" b="true">
                <a:solidFill>
                  <a:srgbClr val="FFFFFF"/>
                </a:solidFill>
                <a:latin typeface="Poppins Bold"/>
                <a:ea typeface="Poppins Bold"/>
                <a:cs typeface="Poppins Bold"/>
                <a:sym typeface="Poppins Bold"/>
              </a:rPr>
              <a:t>Pembahasan</a:t>
            </a:r>
          </a:p>
        </p:txBody>
      </p:sp>
      <p:sp>
        <p:nvSpPr>
          <p:cNvPr name="TextBox 56" id="56"/>
          <p:cNvSpPr txBox="true"/>
          <p:nvPr/>
        </p:nvSpPr>
        <p:spPr>
          <a:xfrm rot="0">
            <a:off x="10540658" y="9641084"/>
            <a:ext cx="1742487" cy="467610"/>
          </a:xfrm>
          <a:prstGeom prst="rect">
            <a:avLst/>
          </a:prstGeom>
        </p:spPr>
        <p:txBody>
          <a:bodyPr anchor="t" rtlCol="false" tIns="0" lIns="0" bIns="0" rIns="0">
            <a:spAutoFit/>
          </a:bodyPr>
          <a:lstStyle/>
          <a:p>
            <a:pPr algn="ctr">
              <a:lnSpc>
                <a:spcPts val="3329"/>
              </a:lnSpc>
            </a:pPr>
            <a:r>
              <a:rPr lang="en-US" b="true" sz="3026">
                <a:solidFill>
                  <a:srgbClr val="FDFDFD"/>
                </a:solidFill>
                <a:latin typeface="Poppins Bold"/>
                <a:ea typeface="Poppins Bold"/>
                <a:cs typeface="Poppins Bold"/>
                <a:sym typeface="Poppins Bold"/>
              </a:rPr>
              <a:t>Luaran</a:t>
            </a:r>
          </a:p>
        </p:txBody>
      </p:sp>
      <p:sp>
        <p:nvSpPr>
          <p:cNvPr name="TextBox 57" id="57"/>
          <p:cNvSpPr txBox="true"/>
          <p:nvPr/>
        </p:nvSpPr>
        <p:spPr>
          <a:xfrm rot="0">
            <a:off x="16607952" y="9421254"/>
            <a:ext cx="668238" cy="750768"/>
          </a:xfrm>
          <a:prstGeom prst="rect">
            <a:avLst/>
          </a:prstGeom>
        </p:spPr>
        <p:txBody>
          <a:bodyPr anchor="t" rtlCol="false" tIns="0" lIns="0" bIns="0" rIns="0">
            <a:spAutoFit/>
          </a:bodyPr>
          <a:lstStyle/>
          <a:p>
            <a:pPr algn="ctr">
              <a:lnSpc>
                <a:spcPts val="5869"/>
              </a:lnSpc>
            </a:pPr>
            <a:r>
              <a:rPr lang="en-US" sz="4192" b="true">
                <a:solidFill>
                  <a:srgbClr val="183900"/>
                </a:solidFill>
                <a:latin typeface="Poppins Bold"/>
                <a:ea typeface="Poppins Bold"/>
                <a:cs typeface="Poppins Bold"/>
                <a:sym typeface="Poppins Bold"/>
              </a:rPr>
              <a:t>35</a:t>
            </a:r>
          </a:p>
        </p:txBody>
      </p:sp>
      <p:sp>
        <p:nvSpPr>
          <p:cNvPr name="TextBox 58" id="58"/>
          <p:cNvSpPr txBox="true"/>
          <p:nvPr/>
        </p:nvSpPr>
        <p:spPr>
          <a:xfrm rot="0">
            <a:off x="3600806" y="2663991"/>
            <a:ext cx="14190369" cy="1606906"/>
          </a:xfrm>
          <a:prstGeom prst="rect">
            <a:avLst/>
          </a:prstGeom>
        </p:spPr>
        <p:txBody>
          <a:bodyPr anchor="t" rtlCol="false" tIns="0" lIns="0" bIns="0" rIns="0">
            <a:spAutoFit/>
          </a:bodyPr>
          <a:lstStyle/>
          <a:p>
            <a:pPr algn="just">
              <a:lnSpc>
                <a:spcPts val="4239"/>
              </a:lnSpc>
            </a:pPr>
            <a:r>
              <a:rPr lang="en-US" b="true" sz="3028">
                <a:solidFill>
                  <a:srgbClr val="CD0606"/>
                </a:solidFill>
                <a:latin typeface="Poppins Bold"/>
                <a:ea typeface="Poppins Bold"/>
                <a:cs typeface="Poppins Bold"/>
                <a:sym typeface="Poppins Bold"/>
              </a:rPr>
              <a:t>GLICOVIA </a:t>
            </a:r>
            <a:r>
              <a:rPr lang="en-US" b="true" sz="3028">
                <a:solidFill>
                  <a:srgbClr val="1C6037"/>
                </a:solidFill>
                <a:latin typeface="Poppins Bold"/>
                <a:ea typeface="Poppins Bold"/>
                <a:cs typeface="Poppins Bold"/>
                <a:sym typeface="Poppins Bold"/>
              </a:rPr>
              <a:t>dirancang untuk </a:t>
            </a:r>
            <a:r>
              <a:rPr lang="en-US" b="true" sz="3028">
                <a:solidFill>
                  <a:srgbClr val="CD0606"/>
                </a:solidFill>
                <a:latin typeface="Poppins Bold"/>
                <a:ea typeface="Poppins Bold"/>
                <a:cs typeface="Poppins Bold"/>
                <a:sym typeface="Poppins Bold"/>
              </a:rPr>
              <a:t>memberikan kebermanfaatan</a:t>
            </a:r>
            <a:r>
              <a:rPr lang="en-US" b="true" sz="3028">
                <a:solidFill>
                  <a:srgbClr val="1C6037"/>
                </a:solidFill>
                <a:latin typeface="Poppins Bold"/>
                <a:ea typeface="Poppins Bold"/>
                <a:cs typeface="Poppins Bold"/>
                <a:sym typeface="Poppins Bold"/>
              </a:rPr>
              <a:t> yang dapat </a:t>
            </a:r>
            <a:r>
              <a:rPr lang="en-US" b="true" sz="3028">
                <a:solidFill>
                  <a:srgbClr val="CD0606"/>
                </a:solidFill>
                <a:latin typeface="Poppins Bold"/>
                <a:ea typeface="Poppins Bold"/>
                <a:cs typeface="Poppins Bold"/>
                <a:sym typeface="Poppins Bold"/>
              </a:rPr>
              <a:t>mendukung skrining risiko prediabete</a:t>
            </a:r>
            <a:r>
              <a:rPr lang="en-US" b="true" sz="3028">
                <a:solidFill>
                  <a:srgbClr val="CD0606"/>
                </a:solidFill>
                <a:latin typeface="Poppins Bold"/>
                <a:ea typeface="Poppins Bold"/>
                <a:cs typeface="Poppins Bold"/>
                <a:sym typeface="Poppins Bold"/>
              </a:rPr>
              <a:t>s</a:t>
            </a:r>
            <a:r>
              <a:rPr lang="en-US" b="true" sz="3028">
                <a:solidFill>
                  <a:srgbClr val="CD0606"/>
                </a:solidFill>
                <a:latin typeface="Poppins Bold"/>
                <a:ea typeface="Poppins Bold"/>
                <a:cs typeface="Poppins Bold"/>
                <a:sym typeface="Poppins Bold"/>
              </a:rPr>
              <a:t> </a:t>
            </a:r>
            <a:r>
              <a:rPr lang="en-US" b="true" sz="3028">
                <a:solidFill>
                  <a:srgbClr val="1C6037"/>
                </a:solidFill>
                <a:latin typeface="Poppins Bold"/>
                <a:ea typeface="Poppins Bold"/>
                <a:cs typeface="Poppins Bold"/>
                <a:sym typeface="Poppins Bold"/>
              </a:rPr>
              <a:t>secara noninvasif, cepat, dan terintegrasi</a:t>
            </a:r>
          </a:p>
        </p:txBody>
      </p:sp>
      <p:sp>
        <p:nvSpPr>
          <p:cNvPr name="TextBox 59" id="59"/>
          <p:cNvSpPr txBox="true"/>
          <p:nvPr/>
        </p:nvSpPr>
        <p:spPr>
          <a:xfrm rot="0">
            <a:off x="12856272" y="4734688"/>
            <a:ext cx="2106659" cy="827150"/>
          </a:xfrm>
          <a:prstGeom prst="rect">
            <a:avLst/>
          </a:prstGeom>
        </p:spPr>
        <p:txBody>
          <a:bodyPr anchor="t" rtlCol="false" tIns="0" lIns="0" bIns="0" rIns="0">
            <a:spAutoFit/>
          </a:bodyPr>
          <a:lstStyle/>
          <a:p>
            <a:pPr algn="ctr">
              <a:lnSpc>
                <a:spcPts val="3167"/>
              </a:lnSpc>
            </a:pPr>
            <a:r>
              <a:rPr lang="en-US" b="true" sz="2879">
                <a:solidFill>
                  <a:srgbClr val="910608"/>
                </a:solidFill>
                <a:latin typeface="Poppins Bold"/>
                <a:ea typeface="Poppins Bold"/>
                <a:cs typeface="Poppins Bold"/>
                <a:sym typeface="Poppins Bold"/>
              </a:rPr>
              <a:t>Teknologi Biosensor</a:t>
            </a:r>
          </a:p>
        </p:txBody>
      </p:sp>
      <p:sp>
        <p:nvSpPr>
          <p:cNvPr name="TextBox 60" id="60"/>
          <p:cNvSpPr txBox="true"/>
          <p:nvPr/>
        </p:nvSpPr>
        <p:spPr>
          <a:xfrm rot="0">
            <a:off x="14271742" y="7193343"/>
            <a:ext cx="2751950" cy="836690"/>
          </a:xfrm>
          <a:prstGeom prst="rect">
            <a:avLst/>
          </a:prstGeom>
        </p:spPr>
        <p:txBody>
          <a:bodyPr anchor="t" rtlCol="false" tIns="0" lIns="0" bIns="0" rIns="0">
            <a:spAutoFit/>
          </a:bodyPr>
          <a:lstStyle/>
          <a:p>
            <a:pPr algn="ctr">
              <a:lnSpc>
                <a:spcPts val="3176"/>
              </a:lnSpc>
            </a:pPr>
            <a:r>
              <a:rPr lang="en-US" b="true" sz="2762" i="true">
                <a:solidFill>
                  <a:srgbClr val="910608"/>
                </a:solidFill>
                <a:latin typeface="Poppins Bold Italics"/>
                <a:ea typeface="Poppins Bold Italics"/>
                <a:cs typeface="Poppins Bold Italics"/>
                <a:sym typeface="Poppins Bold Italics"/>
              </a:rPr>
              <a:t>Artificial Intelligence</a:t>
            </a:r>
          </a:p>
        </p:txBody>
      </p:sp>
      <p:sp>
        <p:nvSpPr>
          <p:cNvPr name="TextBox 61" id="61"/>
          <p:cNvSpPr txBox="true"/>
          <p:nvPr/>
        </p:nvSpPr>
        <p:spPr>
          <a:xfrm rot="0">
            <a:off x="11571719" y="7239289"/>
            <a:ext cx="1806274" cy="836690"/>
          </a:xfrm>
          <a:prstGeom prst="rect">
            <a:avLst/>
          </a:prstGeom>
        </p:spPr>
        <p:txBody>
          <a:bodyPr anchor="t" rtlCol="false" tIns="0" lIns="0" bIns="0" rIns="0">
            <a:spAutoFit/>
          </a:bodyPr>
          <a:lstStyle/>
          <a:p>
            <a:pPr algn="ctr">
              <a:lnSpc>
                <a:spcPts val="3176"/>
              </a:lnSpc>
            </a:pPr>
            <a:r>
              <a:rPr lang="en-US" b="true" sz="2762" i="true">
                <a:solidFill>
                  <a:srgbClr val="910608"/>
                </a:solidFill>
                <a:latin typeface="Poppins Bold Italics"/>
                <a:ea typeface="Poppins Bold Italics"/>
                <a:cs typeface="Poppins Bold Italics"/>
                <a:sym typeface="Poppins Bold Italics"/>
              </a:rPr>
              <a:t>Internet of Things</a:t>
            </a:r>
          </a:p>
        </p:txBody>
      </p:sp>
      <p:sp>
        <p:nvSpPr>
          <p:cNvPr name="TextBox 62" id="62"/>
          <p:cNvSpPr txBox="true"/>
          <p:nvPr/>
        </p:nvSpPr>
        <p:spPr>
          <a:xfrm rot="0">
            <a:off x="520527" y="545346"/>
            <a:ext cx="8290098" cy="1186178"/>
          </a:xfrm>
          <a:prstGeom prst="rect">
            <a:avLst/>
          </a:prstGeom>
        </p:spPr>
        <p:txBody>
          <a:bodyPr anchor="t" rtlCol="false" tIns="0" lIns="0" bIns="0" rIns="0">
            <a:spAutoFit/>
          </a:bodyPr>
          <a:lstStyle/>
          <a:p>
            <a:pPr algn="ctr">
              <a:lnSpc>
                <a:spcPts val="9173"/>
              </a:lnSpc>
            </a:pPr>
            <a:r>
              <a:rPr lang="en-US" b="true" sz="6552">
                <a:solidFill>
                  <a:srgbClr val="CD0606"/>
                </a:solidFill>
                <a:latin typeface="Poppins Bold"/>
                <a:ea typeface="Poppins Bold"/>
                <a:cs typeface="Poppins Bold"/>
                <a:sym typeface="Poppins Bold"/>
              </a:rPr>
              <a:t>POTENSI GLICOVIA</a:t>
            </a:r>
          </a:p>
        </p:txBody>
      </p:sp>
      <p:sp>
        <p:nvSpPr>
          <p:cNvPr name="TextBox 63" id="63"/>
          <p:cNvSpPr txBox="true"/>
          <p:nvPr/>
        </p:nvSpPr>
        <p:spPr>
          <a:xfrm rot="0">
            <a:off x="836004" y="5222933"/>
            <a:ext cx="8523667" cy="3489022"/>
          </a:xfrm>
          <a:prstGeom prst="rect">
            <a:avLst/>
          </a:prstGeom>
        </p:spPr>
        <p:txBody>
          <a:bodyPr anchor="t" rtlCol="false" tIns="0" lIns="0" bIns="0" rIns="0">
            <a:spAutoFit/>
          </a:bodyPr>
          <a:lstStyle/>
          <a:p>
            <a:pPr algn="l" marL="710423" indent="-355212" lvl="1">
              <a:lnSpc>
                <a:spcPts val="4606"/>
              </a:lnSpc>
              <a:buFont typeface="Arial"/>
              <a:buChar char="•"/>
            </a:pPr>
            <a:r>
              <a:rPr lang="en-US" b="true" sz="3290">
                <a:solidFill>
                  <a:srgbClr val="FFD21F"/>
                </a:solidFill>
                <a:latin typeface="Poppins Bold"/>
                <a:ea typeface="Poppins Bold"/>
                <a:cs typeface="Poppins Bold"/>
                <a:sym typeface="Poppins Bold"/>
              </a:rPr>
              <a:t>Monitoring berkelanjutan </a:t>
            </a:r>
          </a:p>
          <a:p>
            <a:pPr algn="l" marL="710423" indent="-355212" lvl="1">
              <a:lnSpc>
                <a:spcPts val="4606"/>
              </a:lnSpc>
              <a:buFont typeface="Arial"/>
              <a:buChar char="•"/>
            </a:pPr>
            <a:r>
              <a:rPr lang="en-US" b="true" sz="3290">
                <a:solidFill>
                  <a:srgbClr val="FFD21F"/>
                </a:solidFill>
                <a:latin typeface="Poppins Bold"/>
                <a:ea typeface="Poppins Bold"/>
                <a:cs typeface="Poppins Bold"/>
                <a:sym typeface="Poppins Bold"/>
              </a:rPr>
              <a:t>Berpotensi diterapkan di fasilitas kesehatan </a:t>
            </a:r>
            <a:r>
              <a:rPr lang="en-US" b="true" sz="3290">
                <a:solidFill>
                  <a:srgbClr val="FFFFFF"/>
                </a:solidFill>
                <a:latin typeface="Poppins Bold"/>
                <a:ea typeface="Poppins Bold"/>
                <a:cs typeface="Poppins Bold"/>
                <a:sym typeface="Poppins Bold"/>
              </a:rPr>
              <a:t>institusi pendidikan maupun program promotif</a:t>
            </a:r>
          </a:p>
          <a:p>
            <a:pPr algn="l" marL="710423" indent="-355212" lvl="1">
              <a:lnSpc>
                <a:spcPts val="4606"/>
              </a:lnSpc>
              <a:buFont typeface="Arial"/>
              <a:buChar char="•"/>
            </a:pPr>
            <a:r>
              <a:rPr lang="en-US" b="true" sz="3290">
                <a:solidFill>
                  <a:srgbClr val="FFD21F"/>
                </a:solidFill>
                <a:latin typeface="Poppins Bold"/>
                <a:ea typeface="Poppins Bold"/>
                <a:cs typeface="Poppins Bold"/>
                <a:sym typeface="Poppins Bold"/>
              </a:rPr>
              <a:t>Mendukung kesehatan preventif </a:t>
            </a:r>
            <a:r>
              <a:rPr lang="en-US" b="true" sz="3290">
                <a:solidFill>
                  <a:srgbClr val="FFFFFF"/>
                </a:solidFill>
                <a:latin typeface="Poppins Bold"/>
                <a:ea typeface="Poppins Bold"/>
                <a:cs typeface="Poppins Bold"/>
                <a:sym typeface="Poppins Bold"/>
              </a:rPr>
              <a:t>dengan mengurangi limbah medis</a:t>
            </a:r>
          </a:p>
        </p:txBody>
      </p:sp>
    </p:spTree>
  </p:cSld>
  <p:clrMapOvr>
    <a:masterClrMapping/>
  </p:clrMapOvr>
  <p:transition spd="fast">
    <p:fade/>
  </p:transition>
</p:sld>
</file>

<file path=ppt/slides/slide4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E701D">
                <a:alpha val="100000"/>
              </a:srgbClr>
            </a:gs>
            <a:gs pos="50000">
              <a:srgbClr val="669435">
                <a:alpha val="100000"/>
              </a:srgbClr>
            </a:gs>
            <a:gs pos="100000">
              <a:srgbClr val="8BC24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3" y="-2469721"/>
            <a:ext cx="18288000" cy="13238340"/>
          </a:xfrm>
          <a:custGeom>
            <a:avLst/>
            <a:gdLst/>
            <a:ahLst/>
            <a:cxnLst/>
            <a:rect r="r" b="b" t="t" l="l"/>
            <a:pathLst>
              <a:path h="13238340" w="18288000">
                <a:moveTo>
                  <a:pt x="0" y="0"/>
                </a:moveTo>
                <a:lnTo>
                  <a:pt x="18288001" y="0"/>
                </a:lnTo>
                <a:lnTo>
                  <a:pt x="18288001" y="13238340"/>
                </a:lnTo>
                <a:lnTo>
                  <a:pt x="0" y="13238340"/>
                </a:lnTo>
                <a:lnTo>
                  <a:pt x="0" y="0"/>
                </a:lnTo>
                <a:close/>
              </a:path>
            </a:pathLst>
          </a:custGeom>
          <a:blipFill>
            <a:blip r:embed="rId2">
              <a:alphaModFix amt="19999"/>
            </a:blip>
            <a:stretch>
              <a:fillRect l="-14344" t="0" r="-14344" b="0"/>
            </a:stretch>
          </a:blipFill>
        </p:spPr>
      </p:sp>
      <p:sp>
        <p:nvSpPr>
          <p:cNvPr name="TextBox 3" id="3"/>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4" id="4"/>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grpSp>
        <p:nvGrpSpPr>
          <p:cNvPr name="Group 5" id="5"/>
          <p:cNvGrpSpPr/>
          <p:nvPr/>
        </p:nvGrpSpPr>
        <p:grpSpPr>
          <a:xfrm rot="0">
            <a:off x="-1118502" y="2759476"/>
            <a:ext cx="20948744" cy="2779947"/>
            <a:chOff x="0" y="0"/>
            <a:chExt cx="5517329" cy="732210"/>
          </a:xfrm>
        </p:grpSpPr>
        <p:sp>
          <p:nvSpPr>
            <p:cNvPr name="Freeform 6" id="6"/>
            <p:cNvSpPr/>
            <p:nvPr/>
          </p:nvSpPr>
          <p:spPr>
            <a:xfrm flipH="false" flipV="false" rot="0">
              <a:off x="0" y="0"/>
              <a:ext cx="5517328" cy="732210"/>
            </a:xfrm>
            <a:custGeom>
              <a:avLst/>
              <a:gdLst/>
              <a:ahLst/>
              <a:cxnLst/>
              <a:rect r="r" b="b" t="t" l="l"/>
              <a:pathLst>
                <a:path h="732210" w="5517328">
                  <a:moveTo>
                    <a:pt x="5517328" y="36587"/>
                  </a:moveTo>
                  <a:lnTo>
                    <a:pt x="5517328" y="695623"/>
                  </a:lnTo>
                  <a:cubicBezTo>
                    <a:pt x="5517328" y="715829"/>
                    <a:pt x="5500948" y="732210"/>
                    <a:pt x="5480741" y="732210"/>
                  </a:cubicBezTo>
                  <a:lnTo>
                    <a:pt x="36587" y="732210"/>
                  </a:lnTo>
                  <a:cubicBezTo>
                    <a:pt x="16381" y="732210"/>
                    <a:pt x="0" y="715829"/>
                    <a:pt x="0" y="695623"/>
                  </a:cubicBezTo>
                  <a:lnTo>
                    <a:pt x="0" y="36587"/>
                  </a:lnTo>
                  <a:cubicBezTo>
                    <a:pt x="0" y="16381"/>
                    <a:pt x="16381" y="0"/>
                    <a:pt x="36587" y="0"/>
                  </a:cubicBezTo>
                  <a:lnTo>
                    <a:pt x="5480741" y="0"/>
                  </a:lnTo>
                  <a:cubicBezTo>
                    <a:pt x="5500948" y="0"/>
                    <a:pt x="5517328" y="16381"/>
                    <a:pt x="5517328" y="36587"/>
                  </a:cubicBezTo>
                  <a:close/>
                </a:path>
              </a:pathLst>
            </a:custGeom>
            <a:gradFill rotWithShape="true">
              <a:gsLst>
                <a:gs pos="0">
                  <a:srgbClr val="3E701D">
                    <a:alpha val="100000"/>
                  </a:srgbClr>
                </a:gs>
                <a:gs pos="50000">
                  <a:srgbClr val="669435">
                    <a:alpha val="100000"/>
                  </a:srgbClr>
                </a:gs>
                <a:gs pos="100000">
                  <a:srgbClr val="8BC24B">
                    <a:alpha val="100000"/>
                  </a:srgbClr>
                </a:gs>
              </a:gsLst>
              <a:lin ang="0"/>
            </a:gradFill>
            <a:ln w="76200" cap="rnd">
              <a:gradFill>
                <a:gsLst>
                  <a:gs pos="0">
                    <a:srgbClr val="FFFFFF">
                      <a:alpha val="100000"/>
                    </a:srgbClr>
                  </a:gs>
                  <a:gs pos="100000">
                    <a:srgbClr val="FFFFFF">
                      <a:alpha val="0"/>
                    </a:srgbClr>
                  </a:gs>
                </a:gsLst>
                <a:lin ang="0"/>
              </a:gradFill>
              <a:prstDash val="solid"/>
              <a:round/>
            </a:ln>
          </p:spPr>
        </p:sp>
        <p:sp>
          <p:nvSpPr>
            <p:cNvPr name="TextBox 7" id="7"/>
            <p:cNvSpPr txBox="true"/>
            <p:nvPr/>
          </p:nvSpPr>
          <p:spPr>
            <a:xfrm>
              <a:off x="0" y="-38100"/>
              <a:ext cx="5517329" cy="77031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579451" y="1156461"/>
            <a:ext cx="9552837" cy="818402"/>
            <a:chOff x="0" y="0"/>
            <a:chExt cx="3154180" cy="270222"/>
          </a:xfrm>
        </p:grpSpPr>
        <p:sp>
          <p:nvSpPr>
            <p:cNvPr name="Freeform 9" id="9"/>
            <p:cNvSpPr/>
            <p:nvPr/>
          </p:nvSpPr>
          <p:spPr>
            <a:xfrm flipH="false" flipV="false" rot="0">
              <a:off x="0" y="0"/>
              <a:ext cx="3154180" cy="270222"/>
            </a:xfrm>
            <a:custGeom>
              <a:avLst/>
              <a:gdLst/>
              <a:ahLst/>
              <a:cxnLst/>
              <a:rect r="r" b="b" t="t" l="l"/>
              <a:pathLst>
                <a:path h="270222" w="3154180">
                  <a:moveTo>
                    <a:pt x="81043" y="0"/>
                  </a:moveTo>
                  <a:lnTo>
                    <a:pt x="3073137" y="0"/>
                  </a:lnTo>
                  <a:cubicBezTo>
                    <a:pt x="3117896" y="0"/>
                    <a:pt x="3154180" y="36284"/>
                    <a:pt x="3154180" y="81043"/>
                  </a:cubicBezTo>
                  <a:lnTo>
                    <a:pt x="3154180" y="189179"/>
                  </a:lnTo>
                  <a:cubicBezTo>
                    <a:pt x="3154180" y="233938"/>
                    <a:pt x="3117896" y="270222"/>
                    <a:pt x="3073137" y="270222"/>
                  </a:cubicBezTo>
                  <a:lnTo>
                    <a:pt x="81043" y="270222"/>
                  </a:lnTo>
                  <a:cubicBezTo>
                    <a:pt x="36284" y="270222"/>
                    <a:pt x="0" y="233938"/>
                    <a:pt x="0" y="189179"/>
                  </a:cubicBezTo>
                  <a:lnTo>
                    <a:pt x="0" y="81043"/>
                  </a:lnTo>
                  <a:cubicBezTo>
                    <a:pt x="0" y="36284"/>
                    <a:pt x="36284" y="0"/>
                    <a:pt x="81043" y="0"/>
                  </a:cubicBezTo>
                  <a:close/>
                </a:path>
              </a:pathLst>
            </a:custGeom>
            <a:solidFill>
              <a:srgbClr val="FFFFFF"/>
            </a:solidFill>
            <a:ln w="19050" cap="rnd">
              <a:solidFill>
                <a:srgbClr val="000000"/>
              </a:solidFill>
              <a:prstDash val="solid"/>
              <a:round/>
            </a:ln>
          </p:spPr>
        </p:sp>
        <p:sp>
          <p:nvSpPr>
            <p:cNvPr name="TextBox 10" id="10"/>
            <p:cNvSpPr txBox="true"/>
            <p:nvPr/>
          </p:nvSpPr>
          <p:spPr>
            <a:xfrm>
              <a:off x="0" y="19050"/>
              <a:ext cx="3154180" cy="251172"/>
            </a:xfrm>
            <a:prstGeom prst="rect">
              <a:avLst/>
            </a:prstGeom>
          </p:spPr>
          <p:txBody>
            <a:bodyPr anchor="ctr" rtlCol="false" tIns="40521" lIns="40521" bIns="40521" rIns="40521"/>
            <a:lstStyle/>
            <a:p>
              <a:pPr algn="ctr">
                <a:lnSpc>
                  <a:spcPts val="2500"/>
                </a:lnSpc>
              </a:pPr>
            </a:p>
          </p:txBody>
        </p:sp>
      </p:grpSp>
      <p:sp>
        <p:nvSpPr>
          <p:cNvPr name="Freeform 11" id="11"/>
          <p:cNvSpPr/>
          <p:nvPr/>
        </p:nvSpPr>
        <p:spPr>
          <a:xfrm flipH="false" flipV="false" rot="0">
            <a:off x="4906648" y="1213761"/>
            <a:ext cx="655652" cy="703802"/>
          </a:xfrm>
          <a:custGeom>
            <a:avLst/>
            <a:gdLst/>
            <a:ahLst/>
            <a:cxnLst/>
            <a:rect r="r" b="b" t="t" l="l"/>
            <a:pathLst>
              <a:path h="703802" w="655652">
                <a:moveTo>
                  <a:pt x="0" y="0"/>
                </a:moveTo>
                <a:lnTo>
                  <a:pt x="655652" y="0"/>
                </a:lnTo>
                <a:lnTo>
                  <a:pt x="655652" y="703803"/>
                </a:lnTo>
                <a:lnTo>
                  <a:pt x="0" y="703803"/>
                </a:lnTo>
                <a:lnTo>
                  <a:pt x="0" y="0"/>
                </a:lnTo>
                <a:close/>
              </a:path>
            </a:pathLst>
          </a:custGeom>
          <a:blipFill>
            <a:blip r:embed="rId3"/>
            <a:stretch>
              <a:fillRect l="-3671" t="0" r="-3671" b="0"/>
            </a:stretch>
          </a:blipFill>
        </p:spPr>
      </p:sp>
      <p:sp>
        <p:nvSpPr>
          <p:cNvPr name="Freeform 12" id="12"/>
          <p:cNvSpPr/>
          <p:nvPr/>
        </p:nvSpPr>
        <p:spPr>
          <a:xfrm flipH="false" flipV="false" rot="0">
            <a:off x="9998201" y="819524"/>
            <a:ext cx="1390184" cy="1492277"/>
          </a:xfrm>
          <a:custGeom>
            <a:avLst/>
            <a:gdLst/>
            <a:ahLst/>
            <a:cxnLst/>
            <a:rect r="r" b="b" t="t" l="l"/>
            <a:pathLst>
              <a:path h="1492277" w="1390184">
                <a:moveTo>
                  <a:pt x="0" y="0"/>
                </a:moveTo>
                <a:lnTo>
                  <a:pt x="1390184" y="0"/>
                </a:lnTo>
                <a:lnTo>
                  <a:pt x="1390184" y="1492277"/>
                </a:lnTo>
                <a:lnTo>
                  <a:pt x="0" y="1492277"/>
                </a:lnTo>
                <a:lnTo>
                  <a:pt x="0" y="0"/>
                </a:lnTo>
                <a:close/>
              </a:path>
            </a:pathLst>
          </a:custGeom>
          <a:blipFill>
            <a:blip r:embed="rId4"/>
            <a:stretch>
              <a:fillRect l="-3671" t="0" r="-3671" b="0"/>
            </a:stretch>
          </a:blipFill>
        </p:spPr>
      </p:sp>
      <p:sp>
        <p:nvSpPr>
          <p:cNvPr name="Freeform 13" id="13"/>
          <p:cNvSpPr/>
          <p:nvPr/>
        </p:nvSpPr>
        <p:spPr>
          <a:xfrm flipH="false" flipV="false" rot="0">
            <a:off x="7385061" y="873011"/>
            <a:ext cx="1290528" cy="1385302"/>
          </a:xfrm>
          <a:custGeom>
            <a:avLst/>
            <a:gdLst/>
            <a:ahLst/>
            <a:cxnLst/>
            <a:rect r="r" b="b" t="t" l="l"/>
            <a:pathLst>
              <a:path h="1385302" w="1290528">
                <a:moveTo>
                  <a:pt x="0" y="0"/>
                </a:moveTo>
                <a:lnTo>
                  <a:pt x="1290527" y="0"/>
                </a:lnTo>
                <a:lnTo>
                  <a:pt x="1290527" y="1385302"/>
                </a:lnTo>
                <a:lnTo>
                  <a:pt x="0" y="1385302"/>
                </a:lnTo>
                <a:lnTo>
                  <a:pt x="0" y="0"/>
                </a:lnTo>
                <a:close/>
              </a:path>
            </a:pathLst>
          </a:custGeom>
          <a:blipFill>
            <a:blip r:embed="rId5"/>
            <a:stretch>
              <a:fillRect l="-3671" t="0" r="-3671" b="0"/>
            </a:stretch>
          </a:blipFill>
        </p:spPr>
      </p:sp>
      <p:sp>
        <p:nvSpPr>
          <p:cNvPr name="Freeform 14" id="14"/>
          <p:cNvSpPr/>
          <p:nvPr/>
        </p:nvSpPr>
        <p:spPr>
          <a:xfrm flipH="false" flipV="false" rot="0">
            <a:off x="8660778" y="819524"/>
            <a:ext cx="1390184" cy="1492277"/>
          </a:xfrm>
          <a:custGeom>
            <a:avLst/>
            <a:gdLst/>
            <a:ahLst/>
            <a:cxnLst/>
            <a:rect r="r" b="b" t="t" l="l"/>
            <a:pathLst>
              <a:path h="1492277" w="1390184">
                <a:moveTo>
                  <a:pt x="0" y="0"/>
                </a:moveTo>
                <a:lnTo>
                  <a:pt x="1390184" y="0"/>
                </a:lnTo>
                <a:lnTo>
                  <a:pt x="1390184" y="1492277"/>
                </a:lnTo>
                <a:lnTo>
                  <a:pt x="0" y="1492277"/>
                </a:lnTo>
                <a:lnTo>
                  <a:pt x="0" y="0"/>
                </a:lnTo>
                <a:close/>
              </a:path>
            </a:pathLst>
          </a:custGeom>
          <a:blipFill>
            <a:blip r:embed="rId6"/>
            <a:stretch>
              <a:fillRect l="-3671" t="0" r="-3671" b="0"/>
            </a:stretch>
          </a:blipFill>
        </p:spPr>
      </p:sp>
      <p:sp>
        <p:nvSpPr>
          <p:cNvPr name="Freeform 15" id="15"/>
          <p:cNvSpPr/>
          <p:nvPr/>
        </p:nvSpPr>
        <p:spPr>
          <a:xfrm flipH="false" flipV="false" rot="0">
            <a:off x="11301490" y="1232045"/>
            <a:ext cx="680732" cy="667235"/>
          </a:xfrm>
          <a:custGeom>
            <a:avLst/>
            <a:gdLst/>
            <a:ahLst/>
            <a:cxnLst/>
            <a:rect r="r" b="b" t="t" l="l"/>
            <a:pathLst>
              <a:path h="667235" w="680732">
                <a:moveTo>
                  <a:pt x="0" y="0"/>
                </a:moveTo>
                <a:lnTo>
                  <a:pt x="680732" y="0"/>
                </a:lnTo>
                <a:lnTo>
                  <a:pt x="680732" y="667235"/>
                </a:lnTo>
                <a:lnTo>
                  <a:pt x="0" y="667235"/>
                </a:lnTo>
                <a:lnTo>
                  <a:pt x="0" y="0"/>
                </a:lnTo>
                <a:close/>
              </a:path>
            </a:pathLst>
          </a:custGeom>
          <a:blipFill>
            <a:blip r:embed="rId7"/>
            <a:stretch>
              <a:fillRect l="0" t="-1456" r="0" b="-566"/>
            </a:stretch>
          </a:blipFill>
        </p:spPr>
      </p:sp>
      <p:sp>
        <p:nvSpPr>
          <p:cNvPr name="Freeform 16" id="16"/>
          <p:cNvSpPr/>
          <p:nvPr/>
        </p:nvSpPr>
        <p:spPr>
          <a:xfrm flipH="false" flipV="false" rot="0">
            <a:off x="5630619" y="1322689"/>
            <a:ext cx="1780143" cy="519264"/>
          </a:xfrm>
          <a:custGeom>
            <a:avLst/>
            <a:gdLst/>
            <a:ahLst/>
            <a:cxnLst/>
            <a:rect r="r" b="b" t="t" l="l"/>
            <a:pathLst>
              <a:path h="519264" w="1780143">
                <a:moveTo>
                  <a:pt x="0" y="0"/>
                </a:moveTo>
                <a:lnTo>
                  <a:pt x="1780143" y="0"/>
                </a:lnTo>
                <a:lnTo>
                  <a:pt x="1780143" y="519265"/>
                </a:lnTo>
                <a:lnTo>
                  <a:pt x="0" y="519265"/>
                </a:lnTo>
                <a:lnTo>
                  <a:pt x="0" y="0"/>
                </a:lnTo>
                <a:close/>
              </a:path>
            </a:pathLst>
          </a:custGeom>
          <a:blipFill>
            <a:blip r:embed="rId8"/>
            <a:stretch>
              <a:fillRect l="0" t="-552" r="0" b="-552"/>
            </a:stretch>
          </a:blipFill>
        </p:spPr>
      </p:sp>
      <p:sp>
        <p:nvSpPr>
          <p:cNvPr name="Freeform 17" id="17"/>
          <p:cNvSpPr/>
          <p:nvPr/>
        </p:nvSpPr>
        <p:spPr>
          <a:xfrm flipH="false" flipV="false" rot="0">
            <a:off x="11982222" y="1196914"/>
            <a:ext cx="1913999" cy="737498"/>
          </a:xfrm>
          <a:custGeom>
            <a:avLst/>
            <a:gdLst/>
            <a:ahLst/>
            <a:cxnLst/>
            <a:rect r="r" b="b" t="t" l="l"/>
            <a:pathLst>
              <a:path h="737498" w="1913999">
                <a:moveTo>
                  <a:pt x="0" y="0"/>
                </a:moveTo>
                <a:lnTo>
                  <a:pt x="1914000" y="0"/>
                </a:lnTo>
                <a:lnTo>
                  <a:pt x="1914000" y="737497"/>
                </a:lnTo>
                <a:lnTo>
                  <a:pt x="0" y="737497"/>
                </a:lnTo>
                <a:lnTo>
                  <a:pt x="0" y="0"/>
                </a:lnTo>
                <a:close/>
              </a:path>
            </a:pathLst>
          </a:custGeom>
          <a:blipFill>
            <a:blip r:embed="rId9"/>
            <a:stretch>
              <a:fillRect l="0" t="0" r="-5929" b="0"/>
            </a:stretch>
          </a:blipFill>
        </p:spPr>
      </p:sp>
      <p:sp>
        <p:nvSpPr>
          <p:cNvPr name="TextBox 18" id="18"/>
          <p:cNvSpPr txBox="true"/>
          <p:nvPr/>
        </p:nvSpPr>
        <p:spPr>
          <a:xfrm rot="0">
            <a:off x="-139456" y="2949212"/>
            <a:ext cx="18566913" cy="2162350"/>
          </a:xfrm>
          <a:prstGeom prst="rect">
            <a:avLst/>
          </a:prstGeom>
        </p:spPr>
        <p:txBody>
          <a:bodyPr anchor="t" rtlCol="false" tIns="0" lIns="0" bIns="0" rIns="0">
            <a:spAutoFit/>
          </a:bodyPr>
          <a:lstStyle/>
          <a:p>
            <a:pPr algn="ctr">
              <a:lnSpc>
                <a:spcPts val="17676"/>
              </a:lnSpc>
            </a:pPr>
            <a:r>
              <a:rPr lang="en-US" b="true" sz="12626">
                <a:solidFill>
                  <a:srgbClr val="FFEF18"/>
                </a:solidFill>
                <a:latin typeface="Montserrat Bold"/>
                <a:ea typeface="Montserrat Bold"/>
                <a:cs typeface="Montserrat Bold"/>
                <a:sym typeface="Montserrat Bold"/>
              </a:rPr>
              <a:t>TERIMA KASIH</a:t>
            </a:r>
          </a:p>
        </p:txBody>
      </p:sp>
      <p:sp>
        <p:nvSpPr>
          <p:cNvPr name="TextBox 19" id="19"/>
          <p:cNvSpPr txBox="true"/>
          <p:nvPr/>
        </p:nvSpPr>
        <p:spPr>
          <a:xfrm rot="0">
            <a:off x="1028700" y="6203687"/>
            <a:ext cx="16230600" cy="2581774"/>
          </a:xfrm>
          <a:prstGeom prst="rect">
            <a:avLst/>
          </a:prstGeom>
        </p:spPr>
        <p:txBody>
          <a:bodyPr anchor="t" rtlCol="false" tIns="0" lIns="0" bIns="0" rIns="0">
            <a:spAutoFit/>
          </a:bodyPr>
          <a:lstStyle/>
          <a:p>
            <a:pPr algn="ctr">
              <a:lnSpc>
                <a:spcPts val="3431"/>
              </a:lnSpc>
            </a:pPr>
            <a:r>
              <a:rPr lang="en-US" sz="2958" b="true">
                <a:solidFill>
                  <a:srgbClr val="FFFFFC"/>
                </a:solidFill>
                <a:latin typeface="Poppins Bold"/>
                <a:ea typeface="Poppins Bold"/>
                <a:cs typeface="Poppins Bold"/>
                <a:sym typeface="Poppins Bold"/>
              </a:rPr>
              <a:t>Didukung oleh:</a:t>
            </a:r>
          </a:p>
          <a:p>
            <a:pPr algn="ctr">
              <a:lnSpc>
                <a:spcPts val="3431"/>
              </a:lnSpc>
            </a:pPr>
            <a:r>
              <a:rPr lang="en-US" sz="2958">
                <a:solidFill>
                  <a:srgbClr val="FFFFFC"/>
                </a:solidFill>
                <a:latin typeface="Poppins"/>
                <a:ea typeface="Poppins"/>
                <a:cs typeface="Poppins"/>
                <a:sym typeface="Poppins"/>
              </a:rPr>
              <a:t>Kementerian Pendidikan, Kebudayaan, Riset, dan Teknologi Republik Indonesia </a:t>
            </a:r>
          </a:p>
          <a:p>
            <a:pPr algn="ctr">
              <a:lnSpc>
                <a:spcPts val="3431"/>
              </a:lnSpc>
            </a:pPr>
            <a:r>
              <a:rPr lang="en-US" sz="2958">
                <a:solidFill>
                  <a:srgbClr val="FFFFFC"/>
                </a:solidFill>
                <a:latin typeface="Poppins"/>
                <a:ea typeface="Poppins"/>
                <a:cs typeface="Poppins"/>
                <a:sym typeface="Poppins"/>
              </a:rPr>
              <a:t>Direktorat Pembelajaran dan Kemahasiswaan (Belmawa)</a:t>
            </a:r>
          </a:p>
          <a:p>
            <a:pPr algn="ctr">
              <a:lnSpc>
                <a:spcPts val="3431"/>
              </a:lnSpc>
            </a:pPr>
            <a:r>
              <a:rPr lang="en-US" sz="2958">
                <a:solidFill>
                  <a:srgbClr val="FFFFFC"/>
                </a:solidFill>
                <a:latin typeface="Poppins"/>
                <a:ea typeface="Poppins"/>
                <a:cs typeface="Poppins"/>
                <a:sym typeface="Poppins"/>
              </a:rPr>
              <a:t>Pusat Prestasi Nasional</a:t>
            </a:r>
          </a:p>
          <a:p>
            <a:pPr algn="ctr">
              <a:lnSpc>
                <a:spcPts val="3431"/>
              </a:lnSpc>
            </a:pPr>
            <a:r>
              <a:rPr lang="en-US" sz="2958">
                <a:solidFill>
                  <a:srgbClr val="FFFFFC"/>
                </a:solidFill>
                <a:latin typeface="Poppins"/>
                <a:ea typeface="Poppins"/>
                <a:cs typeface="Poppins"/>
                <a:sym typeface="Poppins"/>
              </a:rPr>
              <a:t>Universitas Gadjah Mada</a:t>
            </a:r>
          </a:p>
          <a:p>
            <a:pPr algn="ctr">
              <a:lnSpc>
                <a:spcPts val="3431"/>
              </a:lnSpc>
            </a:pP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DAHUTvfX9WA</dc:identifier>
  <dcterms:modified xsi:type="dcterms:W3CDTF">2011-08-01T06:04:30Z</dcterms:modified>
  <cp:revision>1</cp:revision>
  <dc:title>(TERBARU) PPT GLICOVIA OTW PIMNAS</dc:title>
</cp:coreProperties>
</file>